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1EC1A-252C-4F25-8188-B906A4B906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6CE32-4168-49DF-8A30-51222644C6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0FF26C-C346-40E7-961D-02BAFB2C4D7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99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DIA A DECLINAR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dia a declinar,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convida a meditar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grande insigne amor,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bendito Salvador,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 louvar!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Santo! Santo!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Senhor dos céus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terra louve a TI;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tudo adore a TI,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Bondoso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Glorioso no poder!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Infinito no saber!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mais plena perfeição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justiça e no perdão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fazes ver!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Santo! Santo!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Senhor dos céus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terra louve a TI;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tudo adore a TI,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Bondoso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profunda escuridão,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a nossa petição,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teus filhos proteger,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seguros sempre os ter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mão.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Santo! Santo!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Senhor dos céus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terra louve a TI;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tudo adore a TI,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Bondoso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tudo, enfim, passar,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Céus, estrelas, terra e mar,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do Salvador,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Faz-nos no Teu grande amor,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 estar!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Santo! Santo!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Senhor dos céus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terra louve a TI;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tudo adore a TI,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Bondoso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2005-12-23T10:21:32Z</dcterms:created>
  <dc:creator>Junior</dc:creator>
  <dc:description/>
  <dc:language>pt-BR</dc:language>
  <cp:lastModifiedBy>Junior</cp:lastModifiedBy>
  <dcterms:modified xsi:type="dcterms:W3CDTF">2005-12-23T10:21:41Z</dcterms:modified>
  <cp:revision>1</cp:revision>
  <dc:subject/>
  <dc:title>99 EIS O DIA A DECLINAR</dc:title>
</cp:coreProperties>
</file>