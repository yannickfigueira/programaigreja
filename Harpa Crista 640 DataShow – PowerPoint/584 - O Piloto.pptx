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366D88-25E4-4ABF-A21E-812DEBE6CD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47E498-7AFE-482F-9ED3-97391C8398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D4EBE7-28EE-4E84-81DA-870E69AF11D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584 - O Piloto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Guia, Cristo, minha nau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o revoltoso 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enfurecido e mau,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fazê-la naufragar.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Jesus, oh! vem guiar,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nau vem pilotar!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sabe serenar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Boa mãe o filho seu.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acalma, assim, o mar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eleva até o céu.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Jesus, oh! vem guiar,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nau vem pilotar!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Se, no porto quando entrar,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o mar se enfurecer,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possa deleitar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ouvir Jesus dizer: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"Entra, pobre viajor,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descanso do Senhor.”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2005-12-26T23:07:00Z</dcterms:created>
  <dc:creator>Junior</dc:creator>
  <dc:description/>
  <dc:language>pt-BR</dc:language>
  <cp:lastModifiedBy>Junior</cp:lastModifiedBy>
  <dcterms:modified xsi:type="dcterms:W3CDTF">2005-12-26T23:07:02Z</dcterms:modified>
  <cp:revision>1</cp:revision>
  <dc:subject/>
  <dc:title>584 - O Piloto</dc:title>
</cp:coreProperties>
</file>