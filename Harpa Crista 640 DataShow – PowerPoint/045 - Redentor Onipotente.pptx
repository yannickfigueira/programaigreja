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2438280"/>
            <a:ext cx="9144000" cy="4046760"/>
            <a:chOff x="0" y="2438280"/>
            <a:chExt cx="9144000" cy="4046760"/>
          </a:xfrm>
        </p:grpSpPr>
        <p:sp>
          <p:nvSpPr>
            <p:cNvPr id="1" name=""/>
            <p:cNvSpPr/>
            <p:nvPr/>
          </p:nvSpPr>
          <p:spPr>
            <a:xfrm rot="20175000">
              <a:off x="3367080" y="4114440"/>
              <a:ext cx="4876920" cy="609480"/>
            </a:xfrm>
            <a:prstGeom prst="rect">
              <a:avLst/>
            </a:prstGeom>
            <a:gradFill rotWithShape="0">
              <a:gsLst>
                <a:gs pos="0">
                  <a:srgbClr val="005f5f"/>
                </a:gs>
                <a:gs pos="50000">
                  <a:srgbClr val="006666"/>
                </a:gs>
                <a:gs pos="100000">
                  <a:srgbClr val="005f5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4229280"/>
              <a:ext cx="4267080" cy="1942920"/>
            </a:xfrm>
            <a:custGeom>
              <a:avLst/>
              <a:gdLst/>
              <a:ahLst/>
              <a:rect l="l" t="t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5332320" y="2438280"/>
              <a:ext cx="3811680" cy="1955880"/>
            </a:xfrm>
            <a:custGeom>
              <a:avLst/>
              <a:gdLst/>
              <a:ahLst/>
              <a:rect l="l" t="t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019920" y="2438280"/>
              <a:ext cx="3124080" cy="1209960"/>
            </a:xfrm>
            <a:custGeom>
              <a:avLst/>
              <a:gdLst/>
              <a:ahLst/>
              <a:rect l="l" t="t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713560" y="3932280"/>
              <a:ext cx="295200" cy="19044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999040" y="3798720"/>
              <a:ext cx="293760" cy="19080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094440" y="2914560"/>
              <a:ext cx="838080" cy="436680"/>
            </a:xfrm>
            <a:custGeom>
              <a:avLst/>
              <a:gdLst/>
              <a:ahLst/>
              <a:rect l="l" t="t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5835600" y="3198960"/>
              <a:ext cx="1144800" cy="485640"/>
            </a:xfrm>
            <a:custGeom>
              <a:avLst/>
              <a:gdLst/>
              <a:ahLst/>
              <a:rect l="l" t="t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5330880" y="3000240"/>
              <a:ext cx="3809880" cy="1398600"/>
            </a:xfrm>
            <a:custGeom>
              <a:avLst/>
              <a:gdLst/>
              <a:ahLst/>
              <a:rect l="l" t="t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094440" y="2943360"/>
              <a:ext cx="915840" cy="409320"/>
            </a:xfrm>
            <a:custGeom>
              <a:avLst/>
              <a:gdLst/>
              <a:ahLst/>
              <a:rect l="l" t="t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456760" y="2606760"/>
              <a:ext cx="7920" cy="1440"/>
            </a:xfrm>
            <a:custGeom>
              <a:avLst/>
              <a:gdLst/>
              <a:ahLst/>
              <a:rect l="l" t="t" r="r" b="b"/>
              <a:pathLst>
                <a:path w="5" h="0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6094440" y="2743200"/>
              <a:ext cx="1136520" cy="608040"/>
            </a:xfrm>
            <a:custGeom>
              <a:avLst/>
              <a:gdLst/>
              <a:ahLst/>
              <a:rect l="l" t="t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481720" y="3605040"/>
              <a:ext cx="504720" cy="357480"/>
            </a:xfrm>
            <a:custGeom>
              <a:avLst/>
              <a:gdLst/>
              <a:ahLst/>
              <a:rect l="l" t="t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4219560"/>
              <a:ext cx="4119480" cy="1481040"/>
            </a:xfrm>
            <a:custGeom>
              <a:avLst/>
              <a:gdLst/>
              <a:ahLst/>
              <a:rect l="l" t="t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4753080"/>
              <a:ext cx="4322880" cy="1731960"/>
            </a:xfrm>
            <a:custGeom>
              <a:avLst/>
              <a:gdLst/>
              <a:ahLst/>
              <a:rect l="l" t="t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52A636-6A92-4E02-8865-EDC5187612CF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ff99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b9efee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ccff66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000" y="907560"/>
            <a:ext cx="8218440" cy="42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60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45</a:t>
            </a:r>
            <a:br>
              <a:rPr sz="6000"/>
            </a:br>
            <a:r>
              <a:rPr b="0" lang="pt-BR" sz="60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REDENTOR ONIPOTENTE</a:t>
            </a:r>
            <a:br>
              <a:rPr sz="6000"/>
            </a:br>
            <a:br>
              <a:rPr sz="4000"/>
            </a:br>
            <a:endParaRPr b="1" lang="pt-BR" sz="60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/>
          </p:nvPr>
        </p:nvSpPr>
        <p:spPr>
          <a:xfrm>
            <a:off x="1258920" y="148428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Redentor onipotente,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Poderoso Salvador,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Advogado onisciente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É Jesus, meu bom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Amante da minh'alma,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 és tudo para mim!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Tudo quanto eu careço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Acho, Jesus, só em 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Ti.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/>
          </p:nvPr>
        </p:nvSpPr>
        <p:spPr>
          <a:xfrm>
            <a:off x="1115640" y="1484280"/>
            <a:ext cx="748836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Um abrigo sempre perto,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Para todo o pecador;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Um refúgio sempre aberto,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 Jesus, meu Salvador.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Amante da minh'alma,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 és tudo para mim!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Tudo quanto eu careço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Acho, Jesus, só em 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Ti.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/>
          </p:nvPr>
        </p:nvSpPr>
        <p:spPr>
          <a:xfrm>
            <a:off x="1258560" y="1600200"/>
            <a:ext cx="742788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Água viva! pão da vida!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Doce sombra no calor,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Que ao descanso nos convida,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 Jesus, meu Salvador!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Amante da minh'alma,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 és tudo para mim!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Tudo quanto eu careço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Acho, Jesus, só em 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Ti.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/>
          </p:nvPr>
        </p:nvSpPr>
        <p:spPr>
          <a:xfrm>
            <a:off x="1187280" y="1600200"/>
            <a:ext cx="749952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Cordeiro imaculado;,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Que Seu sangue derramou,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Meus pecados expiando,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 minh'alma resgatou.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Amante da minh'alma,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 és tudo para mim!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Tudo quanto eu careço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Acho, Jesus, só em 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Ti.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/>
          </p:nvPr>
        </p:nvSpPr>
        <p:spPr>
          <a:xfrm>
            <a:off x="1187280" y="1600200"/>
            <a:ext cx="749952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Fundamento inabalável!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Rocha firme e secular!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Infalível! Imutável!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1001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Quem mo poderá tirar?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-34308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Amante da minh'alma,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 és tudo para mim!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Tudo quanto eu careço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Acho, Jesus, só em 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Ti.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/>
          </p:nvPr>
        </p:nvSpPr>
        <p:spPr>
          <a:xfrm>
            <a:off x="1547280" y="1600200"/>
            <a:ext cx="713916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Caminho que, seguro,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Sempre para o céu conduz,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Quem a Cristo pronto segue,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Quem tomar a sua cruz.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Ó Amante da minh'alma,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 és tudo para mim!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Tudo quanto eu careço 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buNone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Acho, Jesus, só em 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Ti.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marL="343080" indent="0">
              <a:spcBef>
                <a:spcPts val="10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2005-10-15T20:39:49Z</dcterms:created>
  <dc:creator>Montagna</dc:creator>
  <dc:description/>
  <dc:language>pt-BR</dc:language>
  <cp:lastModifiedBy>Junior</cp:lastModifiedBy>
  <dcterms:modified xsi:type="dcterms:W3CDTF">2005-10-17T11:24:08Z</dcterms:modified>
  <cp:revision>2</cp:revision>
  <dc:subject/>
  <dc:title>45 </dc:title>
</cp:coreProperties>
</file>