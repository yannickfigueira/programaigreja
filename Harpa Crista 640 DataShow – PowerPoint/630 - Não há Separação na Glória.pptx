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B5D1EB-098D-47EC-B7ED-4D6BC72095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6D6A68-0F6C-46EE-9636-1952904A751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630 – Não há Separação na Glória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separação na glória;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alvorada, nas alturas.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separação na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estivermos lá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2005-12-27T15:03:09Z</dcterms:created>
  <dc:creator>Junior</dc:creator>
  <dc:description/>
  <dc:language>pt-BR</dc:language>
  <cp:lastModifiedBy>Junior</cp:lastModifiedBy>
  <dcterms:modified xsi:type="dcterms:W3CDTF">2005-12-27T15:03:11Z</dcterms:modified>
  <cp:revision>1</cp:revision>
  <dc:subject/>
  <dc:title>630 – Não há Separação na Glória   Não há separação na glória;  Na alvorada, nas alturas.  Não há separação na glória,  Quando estivermos lá no Céu! </dc:title>
</cp:coreProperties>
</file>