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6627960" y="6429240"/>
            <a:ext cx="285480" cy="209520"/>
          </a:xfrm>
          <a:custGeom>
            <a:avLst/>
            <a:gdLst/>
            <a:ahLst/>
            <a:rect l="l" t="t" r="r" b="b"/>
            <a:pathLst>
              <a:path w="179" h="132">
                <a:moveTo>
                  <a:pt x="0" y="132"/>
                </a:moveTo>
                <a:lnTo>
                  <a:pt x="29" y="132"/>
                </a:lnTo>
                <a:lnTo>
                  <a:pt x="77" y="108"/>
                </a:lnTo>
                <a:lnTo>
                  <a:pt x="119" y="78"/>
                </a:lnTo>
                <a:lnTo>
                  <a:pt x="155" y="48"/>
                </a:lnTo>
                <a:lnTo>
                  <a:pt x="179" y="12"/>
                </a:lnTo>
                <a:lnTo>
                  <a:pt x="173" y="6"/>
                </a:lnTo>
                <a:lnTo>
                  <a:pt x="167" y="0"/>
                </a:lnTo>
                <a:lnTo>
                  <a:pt x="137" y="42"/>
                </a:lnTo>
                <a:lnTo>
                  <a:pt x="101" y="78"/>
                </a:lnTo>
                <a:lnTo>
                  <a:pt x="53" y="108"/>
                </a:lnTo>
                <a:lnTo>
                  <a:pt x="0" y="132"/>
                </a:lnTo>
                <a:lnTo>
                  <a:pt x="0" y="132"/>
                </a:lnTo>
                <a:close/>
              </a:path>
            </a:pathLst>
          </a:custGeom>
          <a:gradFill rotWithShape="0">
            <a:gsLst>
              <a:gs pos="0">
                <a:srgbClr val="0077c7"/>
              </a:gs>
              <a:gs pos="100000">
                <a:srgbClr val="0088e4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" name=""/>
          <p:cNvGrpSpPr/>
          <p:nvPr/>
        </p:nvGrpSpPr>
        <p:grpSpPr>
          <a:xfrm>
            <a:off x="3240" y="4267080"/>
            <a:ext cx="9139320" cy="2589480"/>
            <a:chOff x="3240" y="4267080"/>
            <a:chExt cx="9139320" cy="2589480"/>
          </a:xfrm>
        </p:grpSpPr>
        <p:sp>
          <p:nvSpPr>
            <p:cNvPr id="2" name=""/>
            <p:cNvSpPr/>
            <p:nvPr/>
          </p:nvSpPr>
          <p:spPr>
            <a:xfrm>
              <a:off x="3240" y="4267080"/>
              <a:ext cx="9139320" cy="2589480"/>
            </a:xfrm>
            <a:custGeom>
              <a:avLst/>
              <a:gdLst/>
              <a:ahLst/>
              <a:rect l="l" t="t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rgbClr val="0068ae"/>
                </a:gs>
                <a:gs pos="100000">
                  <a:srgbClr val="0088e4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" name=""/>
            <p:cNvGrpSpPr/>
            <p:nvPr/>
          </p:nvGrpSpPr>
          <p:grpSpPr>
            <a:xfrm>
              <a:off x="5600880" y="5897520"/>
              <a:ext cx="1255680" cy="825480"/>
              <a:chOff x="5600880" y="5897520"/>
              <a:chExt cx="1255680" cy="825480"/>
            </a:xfrm>
          </p:grpSpPr>
          <p:sp>
            <p:nvSpPr>
              <p:cNvPr id="4" name=""/>
              <p:cNvSpPr/>
              <p:nvPr/>
            </p:nvSpPr>
            <p:spPr>
              <a:xfrm>
                <a:off x="5853240" y="6048360"/>
                <a:ext cx="842760" cy="5176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bce"/>
                  </a:gs>
                </a:gsLst>
                <a:path path="rect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5916600" y="6095880"/>
                <a:ext cx="716040" cy="43524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6005520" y="6146640"/>
                <a:ext cx="544680" cy="32724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6068880" y="6184800"/>
                <a:ext cx="414360" cy="250920"/>
              </a:xfrm>
              <a:prstGeom prst="ellipse">
                <a:avLst/>
              </a:prstGeom>
              <a:gradFill rotWithShape="0">
                <a:gsLst>
                  <a:gs pos="0">
                    <a:srgbClr val="0083db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6122880" y="6226200"/>
                <a:ext cx="303480" cy="1681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5676840" y="5897520"/>
                <a:ext cx="606600" cy="254160"/>
              </a:xfrm>
              <a:custGeom>
                <a:avLst/>
                <a:gdLst/>
                <a:ahLst/>
                <a:rect l="l" t="t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5867280" y="6620040"/>
                <a:ext cx="703440" cy="102960"/>
              </a:xfrm>
              <a:custGeom>
                <a:avLst/>
                <a:gdLst/>
                <a:ahLst/>
                <a:rect l="l" t="t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2c0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5600880" y="6200640"/>
                <a:ext cx="139680" cy="341280"/>
              </a:xfrm>
              <a:custGeom>
                <a:avLst/>
                <a:gdLst/>
                <a:ahLst/>
                <a:rect l="l" t="t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5667480" y="5945040"/>
                <a:ext cx="1189080" cy="730440"/>
              </a:xfrm>
              <a:custGeom>
                <a:avLst/>
                <a:gdLst/>
                <a:ahLst/>
                <a:rect l="l" t="t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path path="rect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6410160" y="5907240"/>
                <a:ext cx="150840" cy="45720"/>
              </a:xfrm>
              <a:custGeom>
                <a:avLst/>
                <a:gdLst/>
                <a:ahLst/>
                <a:rect l="l" t="t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1080" bIns="-1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6208560" y="6267600"/>
                <a:ext cx="131760" cy="8244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11880" bIns="118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" name=""/>
            <p:cNvGrpSpPr/>
            <p:nvPr/>
          </p:nvGrpSpPr>
          <p:grpSpPr>
            <a:xfrm>
              <a:off x="2819520" y="5764320"/>
              <a:ext cx="2579400" cy="1082520"/>
              <a:chOff x="2819520" y="5764320"/>
              <a:chExt cx="2579400" cy="1082520"/>
            </a:xfrm>
          </p:grpSpPr>
          <p:sp>
            <p:nvSpPr>
              <p:cNvPr id="16" name=""/>
              <p:cNvSpPr/>
              <p:nvPr/>
            </p:nvSpPr>
            <p:spPr>
              <a:xfrm>
                <a:off x="3600360" y="6245280"/>
                <a:ext cx="1011240" cy="5968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3673440" y="6283440"/>
                <a:ext cx="860400" cy="52524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>
                <a:off x="3716280" y="6316560"/>
                <a:ext cx="793800" cy="47304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bce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>
                <a:off x="3759120" y="6345360"/>
                <a:ext cx="703440" cy="40788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"/>
              <p:cNvSpPr/>
              <p:nvPr/>
            </p:nvSpPr>
            <p:spPr>
              <a:xfrm>
                <a:off x="3786120" y="6357960"/>
                <a:ext cx="654120" cy="37944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"/>
              <p:cNvSpPr/>
              <p:nvPr/>
            </p:nvSpPr>
            <p:spPr>
              <a:xfrm>
                <a:off x="3868560" y="6391440"/>
                <a:ext cx="484200" cy="30312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" name=""/>
              <p:cNvSpPr/>
              <p:nvPr/>
            </p:nvSpPr>
            <p:spPr>
              <a:xfrm>
                <a:off x="3930480" y="6438960"/>
                <a:ext cx="358920" cy="21276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"/>
              <p:cNvSpPr/>
              <p:nvPr/>
            </p:nvSpPr>
            <p:spPr>
              <a:xfrm>
                <a:off x="4035600" y="6504120"/>
                <a:ext cx="141120" cy="9360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19440" bIns="1944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>
                <a:off x="4103640" y="6067440"/>
                <a:ext cx="711360" cy="293760"/>
              </a:xfrm>
              <a:custGeom>
                <a:avLst/>
                <a:gdLst/>
                <a:ahLst/>
                <a:rect l="l" t="t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>
                <a:off x="3400560" y="6114960"/>
                <a:ext cx="1414440" cy="731880"/>
              </a:xfrm>
              <a:custGeom>
                <a:avLst/>
                <a:gdLst/>
                <a:ahLst/>
                <a:rect l="l" t="t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2c0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"/>
              <p:cNvSpPr/>
              <p:nvPr/>
            </p:nvSpPr>
            <p:spPr>
              <a:xfrm>
                <a:off x="3305160" y="6076800"/>
                <a:ext cx="644400" cy="770040"/>
              </a:xfrm>
              <a:custGeom>
                <a:avLst/>
                <a:gdLst/>
                <a:ahLst/>
                <a:rect l="l" t="t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"/>
              <p:cNvSpPr/>
              <p:nvPr/>
            </p:nvSpPr>
            <p:spPr>
              <a:xfrm>
                <a:off x="4741920" y="6419880"/>
                <a:ext cx="169920" cy="398520"/>
              </a:xfrm>
              <a:custGeom>
                <a:avLst/>
                <a:gdLst/>
                <a:ahLst/>
                <a:rect l="l" t="t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fba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" name=""/>
              <p:cNvSpPr/>
              <p:nvPr/>
            </p:nvSpPr>
            <p:spPr>
              <a:xfrm>
                <a:off x="3282840" y="5850000"/>
                <a:ext cx="1324080" cy="236520"/>
              </a:xfrm>
              <a:custGeom>
                <a:avLst/>
                <a:gdLst/>
                <a:ahLst/>
                <a:rect l="l" t="t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" name=""/>
              <p:cNvSpPr/>
              <p:nvPr/>
            </p:nvSpPr>
            <p:spPr>
              <a:xfrm>
                <a:off x="2963880" y="6116760"/>
                <a:ext cx="270000" cy="730080"/>
              </a:xfrm>
              <a:custGeom>
                <a:avLst/>
                <a:gdLst/>
                <a:ahLst/>
                <a:rect l="l" t="t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"/>
              <p:cNvSpPr/>
              <p:nvPr/>
            </p:nvSpPr>
            <p:spPr>
              <a:xfrm>
                <a:off x="4684680" y="5954760"/>
                <a:ext cx="569880" cy="892080"/>
              </a:xfrm>
              <a:custGeom>
                <a:avLst/>
                <a:gdLst/>
                <a:ahLst/>
                <a:rect l="l" t="t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>
                <a:off x="3679920" y="5764320"/>
                <a:ext cx="1709640" cy="672840"/>
              </a:xfrm>
              <a:custGeom>
                <a:avLst/>
                <a:gdLst/>
                <a:ahLst/>
                <a:rect l="l" t="t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>
                <a:off x="5245200" y="6477120"/>
                <a:ext cx="153720" cy="369720"/>
              </a:xfrm>
              <a:custGeom>
                <a:avLst/>
                <a:gdLst/>
                <a:ahLst/>
                <a:rect l="l" t="t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>
                <a:off x="2819520" y="5830920"/>
                <a:ext cx="761760" cy="1015920"/>
              </a:xfrm>
              <a:custGeom>
                <a:avLst/>
                <a:gdLst/>
                <a:ahLst/>
                <a:rect l="l" t="t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4" name=""/>
            <p:cNvGrpSpPr/>
            <p:nvPr/>
          </p:nvGrpSpPr>
          <p:grpSpPr>
            <a:xfrm>
              <a:off x="6553080" y="5334120"/>
              <a:ext cx="2143080" cy="1301760"/>
              <a:chOff x="6553080" y="5334120"/>
              <a:chExt cx="2143080" cy="1301760"/>
            </a:xfrm>
          </p:grpSpPr>
          <p:sp>
            <p:nvSpPr>
              <p:cNvPr id="35" name=""/>
              <p:cNvSpPr/>
              <p:nvPr/>
            </p:nvSpPr>
            <p:spPr>
              <a:xfrm>
                <a:off x="6667560" y="5400720"/>
                <a:ext cx="1905120" cy="1158840"/>
              </a:xfrm>
              <a:custGeom>
                <a:avLst/>
                <a:gdLst/>
                <a:ahLst/>
                <a:rect l="l" t="t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"/>
              <p:cNvSpPr/>
              <p:nvPr/>
            </p:nvSpPr>
            <p:spPr>
              <a:xfrm>
                <a:off x="6553080" y="5343480"/>
                <a:ext cx="862200" cy="1168560"/>
              </a:xfrm>
              <a:custGeom>
                <a:avLst/>
                <a:gdLst/>
                <a:ahLst/>
                <a:rect l="l" t="t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"/>
              <p:cNvSpPr/>
              <p:nvPr/>
            </p:nvSpPr>
            <p:spPr>
              <a:xfrm>
                <a:off x="7607160" y="5334120"/>
                <a:ext cx="965520" cy="398520"/>
              </a:xfrm>
              <a:custGeom>
                <a:avLst/>
                <a:gdLst/>
                <a:ahLst/>
                <a:rect l="l" t="t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e8ee4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"/>
              <p:cNvSpPr/>
              <p:nvPr/>
            </p:nvSpPr>
            <p:spPr>
              <a:xfrm>
                <a:off x="8327880" y="6361200"/>
                <a:ext cx="112680" cy="83880"/>
              </a:xfrm>
              <a:custGeom>
                <a:avLst/>
                <a:gdLst/>
                <a:ahLst/>
                <a:rect l="l" t="t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7080" bIns="37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>
                <a:off x="7151760" y="6465960"/>
                <a:ext cx="1117440" cy="169920"/>
              </a:xfrm>
              <a:custGeom>
                <a:avLst/>
                <a:gdLst/>
                <a:ahLst/>
                <a:rect l="l" t="t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"/>
              <p:cNvSpPr/>
              <p:nvPr/>
            </p:nvSpPr>
            <p:spPr>
              <a:xfrm>
                <a:off x="8470800" y="5800680"/>
                <a:ext cx="225360" cy="539640"/>
              </a:xfrm>
              <a:custGeom>
                <a:avLst/>
                <a:gdLst/>
                <a:ahLst/>
                <a:rect l="l" t="t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"/>
              <p:cNvSpPr/>
              <p:nvPr/>
            </p:nvSpPr>
            <p:spPr>
              <a:xfrm>
                <a:off x="8034480" y="5753160"/>
                <a:ext cx="129960" cy="141120"/>
              </a:xfrm>
              <a:custGeom>
                <a:avLst/>
                <a:gdLst/>
                <a:ahLst/>
                <a:rect l="l" t="t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"/>
              <p:cNvSpPr/>
              <p:nvPr/>
            </p:nvSpPr>
            <p:spPr>
              <a:xfrm>
                <a:off x="7056360" y="5638680"/>
                <a:ext cx="1136880" cy="682920"/>
              </a:xfrm>
              <a:custGeom>
                <a:avLst/>
                <a:gdLst/>
                <a:ahLst/>
                <a:rect l="l" t="t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"/>
              <p:cNvSpPr/>
              <p:nvPr/>
            </p:nvSpPr>
            <p:spPr>
              <a:xfrm>
                <a:off x="6904080" y="5572080"/>
                <a:ext cx="1441440" cy="844560"/>
              </a:xfrm>
              <a:custGeom>
                <a:avLst/>
                <a:gdLst/>
                <a:ahLst/>
                <a:rect l="l" t="t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78be3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"/>
              <p:cNvSpPr/>
              <p:nvPr/>
            </p:nvSpPr>
            <p:spPr>
              <a:xfrm>
                <a:off x="7245360" y="5543640"/>
                <a:ext cx="577800" cy="102960"/>
              </a:xfrm>
              <a:custGeom>
                <a:avLst/>
                <a:gdLst/>
                <a:ahLst/>
                <a:rect l="l" t="t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"/>
              <p:cNvSpPr/>
              <p:nvPr/>
            </p:nvSpPr>
            <p:spPr>
              <a:xfrm>
                <a:off x="7085160" y="5648400"/>
                <a:ext cx="102960" cy="74520"/>
              </a:xfrm>
              <a:custGeom>
                <a:avLst/>
                <a:gdLst/>
                <a:ahLst/>
                <a:rect l="l" t="t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27720" bIns="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" name=""/>
              <p:cNvSpPr/>
              <p:nvPr/>
            </p:nvSpPr>
            <p:spPr>
              <a:xfrm>
                <a:off x="7216920" y="5727600"/>
                <a:ext cx="820440" cy="5050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" name=""/>
              <p:cNvSpPr/>
              <p:nvPr/>
            </p:nvSpPr>
            <p:spPr>
              <a:xfrm>
                <a:off x="7267680" y="5762520"/>
                <a:ext cx="706320" cy="428760"/>
              </a:xfrm>
              <a:prstGeom prst="ellipse">
                <a:avLst/>
              </a:pr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"/>
              <p:cNvSpPr/>
              <p:nvPr/>
            </p:nvSpPr>
            <p:spPr>
              <a:xfrm>
                <a:off x="7318440" y="5794200"/>
                <a:ext cx="611280" cy="36864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"/>
              <p:cNvSpPr/>
              <p:nvPr/>
            </p:nvSpPr>
            <p:spPr>
              <a:xfrm>
                <a:off x="7388280" y="5838840"/>
                <a:ext cx="471600" cy="27936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"/>
              <p:cNvSpPr/>
              <p:nvPr/>
            </p:nvSpPr>
            <p:spPr>
              <a:xfrm>
                <a:off x="7445520" y="5870520"/>
                <a:ext cx="350640" cy="21924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"/>
              <p:cNvSpPr/>
              <p:nvPr/>
            </p:nvSpPr>
            <p:spPr>
              <a:xfrm>
                <a:off x="7521480" y="5918040"/>
                <a:ext cx="198360" cy="127080"/>
              </a:xfrm>
              <a:prstGeom prst="ellipse">
                <a:avLst/>
              </a:prstGeom>
              <a:gradFill rotWithShape="0">
                <a:gsLst>
                  <a:gs pos="0">
                    <a:srgbClr val="0083db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3560" bIns="4356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2" name=""/>
            <p:cNvGrpSpPr/>
            <p:nvPr/>
          </p:nvGrpSpPr>
          <p:grpSpPr>
            <a:xfrm>
              <a:off x="8381880" y="4800600"/>
              <a:ext cx="673200" cy="407880"/>
              <a:chOff x="8381880" y="4800600"/>
              <a:chExt cx="673200" cy="407880"/>
            </a:xfrm>
          </p:grpSpPr>
          <p:sp>
            <p:nvSpPr>
              <p:cNvPr id="53" name=""/>
              <p:cNvSpPr/>
              <p:nvPr/>
            </p:nvSpPr>
            <p:spPr>
              <a:xfrm>
                <a:off x="8381880" y="5057640"/>
                <a:ext cx="606600" cy="150840"/>
              </a:xfrm>
              <a:custGeom>
                <a:avLst/>
                <a:gdLst/>
                <a:ahLst/>
                <a:rect l="l" t="t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"/>
              <p:cNvSpPr/>
              <p:nvPr/>
            </p:nvSpPr>
            <p:spPr>
              <a:xfrm>
                <a:off x="8437680" y="4800600"/>
                <a:ext cx="407880" cy="84240"/>
              </a:xfrm>
              <a:custGeom>
                <a:avLst/>
                <a:gdLst/>
                <a:ahLst/>
                <a:rect l="l" t="t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7440" bIns="3744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"/>
              <p:cNvSpPr/>
              <p:nvPr/>
            </p:nvSpPr>
            <p:spPr>
              <a:xfrm>
                <a:off x="8961480" y="4867200"/>
                <a:ext cx="93600" cy="246240"/>
              </a:xfrm>
              <a:custGeom>
                <a:avLst/>
                <a:gdLst/>
                <a:ahLst/>
                <a:rect l="l" t="t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"/>
              <p:cNvSpPr/>
              <p:nvPr/>
            </p:nvSpPr>
            <p:spPr>
              <a:xfrm>
                <a:off x="8532720" y="5153040"/>
                <a:ext cx="303480" cy="27000"/>
              </a:xfrm>
              <a:custGeom>
                <a:avLst/>
                <a:gdLst/>
                <a:ahLst/>
                <a:rect l="l" t="t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19800" bIns="-19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>
                <a:off x="8420040" y="4829040"/>
                <a:ext cx="254160" cy="293760"/>
              </a:xfrm>
              <a:custGeom>
                <a:avLst/>
                <a:gdLst/>
                <a:ahLst/>
                <a:rect l="l" t="t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8a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>
                <a:off x="8713800" y="4829040"/>
                <a:ext cx="293760" cy="331920"/>
              </a:xfrm>
              <a:custGeom>
                <a:avLst/>
                <a:gdLst/>
                <a:ahLst/>
                <a:rect l="l" t="t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8a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>
                <a:off x="8485200" y="4854600"/>
                <a:ext cx="473040" cy="293760"/>
              </a:xfrm>
              <a:custGeom>
                <a:avLst/>
                <a:gdLst/>
                <a:ahLst/>
                <a:rect l="l" t="t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60" name=""/>
              <p:cNvGrpSpPr/>
              <p:nvPr/>
            </p:nvGrpSpPr>
            <p:grpSpPr>
              <a:xfrm>
                <a:off x="8542440" y="4897440"/>
                <a:ext cx="358560" cy="208080"/>
                <a:chOff x="8542440" y="4897440"/>
                <a:chExt cx="358560" cy="208080"/>
              </a:xfrm>
            </p:grpSpPr>
            <p:sp>
              <p:nvSpPr>
                <p:cNvPr id="61" name=""/>
                <p:cNvSpPr/>
                <p:nvPr/>
              </p:nvSpPr>
              <p:spPr>
                <a:xfrm>
                  <a:off x="8542440" y="4897440"/>
                  <a:ext cx="358560" cy="2080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68ae"/>
                    </a:gs>
                    <a:gs pos="100000">
                      <a:srgbClr val="0088e4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2" name=""/>
                <p:cNvSpPr/>
                <p:nvPr/>
              </p:nvSpPr>
              <p:spPr>
                <a:xfrm>
                  <a:off x="8577360" y="4919760"/>
                  <a:ext cx="287280" cy="16020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88e4"/>
                    </a:gs>
                    <a:gs pos="100000">
                      <a:srgbClr val="0068ae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3" name=""/>
                <p:cNvSpPr/>
                <p:nvPr/>
              </p:nvSpPr>
              <p:spPr>
                <a:xfrm>
                  <a:off x="8621640" y="4935600"/>
                  <a:ext cx="196920" cy="1285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68ae"/>
                    </a:gs>
                    <a:gs pos="100000">
                      <a:srgbClr val="0088e4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4280" bIns="44280" anchor="ctr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4" name=""/>
                <p:cNvSpPr/>
                <p:nvPr/>
              </p:nvSpPr>
              <p:spPr>
                <a:xfrm>
                  <a:off x="8664480" y="4960800"/>
                  <a:ext cx="114480" cy="730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88e4"/>
                    </a:gs>
                    <a:gs pos="100000">
                      <a:srgbClr val="0068ae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5400" bIns="5400" anchor="ctr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7560"/>
            <a:ext cx="8228160" cy="113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814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dt" idx="1"/>
          </p:nvPr>
        </p:nvSpPr>
        <p:spPr>
          <a:xfrm>
            <a:off x="457200" y="6245280"/>
            <a:ext cx="213192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defRPr>
            </a:lvl1pPr>
          </a:lstStyle>
          <a:p>
            <a:pPr marL="216000" indent="-21600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ftr" idx="2"/>
          </p:nvPr>
        </p:nvSpPr>
        <p:spPr>
          <a:xfrm>
            <a:off x="3123720" y="6245280"/>
            <a:ext cx="289404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defRPr>
            </a:lvl1pPr>
          </a:lstStyle>
          <a:p>
            <a:pPr marL="216000" indent="-21600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sldNum" idx="3"/>
          </p:nvPr>
        </p:nvSpPr>
        <p:spPr>
          <a:xfrm>
            <a:off x="6552720" y="6245280"/>
            <a:ext cx="213228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defRPr>
            </a:lvl1pPr>
          </a:lstStyle>
          <a:p>
            <a:pPr marL="216000" indent="-21600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fld id="{DE0CE4E6-7526-4B8A-B306-C570FDB6B0F9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"/>
          <p:cNvGrpSpPr/>
          <p:nvPr/>
        </p:nvGrpSpPr>
        <p:grpSpPr>
          <a:xfrm>
            <a:off x="3240" y="4267080"/>
            <a:ext cx="9139320" cy="2589480"/>
            <a:chOff x="3240" y="4267080"/>
            <a:chExt cx="9139320" cy="2589480"/>
          </a:xfrm>
        </p:grpSpPr>
        <p:sp>
          <p:nvSpPr>
            <p:cNvPr id="71" name=""/>
            <p:cNvSpPr/>
            <p:nvPr/>
          </p:nvSpPr>
          <p:spPr>
            <a:xfrm>
              <a:off x="3240" y="4267080"/>
              <a:ext cx="9139320" cy="2589480"/>
            </a:xfrm>
            <a:custGeom>
              <a:avLst/>
              <a:gdLst/>
              <a:ahLst/>
              <a:rect l="l" t="t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rgbClr val="0068ae"/>
                </a:gs>
                <a:gs pos="100000">
                  <a:srgbClr val="0088e4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" name=""/>
            <p:cNvGrpSpPr/>
            <p:nvPr/>
          </p:nvGrpSpPr>
          <p:grpSpPr>
            <a:xfrm>
              <a:off x="5600880" y="5897520"/>
              <a:ext cx="1255680" cy="825480"/>
              <a:chOff x="5600880" y="5897520"/>
              <a:chExt cx="1255680" cy="825480"/>
            </a:xfrm>
          </p:grpSpPr>
          <p:sp>
            <p:nvSpPr>
              <p:cNvPr id="73" name=""/>
              <p:cNvSpPr/>
              <p:nvPr/>
            </p:nvSpPr>
            <p:spPr>
              <a:xfrm>
                <a:off x="5853240" y="6048360"/>
                <a:ext cx="842760" cy="5176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bce"/>
                  </a:gs>
                </a:gsLst>
                <a:path path="rect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>
                <a:off x="5916600" y="6095880"/>
                <a:ext cx="716040" cy="43524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>
                <a:off x="6005520" y="6146640"/>
                <a:ext cx="544680" cy="32724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>
                <a:off x="6068880" y="6184800"/>
                <a:ext cx="414360" cy="250920"/>
              </a:xfrm>
              <a:prstGeom prst="ellipse">
                <a:avLst/>
              </a:prstGeom>
              <a:gradFill rotWithShape="0">
                <a:gsLst>
                  <a:gs pos="0">
                    <a:srgbClr val="0083db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"/>
              <p:cNvSpPr/>
              <p:nvPr/>
            </p:nvSpPr>
            <p:spPr>
              <a:xfrm>
                <a:off x="6122880" y="6226200"/>
                <a:ext cx="303480" cy="1681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>
                <a:off x="5676840" y="5897520"/>
                <a:ext cx="606600" cy="254160"/>
              </a:xfrm>
              <a:custGeom>
                <a:avLst/>
                <a:gdLst/>
                <a:ahLst/>
                <a:rect l="l" t="t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>
                <a:off x="5867280" y="6620040"/>
                <a:ext cx="703440" cy="102960"/>
              </a:xfrm>
              <a:custGeom>
                <a:avLst/>
                <a:gdLst/>
                <a:ahLst/>
                <a:rect l="l" t="t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2c0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>
                <a:off x="5600880" y="6200640"/>
                <a:ext cx="139680" cy="341280"/>
              </a:xfrm>
              <a:custGeom>
                <a:avLst/>
                <a:gdLst/>
                <a:ahLst/>
                <a:rect l="l" t="t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>
                <a:off x="5667480" y="5945040"/>
                <a:ext cx="1189080" cy="730440"/>
              </a:xfrm>
              <a:custGeom>
                <a:avLst/>
                <a:gdLst/>
                <a:ahLst/>
                <a:rect l="l" t="t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path path="rect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>
                <a:off x="6410160" y="5907240"/>
                <a:ext cx="150840" cy="45720"/>
              </a:xfrm>
              <a:custGeom>
                <a:avLst/>
                <a:gdLst/>
                <a:ahLst/>
                <a:rect l="l" t="t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1080" bIns="-1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" name=""/>
              <p:cNvSpPr/>
              <p:nvPr/>
            </p:nvSpPr>
            <p:spPr>
              <a:xfrm>
                <a:off x="6208560" y="6267600"/>
                <a:ext cx="131760" cy="8244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11880" bIns="118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4" name=""/>
            <p:cNvGrpSpPr/>
            <p:nvPr/>
          </p:nvGrpSpPr>
          <p:grpSpPr>
            <a:xfrm>
              <a:off x="2819520" y="5764320"/>
              <a:ext cx="2579400" cy="1082520"/>
              <a:chOff x="2819520" y="5764320"/>
              <a:chExt cx="2579400" cy="1082520"/>
            </a:xfrm>
          </p:grpSpPr>
          <p:sp>
            <p:nvSpPr>
              <p:cNvPr id="85" name=""/>
              <p:cNvSpPr/>
              <p:nvPr/>
            </p:nvSpPr>
            <p:spPr>
              <a:xfrm>
                <a:off x="3600360" y="6245280"/>
                <a:ext cx="1011240" cy="5968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"/>
              <p:cNvSpPr/>
              <p:nvPr/>
            </p:nvSpPr>
            <p:spPr>
              <a:xfrm>
                <a:off x="3673440" y="6283440"/>
                <a:ext cx="860400" cy="52524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"/>
              <p:cNvSpPr/>
              <p:nvPr/>
            </p:nvSpPr>
            <p:spPr>
              <a:xfrm>
                <a:off x="3716280" y="6316560"/>
                <a:ext cx="793800" cy="47304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bce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" name=""/>
              <p:cNvSpPr/>
              <p:nvPr/>
            </p:nvSpPr>
            <p:spPr>
              <a:xfrm>
                <a:off x="3759120" y="6345360"/>
                <a:ext cx="703440" cy="40788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"/>
              <p:cNvSpPr/>
              <p:nvPr/>
            </p:nvSpPr>
            <p:spPr>
              <a:xfrm>
                <a:off x="3786120" y="6357960"/>
                <a:ext cx="654120" cy="37944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" name=""/>
              <p:cNvSpPr/>
              <p:nvPr/>
            </p:nvSpPr>
            <p:spPr>
              <a:xfrm>
                <a:off x="3868560" y="6391440"/>
                <a:ext cx="484200" cy="30312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"/>
              <p:cNvSpPr/>
              <p:nvPr/>
            </p:nvSpPr>
            <p:spPr>
              <a:xfrm>
                <a:off x="3930480" y="6438960"/>
                <a:ext cx="358920" cy="21276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"/>
              <p:cNvSpPr/>
              <p:nvPr/>
            </p:nvSpPr>
            <p:spPr>
              <a:xfrm>
                <a:off x="4035600" y="6504120"/>
                <a:ext cx="141120" cy="9360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19440" bIns="1944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"/>
              <p:cNvSpPr/>
              <p:nvPr/>
            </p:nvSpPr>
            <p:spPr>
              <a:xfrm>
                <a:off x="4103640" y="6067440"/>
                <a:ext cx="711360" cy="293760"/>
              </a:xfrm>
              <a:custGeom>
                <a:avLst/>
                <a:gdLst/>
                <a:ahLst/>
                <a:rect l="l" t="t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"/>
              <p:cNvSpPr/>
              <p:nvPr/>
            </p:nvSpPr>
            <p:spPr>
              <a:xfrm>
                <a:off x="3400560" y="6114960"/>
                <a:ext cx="1414440" cy="731880"/>
              </a:xfrm>
              <a:custGeom>
                <a:avLst/>
                <a:gdLst/>
                <a:ahLst/>
                <a:rect l="l" t="t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2c0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" name=""/>
              <p:cNvSpPr/>
              <p:nvPr/>
            </p:nvSpPr>
            <p:spPr>
              <a:xfrm>
                <a:off x="3305160" y="6076800"/>
                <a:ext cx="644400" cy="770040"/>
              </a:xfrm>
              <a:custGeom>
                <a:avLst/>
                <a:gdLst/>
                <a:ahLst/>
                <a:rect l="l" t="t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"/>
              <p:cNvSpPr/>
              <p:nvPr/>
            </p:nvSpPr>
            <p:spPr>
              <a:xfrm>
                <a:off x="4741920" y="6419880"/>
                <a:ext cx="169920" cy="398520"/>
              </a:xfrm>
              <a:custGeom>
                <a:avLst/>
                <a:gdLst/>
                <a:ahLst/>
                <a:rect l="l" t="t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fba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" name=""/>
              <p:cNvSpPr/>
              <p:nvPr/>
            </p:nvSpPr>
            <p:spPr>
              <a:xfrm>
                <a:off x="3282840" y="5850000"/>
                <a:ext cx="1324080" cy="236520"/>
              </a:xfrm>
              <a:custGeom>
                <a:avLst/>
                <a:gdLst/>
                <a:ahLst/>
                <a:rect l="l" t="t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" name=""/>
              <p:cNvSpPr/>
              <p:nvPr/>
            </p:nvSpPr>
            <p:spPr>
              <a:xfrm>
                <a:off x="2963880" y="6116760"/>
                <a:ext cx="270000" cy="730080"/>
              </a:xfrm>
              <a:custGeom>
                <a:avLst/>
                <a:gdLst/>
                <a:ahLst/>
                <a:rect l="l" t="t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"/>
              <p:cNvSpPr/>
              <p:nvPr/>
            </p:nvSpPr>
            <p:spPr>
              <a:xfrm>
                <a:off x="4684680" y="5954760"/>
                <a:ext cx="569880" cy="892080"/>
              </a:xfrm>
              <a:custGeom>
                <a:avLst/>
                <a:gdLst/>
                <a:ahLst/>
                <a:rect l="l" t="t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"/>
              <p:cNvSpPr/>
              <p:nvPr/>
            </p:nvSpPr>
            <p:spPr>
              <a:xfrm>
                <a:off x="3679920" y="5764320"/>
                <a:ext cx="1709640" cy="672840"/>
              </a:xfrm>
              <a:custGeom>
                <a:avLst/>
                <a:gdLst/>
                <a:ahLst/>
                <a:rect l="l" t="t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"/>
              <p:cNvSpPr/>
              <p:nvPr/>
            </p:nvSpPr>
            <p:spPr>
              <a:xfrm>
                <a:off x="5245200" y="6477120"/>
                <a:ext cx="153720" cy="369720"/>
              </a:xfrm>
              <a:custGeom>
                <a:avLst/>
                <a:gdLst/>
                <a:ahLst/>
                <a:rect l="l" t="t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"/>
              <p:cNvSpPr/>
              <p:nvPr/>
            </p:nvSpPr>
            <p:spPr>
              <a:xfrm>
                <a:off x="2819520" y="5830920"/>
                <a:ext cx="761760" cy="1015920"/>
              </a:xfrm>
              <a:custGeom>
                <a:avLst/>
                <a:gdLst/>
                <a:ahLst/>
                <a:rect l="l" t="t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3" name=""/>
            <p:cNvGrpSpPr/>
            <p:nvPr/>
          </p:nvGrpSpPr>
          <p:grpSpPr>
            <a:xfrm>
              <a:off x="6553080" y="5334120"/>
              <a:ext cx="2143080" cy="1301760"/>
              <a:chOff x="6553080" y="5334120"/>
              <a:chExt cx="2143080" cy="1301760"/>
            </a:xfrm>
          </p:grpSpPr>
          <p:sp>
            <p:nvSpPr>
              <p:cNvPr id="104" name=""/>
              <p:cNvSpPr/>
              <p:nvPr/>
            </p:nvSpPr>
            <p:spPr>
              <a:xfrm>
                <a:off x="6667560" y="5400720"/>
                <a:ext cx="1905120" cy="1158840"/>
              </a:xfrm>
              <a:custGeom>
                <a:avLst/>
                <a:gdLst/>
                <a:ahLst/>
                <a:rect l="l" t="t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" name=""/>
              <p:cNvSpPr/>
              <p:nvPr/>
            </p:nvSpPr>
            <p:spPr>
              <a:xfrm>
                <a:off x="6553080" y="5343480"/>
                <a:ext cx="862200" cy="1168560"/>
              </a:xfrm>
              <a:custGeom>
                <a:avLst/>
                <a:gdLst/>
                <a:ahLst/>
                <a:rect l="l" t="t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"/>
              <p:cNvSpPr/>
              <p:nvPr/>
            </p:nvSpPr>
            <p:spPr>
              <a:xfrm>
                <a:off x="7607160" y="5334120"/>
                <a:ext cx="965520" cy="398520"/>
              </a:xfrm>
              <a:custGeom>
                <a:avLst/>
                <a:gdLst/>
                <a:ahLst/>
                <a:rect l="l" t="t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e8ee4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" name=""/>
              <p:cNvSpPr/>
              <p:nvPr/>
            </p:nvSpPr>
            <p:spPr>
              <a:xfrm>
                <a:off x="8327880" y="6361200"/>
                <a:ext cx="112680" cy="83880"/>
              </a:xfrm>
              <a:custGeom>
                <a:avLst/>
                <a:gdLst/>
                <a:ahLst/>
                <a:rect l="l" t="t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7080" bIns="37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" name=""/>
              <p:cNvSpPr/>
              <p:nvPr/>
            </p:nvSpPr>
            <p:spPr>
              <a:xfrm>
                <a:off x="7151760" y="6465960"/>
                <a:ext cx="1117440" cy="169920"/>
              </a:xfrm>
              <a:custGeom>
                <a:avLst/>
                <a:gdLst/>
                <a:ahLst/>
                <a:rect l="l" t="t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"/>
              <p:cNvSpPr/>
              <p:nvPr/>
            </p:nvSpPr>
            <p:spPr>
              <a:xfrm>
                <a:off x="8470800" y="5800680"/>
                <a:ext cx="225360" cy="539640"/>
              </a:xfrm>
              <a:custGeom>
                <a:avLst/>
                <a:gdLst/>
                <a:ahLst/>
                <a:rect l="l" t="t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" name=""/>
              <p:cNvSpPr/>
              <p:nvPr/>
            </p:nvSpPr>
            <p:spPr>
              <a:xfrm>
                <a:off x="8034480" y="5753160"/>
                <a:ext cx="129960" cy="141120"/>
              </a:xfrm>
              <a:custGeom>
                <a:avLst/>
                <a:gdLst/>
                <a:ahLst/>
                <a:rect l="l" t="t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" name=""/>
              <p:cNvSpPr/>
              <p:nvPr/>
            </p:nvSpPr>
            <p:spPr>
              <a:xfrm>
                <a:off x="7056360" y="5638680"/>
                <a:ext cx="1136880" cy="682920"/>
              </a:xfrm>
              <a:custGeom>
                <a:avLst/>
                <a:gdLst/>
                <a:ahLst/>
                <a:rect l="l" t="t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>
                <a:off x="6904080" y="5572080"/>
                <a:ext cx="1441440" cy="844560"/>
              </a:xfrm>
              <a:custGeom>
                <a:avLst/>
                <a:gdLst/>
                <a:ahLst/>
                <a:rect l="l" t="t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78be3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>
                <a:off x="7245360" y="5543640"/>
                <a:ext cx="577800" cy="102960"/>
              </a:xfrm>
              <a:custGeom>
                <a:avLst/>
                <a:gdLst/>
                <a:ahLst/>
                <a:rect l="l" t="t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>
                <a:off x="7085160" y="5648400"/>
                <a:ext cx="102960" cy="74520"/>
              </a:xfrm>
              <a:custGeom>
                <a:avLst/>
                <a:gdLst/>
                <a:ahLst/>
                <a:rect l="l" t="t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27720" bIns="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>
                <a:off x="7216920" y="5727600"/>
                <a:ext cx="820440" cy="5050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" name=""/>
              <p:cNvSpPr/>
              <p:nvPr/>
            </p:nvSpPr>
            <p:spPr>
              <a:xfrm>
                <a:off x="7267680" y="5762520"/>
                <a:ext cx="706320" cy="428760"/>
              </a:xfrm>
              <a:prstGeom prst="ellipse">
                <a:avLst/>
              </a:pr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" name=""/>
              <p:cNvSpPr/>
              <p:nvPr/>
            </p:nvSpPr>
            <p:spPr>
              <a:xfrm>
                <a:off x="7318440" y="5794200"/>
                <a:ext cx="611280" cy="36864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" name=""/>
              <p:cNvSpPr/>
              <p:nvPr/>
            </p:nvSpPr>
            <p:spPr>
              <a:xfrm>
                <a:off x="7388280" y="5838840"/>
                <a:ext cx="471600" cy="27936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"/>
              <p:cNvSpPr/>
              <p:nvPr/>
            </p:nvSpPr>
            <p:spPr>
              <a:xfrm>
                <a:off x="7445520" y="5870520"/>
                <a:ext cx="350640" cy="21924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"/>
              <p:cNvSpPr/>
              <p:nvPr/>
            </p:nvSpPr>
            <p:spPr>
              <a:xfrm>
                <a:off x="7521480" y="5918040"/>
                <a:ext cx="198360" cy="127080"/>
              </a:xfrm>
              <a:prstGeom prst="ellipse">
                <a:avLst/>
              </a:prstGeom>
              <a:gradFill rotWithShape="0">
                <a:gsLst>
                  <a:gs pos="0">
                    <a:srgbClr val="0083db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3560" bIns="4356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1" name=""/>
            <p:cNvGrpSpPr/>
            <p:nvPr/>
          </p:nvGrpSpPr>
          <p:grpSpPr>
            <a:xfrm>
              <a:off x="8381880" y="4800600"/>
              <a:ext cx="673200" cy="407880"/>
              <a:chOff x="8381880" y="4800600"/>
              <a:chExt cx="673200" cy="407880"/>
            </a:xfrm>
          </p:grpSpPr>
          <p:sp>
            <p:nvSpPr>
              <p:cNvPr id="122" name=""/>
              <p:cNvSpPr/>
              <p:nvPr/>
            </p:nvSpPr>
            <p:spPr>
              <a:xfrm>
                <a:off x="8381880" y="5057640"/>
                <a:ext cx="606600" cy="150840"/>
              </a:xfrm>
              <a:custGeom>
                <a:avLst/>
                <a:gdLst/>
                <a:ahLst/>
                <a:rect l="l" t="t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"/>
              <p:cNvSpPr/>
              <p:nvPr/>
            </p:nvSpPr>
            <p:spPr>
              <a:xfrm>
                <a:off x="8437680" y="4800600"/>
                <a:ext cx="407880" cy="84240"/>
              </a:xfrm>
              <a:custGeom>
                <a:avLst/>
                <a:gdLst/>
                <a:ahLst/>
                <a:rect l="l" t="t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7440" bIns="3744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"/>
              <p:cNvSpPr/>
              <p:nvPr/>
            </p:nvSpPr>
            <p:spPr>
              <a:xfrm>
                <a:off x="8961480" y="4867200"/>
                <a:ext cx="93600" cy="246240"/>
              </a:xfrm>
              <a:custGeom>
                <a:avLst/>
                <a:gdLst/>
                <a:ahLst/>
                <a:rect l="l" t="t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"/>
              <p:cNvSpPr/>
              <p:nvPr/>
            </p:nvSpPr>
            <p:spPr>
              <a:xfrm>
                <a:off x="8532720" y="5153040"/>
                <a:ext cx="303480" cy="27000"/>
              </a:xfrm>
              <a:custGeom>
                <a:avLst/>
                <a:gdLst/>
                <a:ahLst/>
                <a:rect l="l" t="t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19800" bIns="-19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"/>
              <p:cNvSpPr/>
              <p:nvPr/>
            </p:nvSpPr>
            <p:spPr>
              <a:xfrm>
                <a:off x="8420040" y="4829040"/>
                <a:ext cx="254160" cy="293760"/>
              </a:xfrm>
              <a:custGeom>
                <a:avLst/>
                <a:gdLst/>
                <a:ahLst/>
                <a:rect l="l" t="t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8a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"/>
              <p:cNvSpPr/>
              <p:nvPr/>
            </p:nvSpPr>
            <p:spPr>
              <a:xfrm>
                <a:off x="8713800" y="4829040"/>
                <a:ext cx="293760" cy="331920"/>
              </a:xfrm>
              <a:custGeom>
                <a:avLst/>
                <a:gdLst/>
                <a:ahLst/>
                <a:rect l="l" t="t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8a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"/>
              <p:cNvSpPr/>
              <p:nvPr/>
            </p:nvSpPr>
            <p:spPr>
              <a:xfrm>
                <a:off x="8485200" y="4854600"/>
                <a:ext cx="473040" cy="293760"/>
              </a:xfrm>
              <a:custGeom>
                <a:avLst/>
                <a:gdLst/>
                <a:ahLst/>
                <a:rect l="l" t="t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29" name=""/>
              <p:cNvGrpSpPr/>
              <p:nvPr/>
            </p:nvGrpSpPr>
            <p:grpSpPr>
              <a:xfrm>
                <a:off x="8542440" y="4897440"/>
                <a:ext cx="358560" cy="208080"/>
                <a:chOff x="8542440" y="4897440"/>
                <a:chExt cx="358560" cy="208080"/>
              </a:xfrm>
            </p:grpSpPr>
            <p:sp>
              <p:nvSpPr>
                <p:cNvPr id="130" name=""/>
                <p:cNvSpPr/>
                <p:nvPr/>
              </p:nvSpPr>
              <p:spPr>
                <a:xfrm>
                  <a:off x="8542440" y="4897440"/>
                  <a:ext cx="358560" cy="2080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68ae"/>
                    </a:gs>
                    <a:gs pos="100000">
                      <a:srgbClr val="0088e4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1" name=""/>
                <p:cNvSpPr/>
                <p:nvPr/>
              </p:nvSpPr>
              <p:spPr>
                <a:xfrm>
                  <a:off x="8577360" y="4919760"/>
                  <a:ext cx="287280" cy="16020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88e4"/>
                    </a:gs>
                    <a:gs pos="100000">
                      <a:srgbClr val="0068ae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2" name=""/>
                <p:cNvSpPr/>
                <p:nvPr/>
              </p:nvSpPr>
              <p:spPr>
                <a:xfrm>
                  <a:off x="8621640" y="4935600"/>
                  <a:ext cx="196920" cy="1285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68ae"/>
                    </a:gs>
                    <a:gs pos="100000">
                      <a:srgbClr val="0088e4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4280" bIns="44280" anchor="ctr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3" name=""/>
                <p:cNvSpPr/>
                <p:nvPr/>
              </p:nvSpPr>
              <p:spPr>
                <a:xfrm>
                  <a:off x="8664480" y="4960800"/>
                  <a:ext cx="114480" cy="730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88e4"/>
                    </a:gs>
                    <a:gs pos="100000">
                      <a:srgbClr val="0068ae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5400" bIns="5400" anchor="ctr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85800" y="1692360"/>
            <a:ext cx="7770960" cy="173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5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dt" idx="4"/>
          </p:nvPr>
        </p:nvSpPr>
        <p:spPr>
          <a:xfrm>
            <a:off x="457200" y="6248160"/>
            <a:ext cx="2131920" cy="45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defRPr>
            </a:lvl1pPr>
          </a:lstStyle>
          <a:p>
            <a:pPr marL="216000" indent="-21600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ftr" idx="5"/>
          </p:nvPr>
        </p:nvSpPr>
        <p:spPr>
          <a:xfrm>
            <a:off x="3123720" y="6248160"/>
            <a:ext cx="2894040" cy="45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defRPr>
            </a:lvl1pPr>
          </a:lstStyle>
          <a:p>
            <a:pPr marL="216000" indent="-21600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 type="sldNum" idx="6"/>
          </p:nvPr>
        </p:nvSpPr>
        <p:spPr>
          <a:xfrm>
            <a:off x="6552720" y="6248160"/>
            <a:ext cx="2132280" cy="45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defRPr>
            </a:lvl1pPr>
          </a:lstStyle>
          <a:p>
            <a:pPr marL="216000" indent="-21600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fld id="{5E660CDE-409E-45FC-9A1D-B49C811A1764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43080" indent="-343080" algn="ctr">
              <a:spcBef>
                <a:spcPts val="814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algn="ctr">
              <a:spcBef>
                <a:spcPts val="711"/>
              </a:spcBef>
              <a:spcAft>
                <a:spcPts val="11"/>
              </a:spcAft>
              <a:tabLst>
                <a:tab algn="l" pos="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  <a:tab algn="l" pos="943452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algn="ctr"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  <a:tab algn="l" pos="9434520"/>
                <a:tab algn="l" pos="98838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algn="ctr">
              <a:spcBef>
                <a:spcPts val="513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  <a:tab algn="l" pos="9434520"/>
                <a:tab algn="l" pos="9883800"/>
                <a:tab algn="l" pos="1033308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algn="ctr">
              <a:spcBef>
                <a:spcPts val="513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>
            <a:off x="1066680" y="1600200"/>
            <a:ext cx="7315200" cy="12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2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200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2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i="1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O BONDOSO AMIGO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360000" y="2700000"/>
            <a:ext cx="8458200" cy="472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Quão bondoso amigo é Cristo!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Carregou co`a nossa dor,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E nos manda que levemos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Os cuidados ao Senhor.</a:t>
            </a:r>
            <a:br>
              <a:rPr sz="6000"/>
            </a:br>
            <a:endParaRPr b="0" lang="pt-BR" sz="6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080" y="2339640"/>
            <a:ext cx="8458200" cy="51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Falta ao coração dorido.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Gozo, paz, consolação?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Isso é porque não levamos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Tudo a Deus em oração.</a:t>
            </a:r>
            <a:br>
              <a:rPr sz="6000"/>
            </a:br>
            <a:endParaRPr b="0" lang="pt-BR" sz="6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78920" y="2519280"/>
            <a:ext cx="845820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Tu estás fraco e carregado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De cuidados e temor?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A Jesus, refúgio eterno,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Vai com fé teu mal expor!</a:t>
            </a:r>
            <a:br>
              <a:rPr sz="6000"/>
            </a:br>
            <a:endParaRPr b="0" lang="pt-BR" sz="6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242640" y="2495160"/>
            <a:ext cx="8458200" cy="51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Teus amigos te desprezam?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Conta-Lhe isso em oração,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E com Seu amor tão terno,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Paz terás no coração.</a:t>
            </a:r>
            <a:br>
              <a:rPr sz="6000"/>
            </a:br>
            <a:endParaRPr b="0" lang="pt-BR" sz="6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78920" y="2339640"/>
            <a:ext cx="8458200" cy="51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Cristo é verdadeiro amigo,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Disto provas nos mostrou,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Quando p’ra levar consigo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O culpado encarnou.</a:t>
            </a:r>
            <a:br>
              <a:rPr sz="6000"/>
            </a:br>
            <a:endParaRPr b="0" lang="pt-BR" sz="6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91800" y="2185920"/>
            <a:ext cx="845820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en-US" sz="58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Derramou Seu sangue puro</a:t>
            </a:r>
            <a:br>
              <a:rPr sz="5800"/>
            </a:br>
            <a:r>
              <a:rPr b="0" lang="en-US" sz="58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Nossa mancha p’ra lavar;</a:t>
            </a:r>
            <a:br>
              <a:rPr sz="5800"/>
            </a:br>
            <a:r>
              <a:rPr b="0" lang="en-US" sz="58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Gozo em vida e no futuro</a:t>
            </a:r>
            <a:br>
              <a:rPr sz="5800"/>
            </a:br>
            <a:r>
              <a:rPr b="0" lang="en-US" sz="58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NEle podemos alcançar.</a:t>
            </a:r>
            <a:br>
              <a:rPr sz="5800"/>
            </a:br>
            <a:endParaRPr b="0" lang="pt-BR" sz="58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2005-01-13T20:11:52Z</dcterms:created>
  <dc:creator>Heliezer de Bem</dc:creator>
  <dc:description/>
  <dc:language>pt-BR</dc:language>
  <cp:lastModifiedBy/>
  <dcterms:modified xsi:type="dcterms:W3CDTF">2025-07-27T19:26:34Z</dcterms:modified>
  <cp:revision>11</cp:revision>
  <dc:subject/>
  <dc:title>Um pendão vos entregou o Rei A vós, soldados seus; Corajosos, pois, em tudo o defendei, Marchando para os céus.</dc:title>
</cp:coreProperties>
</file>