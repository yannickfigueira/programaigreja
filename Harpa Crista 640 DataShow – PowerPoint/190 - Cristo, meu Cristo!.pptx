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00E334-6C72-4AED-A3A1-134CBC4879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C5FF1D-D2B5-4C2C-AC90-70BCCCB94E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12672E-2DE5-410D-B414-CA6C943D607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CRISTO! MEU CRISTO!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quanto fez Jesus por mim!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Salvou-me do pecado!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à morte (triste fim),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Amou-me o bem amado.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Deus, o Pai,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está Jesus, meu Advogado;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Morada me concederá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glória, com o amado.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Cristo! meu Cristo!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é doce, amado!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ver-te, face a face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 bem amado.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Defende como protetor,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Segura o pé cansado;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sobre mim, com terno amor.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Vigia o bem amado.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humilde petição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com agrado;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Tranqüilo e débil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Repousa em Ti, Amado.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Cristo! meu Cristo!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é doce, amado!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ver-te, face a face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 bem amado.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2005-12-23T14:30:40Z</dcterms:created>
  <dc:creator>Junior</dc:creator>
  <dc:description/>
  <dc:language>pt-BR</dc:language>
  <cp:lastModifiedBy>Junior</cp:lastModifiedBy>
  <dcterms:modified xsi:type="dcterms:W3CDTF">2005-12-23T14:30:50Z</dcterms:modified>
  <cp:revision>1</cp:revision>
  <dc:subject/>
  <dc:title>190 CRISTO! MEU CRISTO! </dc:title>
</cp:coreProperties>
</file>