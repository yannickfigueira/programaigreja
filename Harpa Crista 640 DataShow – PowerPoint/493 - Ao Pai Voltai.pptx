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A7C0A8-ACA3-47ED-B641-642CC2CDE4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ADED90-3473-46A8-8F9A-72D67EA82C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B5E7A55-1D89-43AD-A702-8C04B1D26A8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493 – Ao Pai Voltai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Pai voltai, vós que chorais,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Voltai ao lar paterno;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lá Jesus, em santa luz,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Vos dá um gozo eterno!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Pai voltai, voltai ao lar eterno;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Deus tomai, ao vosso lar paterno.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O Pai está ansioso lá,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quer vos ver a salvo;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Tereis então a salvação Se Cristo for o alvo!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O mal deixai e regressei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o lar do Pai glorioso,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Então, assim, sereis enfim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sempre mui ditoso.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 Não recuseis, mas escolhei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Cristo, o vero trilho;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Voltai ao lar, pra lá morar,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Deus e com Seu Filho.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2005-12-24T19:21:56Z</dcterms:created>
  <dc:creator>Junior</dc:creator>
  <dc:description/>
  <dc:language>pt-BR</dc:language>
  <cp:lastModifiedBy>Junior</cp:lastModifiedBy>
  <dcterms:modified xsi:type="dcterms:W3CDTF">2005-12-24T19:21:58Z</dcterms:modified>
  <cp:revision>1</cp:revision>
  <dc:subject/>
  <dc:title>493 – Ao Pai Voltai </dc:title>
</cp:coreProperties>
</file>