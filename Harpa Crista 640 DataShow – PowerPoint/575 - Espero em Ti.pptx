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FEE3CD-B1B4-4891-91CA-BF02579254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FEEF01-0A83-4980-BA62-A262C2006A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754FD4-D0FA-40E9-B9BF-C222EBEC958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575 – Espero em Ti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só espero em ti,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Cordeiro, que por mim,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Foste à cruz.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minha 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Dá-me a tua mão,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 meu coração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santa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Dá-me consolação,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Guarda meu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grande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sangue carmesim,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na cruz por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eu viva para ti,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muito ardor!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trilha seguirei,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provas eu terei.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guia sê.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mal vem me livrar: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Puro me conservar!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sempre vou cantar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louvor.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2005-12-26T22:41:43Z</dcterms:created>
  <dc:creator>Junior</dc:creator>
  <dc:description/>
  <dc:language>pt-BR</dc:language>
  <cp:lastModifiedBy>Junior</cp:lastModifiedBy>
  <dcterms:modified xsi:type="dcterms:W3CDTF">2005-12-26T22:41:45Z</dcterms:modified>
  <cp:revision>1</cp:revision>
  <dc:subject/>
  <dc:title>575 – Espero em Ti   </dc:title>
</cp:coreProperties>
</file>