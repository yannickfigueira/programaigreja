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bg>
      <p:bgPr>
        <a:gradFill rotWithShape="0">
          <a:gsLst>
            <a:gs pos="0">
              <a:srgbClr val="5a5c6c"/>
            </a:gs>
            <a:gs pos="100000">
              <a:srgbClr val="515361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"/>
          <p:cNvGrpSpPr/>
          <p:nvPr/>
        </p:nvGrpSpPr>
        <p:grpSpPr>
          <a:xfrm>
            <a:off x="3600" y="1422360"/>
            <a:ext cx="9143640" cy="5435640"/>
            <a:chOff x="3600" y="1422360"/>
            <a:chExt cx="9143640" cy="5435640"/>
          </a:xfrm>
        </p:grpSpPr>
        <p:grpSp>
          <p:nvGrpSpPr>
            <p:cNvPr id="1" name=""/>
            <p:cNvGrpSpPr/>
            <p:nvPr/>
          </p:nvGrpSpPr>
          <p:grpSpPr>
            <a:xfrm>
              <a:off x="31680" y="1422360"/>
              <a:ext cx="9115560" cy="5435640"/>
              <a:chOff x="31680" y="1422360"/>
              <a:chExt cx="9115560" cy="5435640"/>
            </a:xfrm>
          </p:grpSpPr>
          <p:sp>
            <p:nvSpPr>
              <p:cNvPr id="2" name=""/>
              <p:cNvSpPr/>
              <p:nvPr/>
            </p:nvSpPr>
            <p:spPr>
              <a:xfrm>
                <a:off x="2220840" y="1771560"/>
                <a:ext cx="4469040" cy="3349800"/>
              </a:xfrm>
              <a:custGeom>
                <a:avLst/>
                <a:gdLst/>
                <a:ahLst/>
                <a:rect l="l" t="t" r="r" b="b"/>
                <a:pathLst>
                  <a:path w="2815" h="2110">
                    <a:moveTo>
                      <a:pt x="950" y="85"/>
                    </a:moveTo>
                    <a:lnTo>
                      <a:pt x="628" y="438"/>
                    </a:lnTo>
                    <a:lnTo>
                      <a:pt x="66" y="471"/>
                    </a:lnTo>
                    <a:lnTo>
                      <a:pt x="0" y="627"/>
                    </a:lnTo>
                    <a:lnTo>
                      <a:pt x="372" y="1026"/>
                    </a:lnTo>
                    <a:lnTo>
                      <a:pt x="611" y="902"/>
                    </a:lnTo>
                    <a:lnTo>
                      <a:pt x="992" y="1085"/>
                    </a:lnTo>
                    <a:lnTo>
                      <a:pt x="1116" y="1339"/>
                    </a:lnTo>
                    <a:lnTo>
                      <a:pt x="1083" y="1450"/>
                    </a:lnTo>
                    <a:lnTo>
                      <a:pt x="1124" y="1659"/>
                    </a:lnTo>
                    <a:lnTo>
                      <a:pt x="1149" y="1999"/>
                    </a:lnTo>
                    <a:lnTo>
                      <a:pt x="1463" y="2110"/>
                    </a:lnTo>
                    <a:lnTo>
                      <a:pt x="1686" y="2025"/>
                    </a:lnTo>
                    <a:lnTo>
                      <a:pt x="1603" y="1777"/>
                    </a:lnTo>
                    <a:lnTo>
                      <a:pt x="1991" y="1555"/>
                    </a:lnTo>
                    <a:lnTo>
                      <a:pt x="2281" y="1542"/>
                    </a:lnTo>
                    <a:lnTo>
                      <a:pt x="2446" y="1359"/>
                    </a:lnTo>
                    <a:lnTo>
                      <a:pt x="2361" y="1001"/>
                    </a:lnTo>
                    <a:lnTo>
                      <a:pt x="2606" y="893"/>
                    </a:lnTo>
                    <a:lnTo>
                      <a:pt x="2815" y="454"/>
                    </a:lnTo>
                    <a:lnTo>
                      <a:pt x="2518" y="0"/>
                    </a:lnTo>
                  </a:path>
                </a:pathLst>
              </a:custGeom>
              <a:noFill/>
              <a:ln w="1512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" name=""/>
              <p:cNvSpPr/>
              <p:nvPr/>
            </p:nvSpPr>
            <p:spPr>
              <a:xfrm>
                <a:off x="1066680" y="1771560"/>
                <a:ext cx="6296040" cy="3756240"/>
              </a:xfrm>
              <a:custGeom>
                <a:avLst/>
                <a:gdLst/>
                <a:ahLst/>
                <a:rect l="l" t="t" r="r" b="b"/>
                <a:pathLst>
                  <a:path w="3966" h="2366">
                    <a:moveTo>
                      <a:pt x="1423" y="65"/>
                    </a:moveTo>
                    <a:lnTo>
                      <a:pt x="1148" y="262"/>
                    </a:lnTo>
                    <a:lnTo>
                      <a:pt x="934" y="216"/>
                    </a:lnTo>
                    <a:lnTo>
                      <a:pt x="529" y="314"/>
                    </a:lnTo>
                    <a:lnTo>
                      <a:pt x="174" y="327"/>
                    </a:lnTo>
                    <a:lnTo>
                      <a:pt x="0" y="628"/>
                    </a:lnTo>
                    <a:lnTo>
                      <a:pt x="91" y="726"/>
                    </a:lnTo>
                    <a:lnTo>
                      <a:pt x="231" y="654"/>
                    </a:lnTo>
                    <a:lnTo>
                      <a:pt x="430" y="687"/>
                    </a:lnTo>
                    <a:lnTo>
                      <a:pt x="504" y="850"/>
                    </a:lnTo>
                    <a:lnTo>
                      <a:pt x="347" y="1020"/>
                    </a:lnTo>
                    <a:lnTo>
                      <a:pt x="529" y="1144"/>
                    </a:lnTo>
                    <a:lnTo>
                      <a:pt x="727" y="1105"/>
                    </a:lnTo>
                    <a:lnTo>
                      <a:pt x="901" y="1216"/>
                    </a:lnTo>
                    <a:lnTo>
                      <a:pt x="1256" y="1229"/>
                    </a:lnTo>
                    <a:lnTo>
                      <a:pt x="1611" y="1425"/>
                    </a:lnTo>
                    <a:lnTo>
                      <a:pt x="1694" y="1673"/>
                    </a:lnTo>
                    <a:lnTo>
                      <a:pt x="1619" y="2118"/>
                    </a:lnTo>
                    <a:lnTo>
                      <a:pt x="1694" y="2268"/>
                    </a:lnTo>
                    <a:lnTo>
                      <a:pt x="2132" y="2242"/>
                    </a:lnTo>
                    <a:lnTo>
                      <a:pt x="2289" y="2366"/>
                    </a:lnTo>
                    <a:lnTo>
                      <a:pt x="2594" y="2046"/>
                    </a:lnTo>
                    <a:lnTo>
                      <a:pt x="2537" y="1817"/>
                    </a:lnTo>
                    <a:lnTo>
                      <a:pt x="2818" y="1673"/>
                    </a:lnTo>
                    <a:lnTo>
                      <a:pt x="3016" y="1719"/>
                    </a:lnTo>
                    <a:lnTo>
                      <a:pt x="3280" y="1615"/>
                    </a:lnTo>
                    <a:lnTo>
                      <a:pt x="3405" y="1174"/>
                    </a:lnTo>
                    <a:lnTo>
                      <a:pt x="3643" y="922"/>
                    </a:lnTo>
                    <a:lnTo>
                      <a:pt x="3966" y="896"/>
                    </a:lnTo>
                    <a:lnTo>
                      <a:pt x="3908" y="733"/>
                    </a:lnTo>
                    <a:lnTo>
                      <a:pt x="3669" y="563"/>
                    </a:lnTo>
                    <a:lnTo>
                      <a:pt x="3817" y="210"/>
                    </a:lnTo>
                    <a:lnTo>
                      <a:pt x="3590" y="0"/>
                    </a:lnTo>
                  </a:path>
                </a:pathLst>
              </a:custGeom>
              <a:noFill/>
              <a:ln w="1656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" name=""/>
              <p:cNvSpPr/>
              <p:nvPr/>
            </p:nvSpPr>
            <p:spPr>
              <a:xfrm>
                <a:off x="31680" y="1697040"/>
                <a:ext cx="9099720" cy="4932360"/>
              </a:xfrm>
              <a:custGeom>
                <a:avLst/>
                <a:gdLst/>
                <a:ahLst/>
                <a:rect l="l" t="t" r="r" b="b"/>
                <a:pathLst>
                  <a:path w="5732" h="3107">
                    <a:moveTo>
                      <a:pt x="81" y="0"/>
                    </a:moveTo>
                    <a:lnTo>
                      <a:pt x="133" y="328"/>
                    </a:lnTo>
                    <a:lnTo>
                      <a:pt x="0" y="666"/>
                    </a:lnTo>
                    <a:lnTo>
                      <a:pt x="83" y="1221"/>
                    </a:lnTo>
                    <a:lnTo>
                      <a:pt x="413" y="1515"/>
                    </a:lnTo>
                    <a:lnTo>
                      <a:pt x="881" y="1700"/>
                    </a:lnTo>
                    <a:lnTo>
                      <a:pt x="1440" y="1651"/>
                    </a:lnTo>
                    <a:lnTo>
                      <a:pt x="1755" y="1940"/>
                    </a:lnTo>
                    <a:lnTo>
                      <a:pt x="1653" y="2126"/>
                    </a:lnTo>
                    <a:lnTo>
                      <a:pt x="1136" y="2142"/>
                    </a:lnTo>
                    <a:lnTo>
                      <a:pt x="911" y="2021"/>
                    </a:lnTo>
                    <a:lnTo>
                      <a:pt x="739" y="2142"/>
                    </a:lnTo>
                    <a:lnTo>
                      <a:pt x="954" y="2524"/>
                    </a:lnTo>
                    <a:lnTo>
                      <a:pt x="973" y="2905"/>
                    </a:lnTo>
                    <a:lnTo>
                      <a:pt x="1511" y="3107"/>
                    </a:lnTo>
                    <a:lnTo>
                      <a:pt x="1644" y="2922"/>
                    </a:lnTo>
                    <a:lnTo>
                      <a:pt x="2077" y="2797"/>
                    </a:lnTo>
                    <a:lnTo>
                      <a:pt x="2610" y="2962"/>
                    </a:lnTo>
                    <a:lnTo>
                      <a:pt x="3222" y="2812"/>
                    </a:lnTo>
                    <a:lnTo>
                      <a:pt x="3443" y="2922"/>
                    </a:lnTo>
                    <a:lnTo>
                      <a:pt x="3861" y="2648"/>
                    </a:lnTo>
                    <a:lnTo>
                      <a:pt x="4125" y="2311"/>
                    </a:lnTo>
                    <a:lnTo>
                      <a:pt x="4369" y="2318"/>
                    </a:lnTo>
                    <a:lnTo>
                      <a:pt x="4554" y="2445"/>
                    </a:lnTo>
                    <a:lnTo>
                      <a:pt x="5015" y="2142"/>
                    </a:lnTo>
                    <a:lnTo>
                      <a:pt x="5404" y="2185"/>
                    </a:lnTo>
                    <a:lnTo>
                      <a:pt x="5732" y="2069"/>
                    </a:lnTo>
                  </a:path>
                </a:pathLst>
              </a:custGeom>
              <a:noFill/>
              <a:ln w="1656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" name=""/>
              <p:cNvSpPr/>
              <p:nvPr/>
            </p:nvSpPr>
            <p:spPr>
              <a:xfrm>
                <a:off x="384120" y="1817640"/>
                <a:ext cx="8750520" cy="4381560"/>
              </a:xfrm>
              <a:custGeom>
                <a:avLst/>
                <a:gdLst/>
                <a:ahLst/>
                <a:rect l="l" t="t" r="r" b="b"/>
                <a:pathLst>
                  <a:path w="5512" h="2760">
                    <a:moveTo>
                      <a:pt x="240" y="0"/>
                    </a:moveTo>
                    <a:lnTo>
                      <a:pt x="0" y="336"/>
                    </a:lnTo>
                    <a:lnTo>
                      <a:pt x="82" y="821"/>
                    </a:lnTo>
                    <a:lnTo>
                      <a:pt x="243" y="873"/>
                    </a:lnTo>
                    <a:lnTo>
                      <a:pt x="473" y="1087"/>
                    </a:lnTo>
                    <a:lnTo>
                      <a:pt x="557" y="1441"/>
                    </a:lnTo>
                    <a:lnTo>
                      <a:pt x="839" y="1499"/>
                    </a:lnTo>
                    <a:lnTo>
                      <a:pt x="1258" y="1349"/>
                    </a:lnTo>
                    <a:lnTo>
                      <a:pt x="1307" y="1493"/>
                    </a:lnTo>
                    <a:lnTo>
                      <a:pt x="1621" y="1513"/>
                    </a:lnTo>
                    <a:lnTo>
                      <a:pt x="1862" y="1865"/>
                    </a:lnTo>
                    <a:lnTo>
                      <a:pt x="1668" y="2166"/>
                    </a:lnTo>
                    <a:lnTo>
                      <a:pt x="1308" y="2217"/>
                    </a:lnTo>
                    <a:lnTo>
                      <a:pt x="992" y="2172"/>
                    </a:lnTo>
                    <a:lnTo>
                      <a:pt x="903" y="2244"/>
                    </a:lnTo>
                    <a:lnTo>
                      <a:pt x="1008" y="2415"/>
                    </a:lnTo>
                    <a:lnTo>
                      <a:pt x="992" y="2538"/>
                    </a:lnTo>
                    <a:lnTo>
                      <a:pt x="1137" y="2760"/>
                    </a:lnTo>
                    <a:lnTo>
                      <a:pt x="1661" y="2623"/>
                    </a:lnTo>
                    <a:lnTo>
                      <a:pt x="1725" y="2492"/>
                    </a:lnTo>
                    <a:lnTo>
                      <a:pt x="1895" y="2551"/>
                    </a:lnTo>
                    <a:lnTo>
                      <a:pt x="2338" y="2448"/>
                    </a:lnTo>
                    <a:lnTo>
                      <a:pt x="2443" y="2714"/>
                    </a:lnTo>
                    <a:lnTo>
                      <a:pt x="2870" y="2541"/>
                    </a:lnTo>
                    <a:lnTo>
                      <a:pt x="3264" y="2591"/>
                    </a:lnTo>
                    <a:lnTo>
                      <a:pt x="3522" y="2427"/>
                    </a:lnTo>
                    <a:lnTo>
                      <a:pt x="3594" y="2081"/>
                    </a:lnTo>
                    <a:lnTo>
                      <a:pt x="4013" y="2087"/>
                    </a:lnTo>
                    <a:lnTo>
                      <a:pt x="4070" y="1924"/>
                    </a:lnTo>
                    <a:lnTo>
                      <a:pt x="4239" y="1931"/>
                    </a:lnTo>
                    <a:lnTo>
                      <a:pt x="4465" y="2094"/>
                    </a:lnTo>
                    <a:lnTo>
                      <a:pt x="4836" y="1814"/>
                    </a:lnTo>
                    <a:lnTo>
                      <a:pt x="5225" y="1785"/>
                    </a:lnTo>
                    <a:lnTo>
                      <a:pt x="5367" y="1571"/>
                    </a:lnTo>
                    <a:lnTo>
                      <a:pt x="5512" y="1585"/>
                    </a:lnTo>
                  </a:path>
                </a:pathLst>
              </a:custGeom>
              <a:noFill/>
              <a:ln w="1512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" name=""/>
              <p:cNvSpPr/>
              <p:nvPr/>
            </p:nvSpPr>
            <p:spPr>
              <a:xfrm>
                <a:off x="7683480" y="1562040"/>
                <a:ext cx="1254240" cy="1887480"/>
              </a:xfrm>
              <a:custGeom>
                <a:avLst/>
                <a:gdLst/>
                <a:ahLst/>
                <a:rect l="l" t="t" r="r" b="b"/>
                <a:pathLst>
                  <a:path w="790" h="1189">
                    <a:moveTo>
                      <a:pt x="139" y="0"/>
                    </a:moveTo>
                    <a:lnTo>
                      <a:pt x="210" y="233"/>
                    </a:lnTo>
                    <a:lnTo>
                      <a:pt x="159" y="643"/>
                    </a:lnTo>
                    <a:lnTo>
                      <a:pt x="454" y="771"/>
                    </a:lnTo>
                    <a:lnTo>
                      <a:pt x="605" y="1046"/>
                    </a:lnTo>
                    <a:lnTo>
                      <a:pt x="790" y="1189"/>
                    </a:lnTo>
                    <a:lnTo>
                      <a:pt x="540" y="1111"/>
                    </a:lnTo>
                    <a:lnTo>
                      <a:pt x="363" y="883"/>
                    </a:lnTo>
                    <a:lnTo>
                      <a:pt x="139" y="852"/>
                    </a:lnTo>
                    <a:lnTo>
                      <a:pt x="0" y="499"/>
                    </a:lnTo>
                    <a:lnTo>
                      <a:pt x="48" y="209"/>
                    </a:lnTo>
                  </a:path>
                </a:pathLst>
              </a:custGeom>
              <a:noFill/>
              <a:ln w="1512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" name=""/>
              <p:cNvSpPr/>
              <p:nvPr/>
            </p:nvSpPr>
            <p:spPr>
              <a:xfrm>
                <a:off x="8211960" y="1422360"/>
                <a:ext cx="919440" cy="1773360"/>
              </a:xfrm>
              <a:custGeom>
                <a:avLst/>
                <a:gdLst/>
                <a:ahLst/>
                <a:rect l="l" t="t" r="r" b="b"/>
                <a:pathLst>
                  <a:path w="579" h="1117">
                    <a:moveTo>
                      <a:pt x="0" y="0"/>
                    </a:moveTo>
                    <a:lnTo>
                      <a:pt x="128" y="328"/>
                    </a:lnTo>
                    <a:lnTo>
                      <a:pt x="9" y="659"/>
                    </a:lnTo>
                    <a:lnTo>
                      <a:pt x="40" y="763"/>
                    </a:lnTo>
                    <a:lnTo>
                      <a:pt x="234" y="739"/>
                    </a:lnTo>
                    <a:lnTo>
                      <a:pt x="344" y="1055"/>
                    </a:lnTo>
                    <a:lnTo>
                      <a:pt x="579" y="1117"/>
                    </a:lnTo>
                  </a:path>
                </a:pathLst>
              </a:custGeom>
              <a:noFill/>
              <a:ln w="1656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" name=""/>
              <p:cNvSpPr/>
              <p:nvPr/>
            </p:nvSpPr>
            <p:spPr>
              <a:xfrm>
                <a:off x="5224320" y="1536840"/>
                <a:ext cx="3922920" cy="3803400"/>
              </a:xfrm>
              <a:custGeom>
                <a:avLst/>
                <a:gdLst/>
                <a:ahLst/>
                <a:rect l="l" t="t" r="r" b="b"/>
                <a:pathLst>
                  <a:path w="2471" h="2396">
                    <a:moveTo>
                      <a:pt x="1118" y="0"/>
                    </a:moveTo>
                    <a:lnTo>
                      <a:pt x="1179" y="225"/>
                    </a:lnTo>
                    <a:lnTo>
                      <a:pt x="1393" y="339"/>
                    </a:lnTo>
                    <a:lnTo>
                      <a:pt x="1404" y="548"/>
                    </a:lnTo>
                    <a:lnTo>
                      <a:pt x="1342" y="732"/>
                    </a:lnTo>
                    <a:lnTo>
                      <a:pt x="1434" y="925"/>
                    </a:lnTo>
                    <a:lnTo>
                      <a:pt x="1455" y="1109"/>
                    </a:lnTo>
                    <a:lnTo>
                      <a:pt x="1311" y="1142"/>
                    </a:lnTo>
                    <a:lnTo>
                      <a:pt x="926" y="1384"/>
                    </a:lnTo>
                    <a:lnTo>
                      <a:pt x="975" y="1456"/>
                    </a:lnTo>
                    <a:lnTo>
                      <a:pt x="956" y="1624"/>
                    </a:lnTo>
                    <a:lnTo>
                      <a:pt x="782" y="1817"/>
                    </a:lnTo>
                    <a:lnTo>
                      <a:pt x="539" y="1978"/>
                    </a:lnTo>
                    <a:lnTo>
                      <a:pt x="152" y="2026"/>
                    </a:lnTo>
                    <a:lnTo>
                      <a:pt x="19" y="2251"/>
                    </a:lnTo>
                    <a:lnTo>
                      <a:pt x="0" y="2396"/>
                    </a:lnTo>
                    <a:lnTo>
                      <a:pt x="213" y="2179"/>
                    </a:lnTo>
                    <a:lnTo>
                      <a:pt x="629" y="2090"/>
                    </a:lnTo>
                    <a:lnTo>
                      <a:pt x="894" y="1906"/>
                    </a:lnTo>
                    <a:lnTo>
                      <a:pt x="1230" y="1986"/>
                    </a:lnTo>
                    <a:lnTo>
                      <a:pt x="1668" y="1906"/>
                    </a:lnTo>
                    <a:lnTo>
                      <a:pt x="1983" y="1745"/>
                    </a:lnTo>
                    <a:lnTo>
                      <a:pt x="2014" y="1600"/>
                    </a:lnTo>
                    <a:lnTo>
                      <a:pt x="2237" y="1496"/>
                    </a:lnTo>
                    <a:lnTo>
                      <a:pt x="2359" y="1552"/>
                    </a:lnTo>
                    <a:lnTo>
                      <a:pt x="2471" y="1479"/>
                    </a:lnTo>
                  </a:path>
                </a:pathLst>
              </a:custGeom>
              <a:noFill/>
              <a:ln w="1656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" name=""/>
              <p:cNvSpPr/>
              <p:nvPr/>
            </p:nvSpPr>
            <p:spPr>
              <a:xfrm>
                <a:off x="3755880" y="1693800"/>
                <a:ext cx="2221200" cy="2141640"/>
              </a:xfrm>
              <a:custGeom>
                <a:avLst/>
                <a:gdLst/>
                <a:ahLst/>
                <a:rect l="l" t="t" r="r" b="b"/>
                <a:pathLst>
                  <a:path w="1399" h="1349">
                    <a:moveTo>
                      <a:pt x="620" y="155"/>
                    </a:moveTo>
                    <a:lnTo>
                      <a:pt x="421" y="155"/>
                    </a:lnTo>
                    <a:lnTo>
                      <a:pt x="205" y="507"/>
                    </a:lnTo>
                    <a:lnTo>
                      <a:pt x="0" y="673"/>
                    </a:lnTo>
                    <a:lnTo>
                      <a:pt x="487" y="783"/>
                    </a:lnTo>
                    <a:lnTo>
                      <a:pt x="425" y="1009"/>
                    </a:lnTo>
                    <a:lnTo>
                      <a:pt x="617" y="1086"/>
                    </a:lnTo>
                    <a:lnTo>
                      <a:pt x="498" y="1349"/>
                    </a:lnTo>
                    <a:lnTo>
                      <a:pt x="961" y="1035"/>
                    </a:lnTo>
                    <a:lnTo>
                      <a:pt x="926" y="776"/>
                    </a:lnTo>
                    <a:lnTo>
                      <a:pt x="1181" y="749"/>
                    </a:lnTo>
                    <a:lnTo>
                      <a:pt x="1399" y="601"/>
                    </a:lnTo>
                    <a:lnTo>
                      <a:pt x="1315" y="416"/>
                    </a:lnTo>
                    <a:lnTo>
                      <a:pt x="1341" y="196"/>
                    </a:lnTo>
                    <a:lnTo>
                      <a:pt x="1171" y="164"/>
                    </a:lnTo>
                    <a:lnTo>
                      <a:pt x="928" y="0"/>
                    </a:lnTo>
                    <a:lnTo>
                      <a:pt x="620" y="155"/>
                    </a:lnTo>
                    <a:close/>
                  </a:path>
                </a:pathLst>
              </a:custGeom>
              <a:noFill/>
              <a:ln w="1764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" name=""/>
              <p:cNvSpPr/>
              <p:nvPr/>
            </p:nvSpPr>
            <p:spPr>
              <a:xfrm>
                <a:off x="6786720" y="3224160"/>
                <a:ext cx="1993680" cy="1285920"/>
              </a:xfrm>
              <a:custGeom>
                <a:avLst/>
                <a:gdLst/>
                <a:ahLst/>
                <a:rect l="l" t="t" r="r" b="b"/>
                <a:pathLst>
                  <a:path w="1256" h="810">
                    <a:moveTo>
                      <a:pt x="719" y="183"/>
                    </a:moveTo>
                    <a:lnTo>
                      <a:pt x="760" y="33"/>
                    </a:lnTo>
                    <a:lnTo>
                      <a:pt x="884" y="0"/>
                    </a:lnTo>
                    <a:lnTo>
                      <a:pt x="983" y="78"/>
                    </a:lnTo>
                    <a:lnTo>
                      <a:pt x="1082" y="248"/>
                    </a:lnTo>
                    <a:lnTo>
                      <a:pt x="1256" y="229"/>
                    </a:lnTo>
                    <a:lnTo>
                      <a:pt x="1248" y="359"/>
                    </a:lnTo>
                    <a:lnTo>
                      <a:pt x="1016" y="431"/>
                    </a:lnTo>
                    <a:lnTo>
                      <a:pt x="879" y="417"/>
                    </a:lnTo>
                    <a:lnTo>
                      <a:pt x="719" y="481"/>
                    </a:lnTo>
                    <a:lnTo>
                      <a:pt x="591" y="633"/>
                    </a:lnTo>
                    <a:lnTo>
                      <a:pt x="423" y="537"/>
                    </a:lnTo>
                    <a:lnTo>
                      <a:pt x="256" y="810"/>
                    </a:lnTo>
                    <a:lnTo>
                      <a:pt x="66" y="764"/>
                    </a:lnTo>
                    <a:lnTo>
                      <a:pt x="0" y="601"/>
                    </a:lnTo>
                    <a:lnTo>
                      <a:pt x="157" y="483"/>
                    </a:lnTo>
                    <a:lnTo>
                      <a:pt x="248" y="281"/>
                    </a:lnTo>
                    <a:lnTo>
                      <a:pt x="438" y="150"/>
                    </a:lnTo>
                    <a:lnTo>
                      <a:pt x="719" y="189"/>
                    </a:lnTo>
                  </a:path>
                </a:pathLst>
              </a:custGeom>
              <a:noFill/>
              <a:ln w="1764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" name=""/>
              <p:cNvSpPr/>
              <p:nvPr/>
            </p:nvSpPr>
            <p:spPr>
              <a:xfrm>
                <a:off x="4626000" y="5518080"/>
                <a:ext cx="4521240" cy="1251000"/>
              </a:xfrm>
              <a:custGeom>
                <a:avLst/>
                <a:gdLst/>
                <a:ahLst/>
                <a:rect l="l" t="t" r="r" b="b"/>
                <a:pathLst>
                  <a:path w="2848" h="788">
                    <a:moveTo>
                      <a:pt x="2838" y="16"/>
                    </a:moveTo>
                    <a:lnTo>
                      <a:pt x="2493" y="0"/>
                    </a:lnTo>
                    <a:lnTo>
                      <a:pt x="2278" y="81"/>
                    </a:lnTo>
                    <a:lnTo>
                      <a:pt x="1936" y="44"/>
                    </a:lnTo>
                    <a:lnTo>
                      <a:pt x="1739" y="354"/>
                    </a:lnTo>
                    <a:lnTo>
                      <a:pt x="1600" y="212"/>
                    </a:lnTo>
                    <a:lnTo>
                      <a:pt x="1352" y="308"/>
                    </a:lnTo>
                    <a:lnTo>
                      <a:pt x="1445" y="515"/>
                    </a:lnTo>
                    <a:lnTo>
                      <a:pt x="1072" y="412"/>
                    </a:lnTo>
                    <a:lnTo>
                      <a:pt x="888" y="540"/>
                    </a:lnTo>
                    <a:lnTo>
                      <a:pt x="0" y="660"/>
                    </a:lnTo>
                    <a:lnTo>
                      <a:pt x="288" y="788"/>
                    </a:lnTo>
                    <a:lnTo>
                      <a:pt x="1040" y="676"/>
                    </a:lnTo>
                    <a:lnTo>
                      <a:pt x="1272" y="748"/>
                    </a:lnTo>
                    <a:lnTo>
                      <a:pt x="2096" y="691"/>
                    </a:lnTo>
                    <a:lnTo>
                      <a:pt x="2320" y="748"/>
                    </a:lnTo>
                    <a:lnTo>
                      <a:pt x="2456" y="596"/>
                    </a:lnTo>
                    <a:lnTo>
                      <a:pt x="2712" y="716"/>
                    </a:lnTo>
                    <a:lnTo>
                      <a:pt x="2716" y="339"/>
                    </a:lnTo>
                    <a:lnTo>
                      <a:pt x="2848" y="258"/>
                    </a:lnTo>
                  </a:path>
                </a:pathLst>
              </a:custGeom>
              <a:noFill/>
              <a:ln w="1764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" name=""/>
              <p:cNvSpPr/>
              <p:nvPr/>
            </p:nvSpPr>
            <p:spPr>
              <a:xfrm>
                <a:off x="8640720" y="1463760"/>
                <a:ext cx="506520" cy="1355760"/>
              </a:xfrm>
              <a:custGeom>
                <a:avLst/>
                <a:gdLst/>
                <a:ahLst/>
                <a:rect l="l" t="t" r="r" b="b"/>
                <a:pathLst>
                  <a:path w="319" h="854">
                    <a:moveTo>
                      <a:pt x="0" y="0"/>
                    </a:moveTo>
                    <a:lnTo>
                      <a:pt x="106" y="313"/>
                    </a:lnTo>
                    <a:lnTo>
                      <a:pt x="106" y="634"/>
                    </a:lnTo>
                    <a:lnTo>
                      <a:pt x="268" y="854"/>
                    </a:lnTo>
                    <a:lnTo>
                      <a:pt x="278" y="577"/>
                    </a:lnTo>
                    <a:lnTo>
                      <a:pt x="238" y="400"/>
                    </a:lnTo>
                    <a:lnTo>
                      <a:pt x="319" y="240"/>
                    </a:lnTo>
                  </a:path>
                </a:pathLst>
              </a:custGeom>
              <a:noFill/>
              <a:ln w="1764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" name=""/>
              <p:cNvSpPr/>
              <p:nvPr/>
            </p:nvSpPr>
            <p:spPr>
              <a:xfrm>
                <a:off x="7864560" y="5664240"/>
                <a:ext cx="1025280" cy="622440"/>
              </a:xfrm>
              <a:custGeom>
                <a:avLst/>
                <a:gdLst/>
                <a:ahLst/>
                <a:rect l="l" t="t" r="r" b="b"/>
                <a:pathLst>
                  <a:path w="646" h="392">
                    <a:moveTo>
                      <a:pt x="504" y="0"/>
                    </a:moveTo>
                    <a:lnTo>
                      <a:pt x="320" y="61"/>
                    </a:lnTo>
                    <a:lnTo>
                      <a:pt x="238" y="109"/>
                    </a:lnTo>
                    <a:lnTo>
                      <a:pt x="144" y="216"/>
                    </a:lnTo>
                    <a:lnTo>
                      <a:pt x="0" y="392"/>
                    </a:lnTo>
                    <a:lnTo>
                      <a:pt x="360" y="263"/>
                    </a:lnTo>
                    <a:lnTo>
                      <a:pt x="432" y="182"/>
                    </a:lnTo>
                    <a:lnTo>
                      <a:pt x="646" y="142"/>
                    </a:lnTo>
                    <a:lnTo>
                      <a:pt x="504" y="0"/>
                    </a:lnTo>
                    <a:close/>
                  </a:path>
                </a:pathLst>
              </a:custGeom>
              <a:noFill/>
              <a:ln w="1764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" name=""/>
              <p:cNvSpPr/>
              <p:nvPr/>
            </p:nvSpPr>
            <p:spPr>
              <a:xfrm>
                <a:off x="79200" y="3809880"/>
                <a:ext cx="4343400" cy="3048120"/>
              </a:xfrm>
              <a:custGeom>
                <a:avLst/>
                <a:gdLst/>
                <a:ahLst/>
                <a:rect l="l" t="t" r="r" b="b"/>
                <a:pathLst>
                  <a:path w="2736" h="1920">
                    <a:moveTo>
                      <a:pt x="0" y="0"/>
                    </a:moveTo>
                    <a:lnTo>
                      <a:pt x="96" y="336"/>
                    </a:lnTo>
                    <a:lnTo>
                      <a:pt x="384" y="384"/>
                    </a:lnTo>
                    <a:lnTo>
                      <a:pt x="576" y="720"/>
                    </a:lnTo>
                    <a:lnTo>
                      <a:pt x="528" y="960"/>
                    </a:lnTo>
                    <a:lnTo>
                      <a:pt x="672" y="1104"/>
                    </a:lnTo>
                    <a:lnTo>
                      <a:pt x="576" y="1392"/>
                    </a:lnTo>
                    <a:lnTo>
                      <a:pt x="624" y="1632"/>
                    </a:lnTo>
                    <a:lnTo>
                      <a:pt x="1488" y="1872"/>
                    </a:lnTo>
                    <a:lnTo>
                      <a:pt x="1680" y="1728"/>
                    </a:lnTo>
                    <a:lnTo>
                      <a:pt x="2208" y="1728"/>
                    </a:lnTo>
                    <a:lnTo>
                      <a:pt x="2304" y="1632"/>
                    </a:lnTo>
                    <a:lnTo>
                      <a:pt x="2736" y="1872"/>
                    </a:lnTo>
                    <a:lnTo>
                      <a:pt x="2640" y="1920"/>
                    </a:lnTo>
                    <a:lnTo>
                      <a:pt x="2304" y="1824"/>
                    </a:lnTo>
                    <a:lnTo>
                      <a:pt x="2160" y="1872"/>
                    </a:lnTo>
                    <a:lnTo>
                      <a:pt x="1632" y="1920"/>
                    </a:lnTo>
                    <a:lnTo>
                      <a:pt x="1440" y="1920"/>
                    </a:lnTo>
                    <a:lnTo>
                      <a:pt x="480" y="1824"/>
                    </a:lnTo>
                    <a:lnTo>
                      <a:pt x="192" y="1872"/>
                    </a:lnTo>
                    <a:lnTo>
                      <a:pt x="96" y="1680"/>
                    </a:lnTo>
                    <a:lnTo>
                      <a:pt x="288" y="1440"/>
                    </a:lnTo>
                    <a:lnTo>
                      <a:pt x="336" y="1104"/>
                    </a:lnTo>
                    <a:lnTo>
                      <a:pt x="144" y="864"/>
                    </a:lnTo>
                    <a:lnTo>
                      <a:pt x="240" y="624"/>
                    </a:lnTo>
                    <a:lnTo>
                      <a:pt x="48" y="528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936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5" name=""/>
            <p:cNvGrpSpPr/>
            <p:nvPr/>
          </p:nvGrpSpPr>
          <p:grpSpPr>
            <a:xfrm>
              <a:off x="3600" y="3639960"/>
              <a:ext cx="2193840" cy="2694240"/>
              <a:chOff x="3600" y="3639960"/>
              <a:chExt cx="2193840" cy="2694240"/>
            </a:xfrm>
          </p:grpSpPr>
          <p:sp>
            <p:nvSpPr>
              <p:cNvPr id="16" name=""/>
              <p:cNvSpPr/>
              <p:nvPr/>
            </p:nvSpPr>
            <p:spPr>
              <a:xfrm rot="6798600">
                <a:off x="99000" y="6163560"/>
                <a:ext cx="11916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" name=""/>
              <p:cNvSpPr/>
              <p:nvPr/>
            </p:nvSpPr>
            <p:spPr>
              <a:xfrm rot="6798600">
                <a:off x="52920" y="6158520"/>
                <a:ext cx="118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" name=""/>
              <p:cNvSpPr/>
              <p:nvPr/>
            </p:nvSpPr>
            <p:spPr>
              <a:xfrm rot="6798600">
                <a:off x="10080" y="6150960"/>
                <a:ext cx="11880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" name=""/>
              <p:cNvSpPr/>
              <p:nvPr/>
            </p:nvSpPr>
            <p:spPr>
              <a:xfrm rot="5999400">
                <a:off x="332280" y="6165000"/>
                <a:ext cx="10980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" name=""/>
              <p:cNvSpPr/>
              <p:nvPr/>
            </p:nvSpPr>
            <p:spPr>
              <a:xfrm rot="5999400">
                <a:off x="289080" y="617292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" name=""/>
              <p:cNvSpPr/>
              <p:nvPr/>
            </p:nvSpPr>
            <p:spPr>
              <a:xfrm rot="6249600">
                <a:off x="241560" y="617112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" name=""/>
              <p:cNvSpPr/>
              <p:nvPr/>
            </p:nvSpPr>
            <p:spPr>
              <a:xfrm rot="6237600">
                <a:off x="195120" y="6168240"/>
                <a:ext cx="109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" name=""/>
              <p:cNvSpPr/>
              <p:nvPr/>
            </p:nvSpPr>
            <p:spPr>
              <a:xfrm rot="5380200">
                <a:off x="576360" y="6141240"/>
                <a:ext cx="109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" name=""/>
              <p:cNvSpPr/>
              <p:nvPr/>
            </p:nvSpPr>
            <p:spPr>
              <a:xfrm rot="5380200">
                <a:off x="527400" y="614592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" name=""/>
              <p:cNvSpPr/>
              <p:nvPr/>
            </p:nvSpPr>
            <p:spPr>
              <a:xfrm rot="5583000">
                <a:off x="479880" y="615384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" name=""/>
              <p:cNvSpPr/>
              <p:nvPr/>
            </p:nvSpPr>
            <p:spPr>
              <a:xfrm rot="5737200">
                <a:off x="429480" y="6161760"/>
                <a:ext cx="10944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" name=""/>
              <p:cNvSpPr/>
              <p:nvPr/>
            </p:nvSpPr>
            <p:spPr>
              <a:xfrm rot="4715400">
                <a:off x="819360" y="607752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" name=""/>
              <p:cNvSpPr/>
              <p:nvPr/>
            </p:nvSpPr>
            <p:spPr>
              <a:xfrm rot="4924800">
                <a:off x="771840" y="608544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" name=""/>
              <p:cNvSpPr/>
              <p:nvPr/>
            </p:nvSpPr>
            <p:spPr>
              <a:xfrm rot="4924800">
                <a:off x="723960" y="610776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" name=""/>
              <p:cNvSpPr/>
              <p:nvPr/>
            </p:nvSpPr>
            <p:spPr>
              <a:xfrm rot="5041200">
                <a:off x="676440" y="611244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" name=""/>
              <p:cNvSpPr/>
              <p:nvPr/>
            </p:nvSpPr>
            <p:spPr>
              <a:xfrm rot="3816600">
                <a:off x="1054800" y="597132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" name=""/>
              <p:cNvSpPr/>
              <p:nvPr/>
            </p:nvSpPr>
            <p:spPr>
              <a:xfrm rot="3816600">
                <a:off x="1006920" y="599976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" name=""/>
              <p:cNvSpPr/>
              <p:nvPr/>
            </p:nvSpPr>
            <p:spPr>
              <a:xfrm rot="4104000">
                <a:off x="961200" y="6017400"/>
                <a:ext cx="9972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" name=""/>
              <p:cNvSpPr/>
              <p:nvPr/>
            </p:nvSpPr>
            <p:spPr>
              <a:xfrm rot="4324800">
                <a:off x="912960" y="603792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" name=""/>
              <p:cNvSpPr/>
              <p:nvPr/>
            </p:nvSpPr>
            <p:spPr>
              <a:xfrm rot="3367800">
                <a:off x="1268640" y="584568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" name=""/>
              <p:cNvSpPr/>
              <p:nvPr/>
            </p:nvSpPr>
            <p:spPr>
              <a:xfrm rot="3367800">
                <a:off x="1225800" y="587124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" name=""/>
              <p:cNvSpPr/>
              <p:nvPr/>
            </p:nvSpPr>
            <p:spPr>
              <a:xfrm rot="3367800">
                <a:off x="1182960" y="589968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" name=""/>
              <p:cNvSpPr/>
              <p:nvPr/>
            </p:nvSpPr>
            <p:spPr>
              <a:xfrm rot="3816600">
                <a:off x="1138680" y="592668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" name=""/>
              <p:cNvSpPr/>
              <p:nvPr/>
            </p:nvSpPr>
            <p:spPr>
              <a:xfrm rot="2302200">
                <a:off x="1464840" y="569412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" name=""/>
              <p:cNvSpPr/>
              <p:nvPr/>
            </p:nvSpPr>
            <p:spPr>
              <a:xfrm rot="2302200">
                <a:off x="1426680" y="5724000"/>
                <a:ext cx="109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" name=""/>
              <p:cNvSpPr/>
              <p:nvPr/>
            </p:nvSpPr>
            <p:spPr>
              <a:xfrm rot="2707200">
                <a:off x="1391040" y="575532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" name=""/>
              <p:cNvSpPr/>
              <p:nvPr/>
            </p:nvSpPr>
            <p:spPr>
              <a:xfrm rot="2707200">
                <a:off x="1349640" y="578376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" name=""/>
              <p:cNvSpPr/>
              <p:nvPr/>
            </p:nvSpPr>
            <p:spPr>
              <a:xfrm rot="1525800">
                <a:off x="1630080" y="551304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" name=""/>
              <p:cNvSpPr/>
              <p:nvPr/>
            </p:nvSpPr>
            <p:spPr>
              <a:xfrm rot="1525800">
                <a:off x="1601280" y="5551200"/>
                <a:ext cx="109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" name=""/>
              <p:cNvSpPr/>
              <p:nvPr/>
            </p:nvSpPr>
            <p:spPr>
              <a:xfrm rot="1788000">
                <a:off x="1571400" y="558648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" name=""/>
              <p:cNvSpPr/>
              <p:nvPr/>
            </p:nvSpPr>
            <p:spPr>
              <a:xfrm rot="1788000">
                <a:off x="1537920" y="562608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" name=""/>
              <p:cNvSpPr/>
              <p:nvPr/>
            </p:nvSpPr>
            <p:spPr>
              <a:xfrm rot="841200">
                <a:off x="1766520" y="5326200"/>
                <a:ext cx="119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" name=""/>
              <p:cNvSpPr/>
              <p:nvPr/>
            </p:nvSpPr>
            <p:spPr>
              <a:xfrm rot="841200">
                <a:off x="1746360" y="536256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" name=""/>
              <p:cNvSpPr/>
              <p:nvPr/>
            </p:nvSpPr>
            <p:spPr>
              <a:xfrm rot="1308600">
                <a:off x="1724040" y="540360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" name=""/>
              <p:cNvSpPr/>
              <p:nvPr/>
            </p:nvSpPr>
            <p:spPr>
              <a:xfrm rot="1308600">
                <a:off x="1689120" y="543672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" name=""/>
              <p:cNvSpPr/>
              <p:nvPr/>
            </p:nvSpPr>
            <p:spPr>
              <a:xfrm rot="469800">
                <a:off x="1860120" y="5119560"/>
                <a:ext cx="128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" name=""/>
              <p:cNvSpPr/>
              <p:nvPr/>
            </p:nvSpPr>
            <p:spPr>
              <a:xfrm rot="559800">
                <a:off x="1844640" y="5159160"/>
                <a:ext cx="128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" name=""/>
              <p:cNvSpPr/>
              <p:nvPr/>
            </p:nvSpPr>
            <p:spPr>
              <a:xfrm rot="733800">
                <a:off x="1832040" y="5200560"/>
                <a:ext cx="128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" name=""/>
              <p:cNvSpPr/>
              <p:nvPr/>
            </p:nvSpPr>
            <p:spPr>
              <a:xfrm rot="733800">
                <a:off x="1810800" y="5245200"/>
                <a:ext cx="119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" name=""/>
              <p:cNvSpPr/>
              <p:nvPr/>
            </p:nvSpPr>
            <p:spPr>
              <a:xfrm rot="21306000">
                <a:off x="1922040" y="4914720"/>
                <a:ext cx="12852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" name=""/>
              <p:cNvSpPr/>
              <p:nvPr/>
            </p:nvSpPr>
            <p:spPr>
              <a:xfrm rot="21599400">
                <a:off x="1906560" y="4955760"/>
                <a:ext cx="128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" name=""/>
              <p:cNvSpPr/>
              <p:nvPr/>
            </p:nvSpPr>
            <p:spPr>
              <a:xfrm rot="21599400">
                <a:off x="1905120" y="4995360"/>
                <a:ext cx="128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" name=""/>
              <p:cNvSpPr/>
              <p:nvPr/>
            </p:nvSpPr>
            <p:spPr>
              <a:xfrm rot="213600">
                <a:off x="1887480" y="5037120"/>
                <a:ext cx="128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" name=""/>
              <p:cNvSpPr/>
              <p:nvPr/>
            </p:nvSpPr>
            <p:spPr>
              <a:xfrm rot="20917200">
                <a:off x="1935000" y="4706640"/>
                <a:ext cx="136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" name=""/>
              <p:cNvSpPr/>
              <p:nvPr/>
            </p:nvSpPr>
            <p:spPr>
              <a:xfrm rot="21119400">
                <a:off x="1936440" y="474804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" name=""/>
              <p:cNvSpPr/>
              <p:nvPr/>
            </p:nvSpPr>
            <p:spPr>
              <a:xfrm rot="21119400">
                <a:off x="1936440" y="478620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" name=""/>
              <p:cNvSpPr/>
              <p:nvPr/>
            </p:nvSpPr>
            <p:spPr>
              <a:xfrm rot="21329400">
                <a:off x="1935000" y="4827240"/>
                <a:ext cx="1288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" name=""/>
              <p:cNvSpPr/>
              <p:nvPr/>
            </p:nvSpPr>
            <p:spPr>
              <a:xfrm rot="20467200">
                <a:off x="1916280" y="451332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" name=""/>
              <p:cNvSpPr/>
              <p:nvPr/>
            </p:nvSpPr>
            <p:spPr>
              <a:xfrm rot="20630400">
                <a:off x="1925280" y="454644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" name=""/>
              <p:cNvSpPr/>
              <p:nvPr/>
            </p:nvSpPr>
            <p:spPr>
              <a:xfrm rot="20630400">
                <a:off x="1929960" y="458460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" name=""/>
              <p:cNvSpPr/>
              <p:nvPr/>
            </p:nvSpPr>
            <p:spPr>
              <a:xfrm rot="20793600">
                <a:off x="1934640" y="4627440"/>
                <a:ext cx="136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" name=""/>
              <p:cNvSpPr/>
              <p:nvPr/>
            </p:nvSpPr>
            <p:spPr>
              <a:xfrm rot="20055600">
                <a:off x="1849320" y="4328640"/>
                <a:ext cx="136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" name=""/>
              <p:cNvSpPr/>
              <p:nvPr/>
            </p:nvSpPr>
            <p:spPr>
              <a:xfrm rot="20257800">
                <a:off x="1866600" y="4368600"/>
                <a:ext cx="13644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" name=""/>
              <p:cNvSpPr/>
              <p:nvPr/>
            </p:nvSpPr>
            <p:spPr>
              <a:xfrm rot="20257800">
                <a:off x="1879200" y="440496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" name=""/>
              <p:cNvSpPr/>
              <p:nvPr/>
            </p:nvSpPr>
            <p:spPr>
              <a:xfrm rot="20257800">
                <a:off x="1895040" y="443664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" name=""/>
              <p:cNvSpPr/>
              <p:nvPr/>
            </p:nvSpPr>
            <p:spPr>
              <a:xfrm rot="19671000">
                <a:off x="1747800" y="417204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" name=""/>
              <p:cNvSpPr/>
              <p:nvPr/>
            </p:nvSpPr>
            <p:spPr>
              <a:xfrm rot="19755600">
                <a:off x="1767960" y="4199040"/>
                <a:ext cx="136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" name=""/>
              <p:cNvSpPr/>
              <p:nvPr/>
            </p:nvSpPr>
            <p:spPr>
              <a:xfrm rot="19847400">
                <a:off x="1792080" y="423396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" name=""/>
              <p:cNvSpPr/>
              <p:nvPr/>
            </p:nvSpPr>
            <p:spPr>
              <a:xfrm rot="19847400">
                <a:off x="1812600" y="426096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" name=""/>
              <p:cNvSpPr/>
              <p:nvPr/>
            </p:nvSpPr>
            <p:spPr>
              <a:xfrm rot="19132800">
                <a:off x="1609560" y="4028760"/>
                <a:ext cx="136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" name=""/>
              <p:cNvSpPr/>
              <p:nvPr/>
            </p:nvSpPr>
            <p:spPr>
              <a:xfrm rot="19132800">
                <a:off x="1643040" y="405900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" name=""/>
              <p:cNvSpPr/>
              <p:nvPr/>
            </p:nvSpPr>
            <p:spPr>
              <a:xfrm rot="19132800">
                <a:off x="1666800" y="408600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" name=""/>
              <p:cNvSpPr/>
              <p:nvPr/>
            </p:nvSpPr>
            <p:spPr>
              <a:xfrm rot="19257600">
                <a:off x="1695600" y="411120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" name=""/>
              <p:cNvSpPr/>
              <p:nvPr/>
            </p:nvSpPr>
            <p:spPr>
              <a:xfrm>
                <a:off x="771480" y="4068720"/>
                <a:ext cx="285840" cy="239760"/>
              </a:xfrm>
              <a:custGeom>
                <a:avLst/>
                <a:gdLst/>
                <a:ahLst/>
                <a:rect l="l" t="t" r="r" b="b"/>
                <a:pathLst>
                  <a:path w="180" h="151">
                    <a:moveTo>
                      <a:pt x="0" y="144"/>
                    </a:moveTo>
                    <a:lnTo>
                      <a:pt x="28" y="147"/>
                    </a:lnTo>
                    <a:lnTo>
                      <a:pt x="64" y="46"/>
                    </a:lnTo>
                    <a:lnTo>
                      <a:pt x="94" y="151"/>
                    </a:lnTo>
                    <a:lnTo>
                      <a:pt x="129" y="151"/>
                    </a:lnTo>
                    <a:lnTo>
                      <a:pt x="180" y="9"/>
                    </a:lnTo>
                    <a:lnTo>
                      <a:pt x="148" y="10"/>
                    </a:lnTo>
                    <a:lnTo>
                      <a:pt x="112" y="112"/>
                    </a:lnTo>
                    <a:lnTo>
                      <a:pt x="79" y="0"/>
                    </a:lnTo>
                    <a:lnTo>
                      <a:pt x="48" y="0"/>
                    </a:lnTo>
                    <a:lnTo>
                      <a:pt x="0" y="144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" name=""/>
              <p:cNvSpPr/>
              <p:nvPr/>
            </p:nvSpPr>
            <p:spPr>
              <a:xfrm rot="6575400">
                <a:off x="-344520" y="4981320"/>
                <a:ext cx="1946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" name=""/>
              <p:cNvSpPr/>
              <p:nvPr/>
            </p:nvSpPr>
            <p:spPr>
              <a:xfrm rot="238200">
                <a:off x="6120" y="4994280"/>
                <a:ext cx="16365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" name=""/>
              <p:cNvSpPr/>
              <p:nvPr/>
            </p:nvSpPr>
            <p:spPr>
              <a:xfrm rot="18642600">
                <a:off x="1440720" y="3924720"/>
                <a:ext cx="128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" name=""/>
              <p:cNvSpPr/>
              <p:nvPr/>
            </p:nvSpPr>
            <p:spPr>
              <a:xfrm rot="18642600">
                <a:off x="1477080" y="3945240"/>
                <a:ext cx="128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" name=""/>
              <p:cNvSpPr/>
              <p:nvPr/>
            </p:nvSpPr>
            <p:spPr>
              <a:xfrm rot="18642600">
                <a:off x="1514520" y="396360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" name=""/>
              <p:cNvSpPr/>
              <p:nvPr/>
            </p:nvSpPr>
            <p:spPr>
              <a:xfrm rot="18938400">
                <a:off x="1546200" y="398268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" name=""/>
              <p:cNvSpPr/>
              <p:nvPr/>
            </p:nvSpPr>
            <p:spPr>
              <a:xfrm rot="17961000">
                <a:off x="1251360" y="3850200"/>
                <a:ext cx="119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" name=""/>
              <p:cNvSpPr/>
              <p:nvPr/>
            </p:nvSpPr>
            <p:spPr>
              <a:xfrm rot="17961000">
                <a:off x="1294200" y="3862800"/>
                <a:ext cx="119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" name=""/>
              <p:cNvSpPr/>
              <p:nvPr/>
            </p:nvSpPr>
            <p:spPr>
              <a:xfrm rot="18085200">
                <a:off x="1329480" y="3873600"/>
                <a:ext cx="128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" name=""/>
              <p:cNvSpPr/>
              <p:nvPr/>
            </p:nvSpPr>
            <p:spPr>
              <a:xfrm rot="18379200">
                <a:off x="1369440" y="3893040"/>
                <a:ext cx="12852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" name=""/>
              <p:cNvSpPr/>
              <p:nvPr/>
            </p:nvSpPr>
            <p:spPr>
              <a:xfrm rot="17261400">
                <a:off x="1031040" y="3802680"/>
                <a:ext cx="118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" name=""/>
              <p:cNvSpPr/>
              <p:nvPr/>
            </p:nvSpPr>
            <p:spPr>
              <a:xfrm rot="17349600">
                <a:off x="1074960" y="3811680"/>
                <a:ext cx="119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" name=""/>
              <p:cNvSpPr/>
              <p:nvPr/>
            </p:nvSpPr>
            <p:spPr>
              <a:xfrm rot="17349600">
                <a:off x="1122840" y="3819600"/>
                <a:ext cx="119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" name=""/>
              <p:cNvSpPr/>
              <p:nvPr/>
            </p:nvSpPr>
            <p:spPr>
              <a:xfrm rot="17611200">
                <a:off x="1170720" y="3826440"/>
                <a:ext cx="118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" name=""/>
              <p:cNvSpPr/>
              <p:nvPr/>
            </p:nvSpPr>
            <p:spPr>
              <a:xfrm rot="16737600">
                <a:off x="799200" y="3800520"/>
                <a:ext cx="109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" name=""/>
              <p:cNvSpPr/>
              <p:nvPr/>
            </p:nvSpPr>
            <p:spPr>
              <a:xfrm rot="16926600">
                <a:off x="846720" y="3797640"/>
                <a:ext cx="119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" name=""/>
              <p:cNvSpPr/>
              <p:nvPr/>
            </p:nvSpPr>
            <p:spPr>
              <a:xfrm rot="16953000">
                <a:off x="894600" y="3792600"/>
                <a:ext cx="119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" name=""/>
              <p:cNvSpPr/>
              <p:nvPr/>
            </p:nvSpPr>
            <p:spPr>
              <a:xfrm rot="17019600">
                <a:off x="943560" y="3794760"/>
                <a:ext cx="118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" name=""/>
              <p:cNvSpPr/>
              <p:nvPr/>
            </p:nvSpPr>
            <p:spPr>
              <a:xfrm rot="16404600">
                <a:off x="564120" y="383112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" name=""/>
              <p:cNvSpPr/>
              <p:nvPr/>
            </p:nvSpPr>
            <p:spPr>
              <a:xfrm rot="16239000">
                <a:off x="612000" y="382320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" name=""/>
              <p:cNvSpPr/>
              <p:nvPr/>
            </p:nvSpPr>
            <p:spPr>
              <a:xfrm rot="16311000">
                <a:off x="664200" y="381708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" name=""/>
              <p:cNvSpPr/>
              <p:nvPr/>
            </p:nvSpPr>
            <p:spPr>
              <a:xfrm rot="16434600">
                <a:off x="713520" y="3808800"/>
                <a:ext cx="109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" name=""/>
              <p:cNvSpPr/>
              <p:nvPr/>
            </p:nvSpPr>
            <p:spPr>
              <a:xfrm rot="15467400">
                <a:off x="327600" y="390096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" name=""/>
              <p:cNvSpPr/>
              <p:nvPr/>
            </p:nvSpPr>
            <p:spPr>
              <a:xfrm rot="15379200">
                <a:off x="376920" y="388512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" name=""/>
              <p:cNvSpPr/>
              <p:nvPr/>
            </p:nvSpPr>
            <p:spPr>
              <a:xfrm rot="15489000">
                <a:off x="423000" y="386928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" name=""/>
              <p:cNvSpPr/>
              <p:nvPr/>
            </p:nvSpPr>
            <p:spPr>
              <a:xfrm rot="15680400">
                <a:off x="464040" y="3852000"/>
                <a:ext cx="10944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" name=""/>
              <p:cNvSpPr/>
              <p:nvPr/>
            </p:nvSpPr>
            <p:spPr>
              <a:xfrm rot="14223600">
                <a:off x="8640" y="404568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" name=""/>
              <p:cNvSpPr/>
              <p:nvPr/>
            </p:nvSpPr>
            <p:spPr>
              <a:xfrm rot="14431200">
                <a:off x="102240" y="3994200"/>
                <a:ext cx="997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" name=""/>
              <p:cNvSpPr/>
              <p:nvPr/>
            </p:nvSpPr>
            <p:spPr>
              <a:xfrm rot="14797200">
                <a:off x="146520" y="397080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" name=""/>
              <p:cNvSpPr/>
              <p:nvPr/>
            </p:nvSpPr>
            <p:spPr>
              <a:xfrm rot="14797200">
                <a:off x="189360" y="395496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" name=""/>
              <p:cNvSpPr/>
              <p:nvPr/>
            </p:nvSpPr>
            <p:spPr>
              <a:xfrm rot="15142200">
                <a:off x="238680" y="3932280"/>
                <a:ext cx="997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" name=""/>
              <p:cNvSpPr/>
              <p:nvPr/>
            </p:nvSpPr>
            <p:spPr>
              <a:xfrm rot="19723200">
                <a:off x="0" y="5338440"/>
                <a:ext cx="119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" name=""/>
              <p:cNvSpPr/>
              <p:nvPr/>
            </p:nvSpPr>
            <p:spPr>
              <a:xfrm rot="3283800">
                <a:off x="810360" y="5521320"/>
                <a:ext cx="3841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" name=""/>
              <p:cNvSpPr/>
              <p:nvPr/>
            </p:nvSpPr>
            <p:spPr>
              <a:xfrm rot="3283800">
                <a:off x="54720" y="4441680"/>
                <a:ext cx="3841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" name=""/>
              <p:cNvSpPr/>
              <p:nvPr/>
            </p:nvSpPr>
            <p:spPr>
              <a:xfrm rot="19723200">
                <a:off x="1111320" y="4525920"/>
                <a:ext cx="5032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" name=""/>
              <p:cNvSpPr/>
              <p:nvPr/>
            </p:nvSpPr>
            <p:spPr>
              <a:xfrm rot="5908800">
                <a:off x="316800" y="6214680"/>
                <a:ext cx="2192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" name=""/>
              <p:cNvSpPr/>
              <p:nvPr/>
            </p:nvSpPr>
            <p:spPr>
              <a:xfrm rot="6683400">
                <a:off x="70920" y="6214680"/>
                <a:ext cx="2286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" name=""/>
              <p:cNvSpPr/>
              <p:nvPr/>
            </p:nvSpPr>
            <p:spPr>
              <a:xfrm rot="5245200">
                <a:off x="572400" y="6179760"/>
                <a:ext cx="2098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" name=""/>
              <p:cNvSpPr/>
              <p:nvPr/>
            </p:nvSpPr>
            <p:spPr>
              <a:xfrm rot="4500000">
                <a:off x="828000" y="6107040"/>
                <a:ext cx="209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" name=""/>
              <p:cNvSpPr/>
              <p:nvPr/>
            </p:nvSpPr>
            <p:spPr>
              <a:xfrm rot="3805200">
                <a:off x="1063080" y="5997240"/>
                <a:ext cx="209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" name=""/>
              <p:cNvSpPr/>
              <p:nvPr/>
            </p:nvSpPr>
            <p:spPr>
              <a:xfrm rot="3060000">
                <a:off x="1290240" y="5854320"/>
                <a:ext cx="2098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" name=""/>
              <p:cNvSpPr/>
              <p:nvPr/>
            </p:nvSpPr>
            <p:spPr>
              <a:xfrm rot="2089800">
                <a:off x="1488600" y="5686200"/>
                <a:ext cx="209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" name=""/>
              <p:cNvSpPr/>
              <p:nvPr/>
            </p:nvSpPr>
            <p:spPr>
              <a:xfrm rot="14431200">
                <a:off x="-28440" y="3978000"/>
                <a:ext cx="209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" name=""/>
              <p:cNvSpPr/>
              <p:nvPr/>
            </p:nvSpPr>
            <p:spPr>
              <a:xfrm rot="15193200">
                <a:off x="215640" y="3862080"/>
                <a:ext cx="209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" name=""/>
              <p:cNvSpPr/>
              <p:nvPr/>
            </p:nvSpPr>
            <p:spPr>
              <a:xfrm rot="16629000">
                <a:off x="709560" y="3752640"/>
                <a:ext cx="2188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" name=""/>
              <p:cNvSpPr/>
              <p:nvPr/>
            </p:nvSpPr>
            <p:spPr>
              <a:xfrm rot="17301000">
                <a:off x="947520" y="3746160"/>
                <a:ext cx="2379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" name=""/>
              <p:cNvSpPr/>
              <p:nvPr/>
            </p:nvSpPr>
            <p:spPr>
              <a:xfrm rot="17923200">
                <a:off x="1173600" y="3786840"/>
                <a:ext cx="2462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" name=""/>
              <p:cNvSpPr/>
              <p:nvPr/>
            </p:nvSpPr>
            <p:spPr>
              <a:xfrm rot="18411000">
                <a:off x="1379880" y="3856680"/>
                <a:ext cx="2649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" name=""/>
              <p:cNvSpPr/>
              <p:nvPr/>
            </p:nvSpPr>
            <p:spPr>
              <a:xfrm rot="18989400">
                <a:off x="1562040" y="3963960"/>
                <a:ext cx="2653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" name=""/>
              <p:cNvSpPr/>
              <p:nvPr/>
            </p:nvSpPr>
            <p:spPr>
              <a:xfrm rot="19409400">
                <a:off x="1706040" y="4103280"/>
                <a:ext cx="2746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" name=""/>
              <p:cNvSpPr/>
              <p:nvPr/>
            </p:nvSpPr>
            <p:spPr>
              <a:xfrm rot="19871400">
                <a:off x="1820880" y="4267080"/>
                <a:ext cx="2649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1" name=""/>
              <p:cNvSpPr/>
              <p:nvPr/>
            </p:nvSpPr>
            <p:spPr>
              <a:xfrm rot="20427600">
                <a:off x="1901520" y="4452840"/>
                <a:ext cx="2649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" name=""/>
              <p:cNvSpPr/>
              <p:nvPr/>
            </p:nvSpPr>
            <p:spPr>
              <a:xfrm rot="20845800">
                <a:off x="1933200" y="4651200"/>
                <a:ext cx="2649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3" name=""/>
              <p:cNvSpPr/>
              <p:nvPr/>
            </p:nvSpPr>
            <p:spPr>
              <a:xfrm rot="21312000">
                <a:off x="1925280" y="4867200"/>
                <a:ext cx="2649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" name=""/>
              <p:cNvSpPr/>
              <p:nvPr/>
            </p:nvSpPr>
            <p:spPr>
              <a:xfrm rot="696600">
                <a:off x="1787040" y="5297400"/>
                <a:ext cx="2383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5" name=""/>
              <p:cNvSpPr/>
              <p:nvPr/>
            </p:nvSpPr>
            <p:spPr>
              <a:xfrm rot="1529400">
                <a:off x="1652400" y="5500800"/>
                <a:ext cx="2221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6" name=""/>
              <p:cNvSpPr/>
              <p:nvPr/>
            </p:nvSpPr>
            <p:spPr>
              <a:xfrm>
                <a:off x="1349280" y="4978440"/>
                <a:ext cx="324000" cy="190440"/>
              </a:xfrm>
              <a:custGeom>
                <a:avLst/>
                <a:gdLst/>
                <a:ahLst/>
                <a:rect l="l" t="t" r="r" b="b"/>
                <a:pathLst>
                  <a:path w="204" h="120">
                    <a:moveTo>
                      <a:pt x="168" y="120"/>
                    </a:moveTo>
                    <a:lnTo>
                      <a:pt x="204" y="12"/>
                    </a:lnTo>
                    <a:lnTo>
                      <a:pt x="42" y="0"/>
                    </a:lnTo>
                    <a:lnTo>
                      <a:pt x="0" y="108"/>
                    </a:lnTo>
                    <a:lnTo>
                      <a:pt x="30" y="114"/>
                    </a:lnTo>
                    <a:lnTo>
                      <a:pt x="60" y="30"/>
                    </a:lnTo>
                    <a:lnTo>
                      <a:pt x="102" y="36"/>
                    </a:lnTo>
                    <a:lnTo>
                      <a:pt x="78" y="108"/>
                    </a:lnTo>
                    <a:lnTo>
                      <a:pt x="102" y="108"/>
                    </a:lnTo>
                    <a:lnTo>
                      <a:pt x="132" y="36"/>
                    </a:lnTo>
                    <a:lnTo>
                      <a:pt x="162" y="36"/>
                    </a:lnTo>
                    <a:lnTo>
                      <a:pt x="138" y="114"/>
                    </a:lnTo>
                    <a:lnTo>
                      <a:pt x="168" y="120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7" name=""/>
              <p:cNvSpPr/>
              <p:nvPr/>
            </p:nvSpPr>
            <p:spPr>
              <a:xfrm>
                <a:off x="30240" y="4321080"/>
                <a:ext cx="142920" cy="123840"/>
              </a:xfrm>
              <a:custGeom>
                <a:avLst/>
                <a:gdLst/>
                <a:ahLst/>
                <a:rect l="l" t="t" r="r" b="b"/>
                <a:pathLst>
                  <a:path w="90" h="78">
                    <a:moveTo>
                      <a:pt x="66" y="36"/>
                    </a:moveTo>
                    <a:lnTo>
                      <a:pt x="66" y="36"/>
                    </a:lnTo>
                    <a:lnTo>
                      <a:pt x="18" y="24"/>
                    </a:lnTo>
                    <a:lnTo>
                      <a:pt x="0" y="30"/>
                    </a:lnTo>
                    <a:lnTo>
                      <a:pt x="36" y="78"/>
                    </a:lnTo>
                    <a:lnTo>
                      <a:pt x="48" y="72"/>
                    </a:lnTo>
                    <a:lnTo>
                      <a:pt x="24" y="36"/>
                    </a:lnTo>
                    <a:lnTo>
                      <a:pt x="24" y="36"/>
                    </a:lnTo>
                    <a:lnTo>
                      <a:pt x="72" y="54"/>
                    </a:lnTo>
                    <a:lnTo>
                      <a:pt x="90" y="42"/>
                    </a:lnTo>
                    <a:lnTo>
                      <a:pt x="54" y="0"/>
                    </a:lnTo>
                    <a:lnTo>
                      <a:pt x="42" y="6"/>
                    </a:lnTo>
                    <a:lnTo>
                      <a:pt x="66" y="36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8" name=""/>
              <p:cNvSpPr/>
              <p:nvPr/>
            </p:nvSpPr>
            <p:spPr>
              <a:xfrm>
                <a:off x="154080" y="4208400"/>
                <a:ext cx="160200" cy="141480"/>
              </a:xfrm>
              <a:custGeom>
                <a:avLst/>
                <a:gdLst/>
                <a:ahLst/>
                <a:rect l="l" t="t" r="r" b="b"/>
                <a:pathLst>
                  <a:path w="101" h="89">
                    <a:moveTo>
                      <a:pt x="54" y="89"/>
                    </a:moveTo>
                    <a:lnTo>
                      <a:pt x="65" y="83"/>
                    </a:lnTo>
                    <a:lnTo>
                      <a:pt x="48" y="35"/>
                    </a:lnTo>
                    <a:lnTo>
                      <a:pt x="89" y="65"/>
                    </a:lnTo>
                    <a:lnTo>
                      <a:pt x="101" y="59"/>
                    </a:lnTo>
                    <a:lnTo>
                      <a:pt x="83" y="0"/>
                    </a:lnTo>
                    <a:lnTo>
                      <a:pt x="71" y="12"/>
                    </a:lnTo>
                    <a:lnTo>
                      <a:pt x="83" y="41"/>
                    </a:lnTo>
                    <a:lnTo>
                      <a:pt x="48" y="23"/>
                    </a:lnTo>
                    <a:lnTo>
                      <a:pt x="36" y="29"/>
                    </a:lnTo>
                    <a:lnTo>
                      <a:pt x="45" y="68"/>
                    </a:lnTo>
                    <a:lnTo>
                      <a:pt x="18" y="41"/>
                    </a:lnTo>
                    <a:lnTo>
                      <a:pt x="0" y="53"/>
                    </a:lnTo>
                    <a:lnTo>
                      <a:pt x="54" y="89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9" name=""/>
              <p:cNvSpPr/>
              <p:nvPr/>
            </p:nvSpPr>
            <p:spPr>
              <a:xfrm>
                <a:off x="1074600" y="5559480"/>
                <a:ext cx="131760" cy="123840"/>
              </a:xfrm>
              <a:custGeom>
                <a:avLst/>
                <a:gdLst/>
                <a:ahLst/>
                <a:rect l="l" t="t" r="r" b="b"/>
                <a:pathLst>
                  <a:path w="83" h="78">
                    <a:moveTo>
                      <a:pt x="36" y="78"/>
                    </a:moveTo>
                    <a:lnTo>
                      <a:pt x="83" y="48"/>
                    </a:lnTo>
                    <a:lnTo>
                      <a:pt x="54" y="0"/>
                    </a:lnTo>
                    <a:lnTo>
                      <a:pt x="0" y="30"/>
                    </a:lnTo>
                    <a:lnTo>
                      <a:pt x="6" y="36"/>
                    </a:lnTo>
                    <a:lnTo>
                      <a:pt x="42" y="18"/>
                    </a:lnTo>
                    <a:lnTo>
                      <a:pt x="54" y="30"/>
                    </a:lnTo>
                    <a:lnTo>
                      <a:pt x="24" y="48"/>
                    </a:lnTo>
                    <a:lnTo>
                      <a:pt x="30" y="54"/>
                    </a:lnTo>
                    <a:lnTo>
                      <a:pt x="60" y="36"/>
                    </a:lnTo>
                    <a:lnTo>
                      <a:pt x="66" y="48"/>
                    </a:lnTo>
                    <a:lnTo>
                      <a:pt x="30" y="66"/>
                    </a:lnTo>
                    <a:lnTo>
                      <a:pt x="36" y="78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0" name=""/>
              <p:cNvSpPr/>
              <p:nvPr/>
            </p:nvSpPr>
            <p:spPr>
              <a:xfrm>
                <a:off x="1492200" y="4416480"/>
                <a:ext cx="142920" cy="114120"/>
              </a:xfrm>
              <a:custGeom>
                <a:avLst/>
                <a:gdLst/>
                <a:ahLst/>
                <a:rect l="l" t="t" r="r" b="b"/>
                <a:pathLst>
                  <a:path w="90" h="72">
                    <a:moveTo>
                      <a:pt x="90" y="30"/>
                    </a:moveTo>
                    <a:lnTo>
                      <a:pt x="66" y="0"/>
                    </a:lnTo>
                    <a:lnTo>
                      <a:pt x="0" y="36"/>
                    </a:lnTo>
                    <a:lnTo>
                      <a:pt x="24" y="72"/>
                    </a:lnTo>
                    <a:lnTo>
                      <a:pt x="36" y="66"/>
                    </a:lnTo>
                    <a:lnTo>
                      <a:pt x="18" y="42"/>
                    </a:lnTo>
                    <a:lnTo>
                      <a:pt x="36" y="30"/>
                    </a:lnTo>
                    <a:lnTo>
                      <a:pt x="54" y="54"/>
                    </a:lnTo>
                    <a:lnTo>
                      <a:pt x="60" y="48"/>
                    </a:lnTo>
                    <a:lnTo>
                      <a:pt x="48" y="24"/>
                    </a:lnTo>
                    <a:lnTo>
                      <a:pt x="60" y="12"/>
                    </a:lnTo>
                    <a:lnTo>
                      <a:pt x="78" y="42"/>
                    </a:lnTo>
                    <a:lnTo>
                      <a:pt x="90" y="30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1" name=""/>
              <p:cNvSpPr/>
              <p:nvPr/>
            </p:nvSpPr>
            <p:spPr>
              <a:xfrm>
                <a:off x="1425600" y="4311720"/>
                <a:ext cx="142920" cy="133200"/>
              </a:xfrm>
              <a:custGeom>
                <a:avLst/>
                <a:gdLst/>
                <a:ahLst/>
                <a:rect l="l" t="t" r="r" b="b"/>
                <a:pathLst>
                  <a:path w="90" h="84">
                    <a:moveTo>
                      <a:pt x="42" y="60"/>
                    </a:moveTo>
                    <a:lnTo>
                      <a:pt x="42" y="60"/>
                    </a:lnTo>
                    <a:lnTo>
                      <a:pt x="72" y="12"/>
                    </a:lnTo>
                    <a:lnTo>
                      <a:pt x="66" y="0"/>
                    </a:lnTo>
                    <a:lnTo>
                      <a:pt x="0" y="42"/>
                    </a:lnTo>
                    <a:lnTo>
                      <a:pt x="6" y="54"/>
                    </a:lnTo>
                    <a:lnTo>
                      <a:pt x="54" y="24"/>
                    </a:lnTo>
                    <a:lnTo>
                      <a:pt x="54" y="24"/>
                    </a:lnTo>
                    <a:lnTo>
                      <a:pt x="18" y="72"/>
                    </a:lnTo>
                    <a:lnTo>
                      <a:pt x="24" y="84"/>
                    </a:lnTo>
                    <a:lnTo>
                      <a:pt x="90" y="42"/>
                    </a:lnTo>
                    <a:lnTo>
                      <a:pt x="84" y="30"/>
                    </a:lnTo>
                    <a:lnTo>
                      <a:pt x="42" y="60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2" name=""/>
              <p:cNvSpPr/>
              <p:nvPr/>
            </p:nvSpPr>
            <p:spPr>
              <a:xfrm>
                <a:off x="11160" y="6091200"/>
                <a:ext cx="9360" cy="19080"/>
              </a:xfrm>
              <a:custGeom>
                <a:avLst/>
                <a:gdLst/>
                <a:ahLst/>
                <a:rect l="l" t="t" r="r" b="b"/>
                <a:pathLst>
                  <a:path w="6" h="12">
                    <a:moveTo>
                      <a:pt x="6" y="0"/>
                    </a:moveTo>
                    <a:lnTo>
                      <a:pt x="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7720" bIns="-2772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3" name=""/>
              <p:cNvSpPr/>
              <p:nvPr/>
            </p:nvSpPr>
            <p:spPr>
              <a:xfrm>
                <a:off x="11160" y="4056120"/>
                <a:ext cx="47520" cy="76320"/>
              </a:xfrm>
              <a:custGeom>
                <a:avLst/>
                <a:gdLst/>
                <a:ahLst/>
                <a:rect l="l" t="t" r="r" b="b"/>
                <a:pathLst>
                  <a:path w="30" h="48">
                    <a:moveTo>
                      <a:pt x="18" y="48"/>
                    </a:moveTo>
                    <a:lnTo>
                      <a:pt x="18" y="48"/>
                    </a:lnTo>
                    <a:lnTo>
                      <a:pt x="30" y="42"/>
                    </a:lnTo>
                    <a:lnTo>
                      <a:pt x="0" y="0"/>
                    </a:lnTo>
                    <a:lnTo>
                      <a:pt x="0" y="24"/>
                    </a:lnTo>
                    <a:lnTo>
                      <a:pt x="18" y="48"/>
                    </a:lnTo>
                    <a:lnTo>
                      <a:pt x="18" y="48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9520" bIns="2952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" name=""/>
              <p:cNvSpPr/>
              <p:nvPr/>
            </p:nvSpPr>
            <p:spPr>
              <a:xfrm>
                <a:off x="11160" y="6100920"/>
                <a:ext cx="57240" cy="104760"/>
              </a:xfrm>
              <a:custGeom>
                <a:avLst/>
                <a:gdLst/>
                <a:ahLst/>
                <a:rect l="l" t="t" r="r" b="b"/>
                <a:pathLst>
                  <a:path w="36" h="66">
                    <a:moveTo>
                      <a:pt x="36" y="0"/>
                    </a:moveTo>
                    <a:lnTo>
                      <a:pt x="24" y="0"/>
                    </a:lnTo>
                    <a:lnTo>
                      <a:pt x="24" y="0"/>
                    </a:lnTo>
                    <a:lnTo>
                      <a:pt x="0" y="36"/>
                    </a:lnTo>
                    <a:lnTo>
                      <a:pt x="0" y="66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" name=""/>
              <p:cNvSpPr/>
              <p:nvPr/>
            </p:nvSpPr>
            <p:spPr>
              <a:xfrm rot="244800">
                <a:off x="1868400" y="5081760"/>
                <a:ext cx="25560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6" name=""/>
              <p:cNvSpPr/>
              <p:nvPr/>
            </p:nvSpPr>
            <p:spPr>
              <a:xfrm rot="16001400">
                <a:off x="460440" y="3787560"/>
                <a:ext cx="2188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7" name=""/>
              <p:cNvSpPr/>
              <p:nvPr/>
            </p:nvSpPr>
            <p:spPr>
              <a:xfrm>
                <a:off x="220680" y="5672160"/>
                <a:ext cx="228600" cy="244440"/>
              </a:xfrm>
              <a:custGeom>
                <a:avLst/>
                <a:gdLst/>
                <a:ahLst/>
                <a:rect l="l" t="t" r="r" b="b"/>
                <a:pathLst>
                  <a:path w="144" h="154">
                    <a:moveTo>
                      <a:pt x="0" y="102"/>
                    </a:moveTo>
                    <a:cubicBezTo>
                      <a:pt x="6" y="140"/>
                      <a:pt x="25" y="154"/>
                      <a:pt x="59" y="154"/>
                    </a:cubicBezTo>
                    <a:cubicBezTo>
                      <a:pt x="111" y="152"/>
                      <a:pt x="106" y="130"/>
                      <a:pt x="117" y="120"/>
                    </a:cubicBezTo>
                    <a:cubicBezTo>
                      <a:pt x="119" y="61"/>
                      <a:pt x="84" y="84"/>
                      <a:pt x="62" y="55"/>
                    </a:cubicBezTo>
                    <a:cubicBezTo>
                      <a:pt x="59" y="42"/>
                      <a:pt x="78" y="11"/>
                      <a:pt x="104" y="34"/>
                    </a:cubicBezTo>
                    <a:cubicBezTo>
                      <a:pt x="108" y="41"/>
                      <a:pt x="111" y="51"/>
                      <a:pt x="117" y="53"/>
                    </a:cubicBezTo>
                    <a:cubicBezTo>
                      <a:pt x="123" y="55"/>
                      <a:pt x="144" y="55"/>
                      <a:pt x="141" y="47"/>
                    </a:cubicBezTo>
                    <a:cubicBezTo>
                      <a:pt x="138" y="39"/>
                      <a:pt x="126" y="5"/>
                      <a:pt x="97" y="2"/>
                    </a:cubicBezTo>
                    <a:cubicBezTo>
                      <a:pt x="77" y="0"/>
                      <a:pt x="48" y="0"/>
                      <a:pt x="36" y="33"/>
                    </a:cubicBezTo>
                    <a:cubicBezTo>
                      <a:pt x="15" y="89"/>
                      <a:pt x="83" y="79"/>
                      <a:pt x="90" y="107"/>
                    </a:cubicBezTo>
                    <a:cubicBezTo>
                      <a:pt x="96" y="130"/>
                      <a:pt x="34" y="147"/>
                      <a:pt x="28" y="101"/>
                    </a:cubicBezTo>
                    <a:cubicBezTo>
                      <a:pt x="12" y="104"/>
                      <a:pt x="15" y="98"/>
                      <a:pt x="0" y="102"/>
                    </a:cubicBez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8" name=""/>
              <p:cNvSpPr/>
              <p:nvPr/>
            </p:nvSpPr>
            <p:spPr>
              <a:xfrm rot="18742800">
                <a:off x="981720" y="5636160"/>
                <a:ext cx="108000" cy="109440"/>
              </a:xfrm>
              <a:custGeom>
                <a:avLst/>
                <a:gdLst/>
                <a:ahLst/>
                <a:rect l="l" t="t" r="r" b="b"/>
                <a:pathLst>
                  <a:path w="144" h="154">
                    <a:moveTo>
                      <a:pt x="0" y="102"/>
                    </a:moveTo>
                    <a:cubicBezTo>
                      <a:pt x="6" y="140"/>
                      <a:pt x="25" y="154"/>
                      <a:pt x="59" y="154"/>
                    </a:cubicBezTo>
                    <a:cubicBezTo>
                      <a:pt x="111" y="152"/>
                      <a:pt x="106" y="130"/>
                      <a:pt x="117" y="120"/>
                    </a:cubicBezTo>
                    <a:cubicBezTo>
                      <a:pt x="113" y="47"/>
                      <a:pt x="84" y="84"/>
                      <a:pt x="62" y="55"/>
                    </a:cubicBezTo>
                    <a:cubicBezTo>
                      <a:pt x="59" y="42"/>
                      <a:pt x="78" y="11"/>
                      <a:pt x="104" y="34"/>
                    </a:cubicBezTo>
                    <a:cubicBezTo>
                      <a:pt x="108" y="41"/>
                      <a:pt x="111" y="51"/>
                      <a:pt x="117" y="53"/>
                    </a:cubicBezTo>
                    <a:cubicBezTo>
                      <a:pt x="123" y="55"/>
                      <a:pt x="144" y="55"/>
                      <a:pt x="141" y="47"/>
                    </a:cubicBezTo>
                    <a:cubicBezTo>
                      <a:pt x="138" y="39"/>
                      <a:pt x="126" y="5"/>
                      <a:pt x="97" y="2"/>
                    </a:cubicBezTo>
                    <a:cubicBezTo>
                      <a:pt x="77" y="0"/>
                      <a:pt x="48" y="0"/>
                      <a:pt x="36" y="33"/>
                    </a:cubicBezTo>
                    <a:cubicBezTo>
                      <a:pt x="15" y="89"/>
                      <a:pt x="83" y="79"/>
                      <a:pt x="90" y="107"/>
                    </a:cubicBezTo>
                    <a:cubicBezTo>
                      <a:pt x="96" y="130"/>
                      <a:pt x="34" y="147"/>
                      <a:pt x="28" y="101"/>
                    </a:cubicBezTo>
                    <a:cubicBezTo>
                      <a:pt x="12" y="104"/>
                      <a:pt x="15" y="98"/>
                      <a:pt x="0" y="102"/>
                    </a:cubicBez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9" name=""/>
              <p:cNvSpPr/>
              <p:nvPr/>
            </p:nvSpPr>
            <p:spPr>
              <a:xfrm>
                <a:off x="372960" y="3973680"/>
                <a:ext cx="552600" cy="2019240"/>
              </a:xfrm>
              <a:custGeom>
                <a:avLst/>
                <a:gdLst/>
                <a:ahLst/>
                <a:rect l="l" t="t" r="r" b="b"/>
                <a:pathLst>
                  <a:path w="348" h="1272">
                    <a:moveTo>
                      <a:pt x="0" y="0"/>
                    </a:moveTo>
                    <a:lnTo>
                      <a:pt x="287" y="582"/>
                    </a:lnTo>
                    <a:lnTo>
                      <a:pt x="348" y="1272"/>
                    </a:lnTo>
                    <a:lnTo>
                      <a:pt x="54" y="67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75967"/>
                  </a:gs>
                  <a:gs pos="100000">
                    <a:srgbClr val="5b5d6b"/>
                  </a:gs>
                </a:gsLst>
                <a:lin ang="81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0" name=""/>
              <p:cNvSpPr/>
              <p:nvPr/>
            </p:nvSpPr>
            <p:spPr>
              <a:xfrm rot="19915200">
                <a:off x="469800" y="4836600"/>
                <a:ext cx="351000" cy="276480"/>
              </a:xfrm>
              <a:prstGeom prst="ellipse">
                <a:avLst/>
              </a:prstGeom>
              <a:gradFill rotWithShape="0">
                <a:gsLst>
                  <a:gs pos="0">
                    <a:srgbClr val="525460"/>
                  </a:gs>
                  <a:gs pos="50000">
                    <a:srgbClr val="5b5d6b"/>
                  </a:gs>
                  <a:gs pos="100000">
                    <a:srgbClr val="525460"/>
                  </a:gs>
                </a:gsLst>
                <a:lin ang="81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301680" y="228240"/>
            <a:ext cx="854064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Clique para editar o formato do texto do título</a:t>
            </a:r>
            <a:endParaRPr b="0" lang="pt-BR" sz="44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 type="dt" idx="1"/>
          </p:nvPr>
        </p:nvSpPr>
        <p:spPr>
          <a:xfrm>
            <a:off x="301320" y="6244920"/>
            <a:ext cx="22892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PlaceHolder 4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2892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E4E751E-7A00-4C4B-81D7-F75CA04D09DD}" type="slidenum"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PlaceHolder 5"/>
          <p:cNvSpPr>
            <a:spLocks noGrp="1"/>
          </p:cNvSpPr>
          <p:nvPr>
            <p:ph type="body"/>
          </p:nvPr>
        </p:nvSpPr>
        <p:spPr>
          <a:xfrm>
            <a:off x="301680" y="1599840"/>
            <a:ext cx="8540640" cy="4498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a3c145"/>
              </a:buClr>
              <a:buSzPct val="80000"/>
              <a:buFont typeface="Arial"/>
              <a:buChar char="►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6fa9b7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2.º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a3c145"/>
              </a:buClr>
              <a:buSzPct val="80000"/>
              <a:buFont typeface="Arial"/>
              <a:buChar char="►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3.º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6fa9b7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4.º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a3c145"/>
              </a:buClr>
              <a:buSzPct val="80000"/>
              <a:buFont typeface="Arial"/>
              <a:buChar char="►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5.º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SzPct val="80000"/>
              <a:buFont typeface="Arial"/>
              <a:buChar char="►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6.º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SzPct val="80000"/>
              <a:buFont typeface="Arial"/>
              <a:buChar char="►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7.º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ítulo1">
    <p:bg>
      <p:bgPr>
        <a:gradFill rotWithShape="0">
          <a:gsLst>
            <a:gs pos="0">
              <a:srgbClr val="5a5c6c"/>
            </a:gs>
            <a:gs pos="100000">
              <a:srgbClr val="515361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"/>
          <p:cNvGrpSpPr/>
          <p:nvPr/>
        </p:nvGrpSpPr>
        <p:grpSpPr>
          <a:xfrm>
            <a:off x="3600" y="1422360"/>
            <a:ext cx="9143640" cy="5435640"/>
            <a:chOff x="3600" y="1422360"/>
            <a:chExt cx="9143640" cy="5435640"/>
          </a:xfrm>
        </p:grpSpPr>
        <p:grpSp>
          <p:nvGrpSpPr>
            <p:cNvPr id="157" name=""/>
            <p:cNvGrpSpPr/>
            <p:nvPr/>
          </p:nvGrpSpPr>
          <p:grpSpPr>
            <a:xfrm>
              <a:off x="31680" y="1422360"/>
              <a:ext cx="9115560" cy="5435640"/>
              <a:chOff x="31680" y="1422360"/>
              <a:chExt cx="9115560" cy="5435640"/>
            </a:xfrm>
          </p:grpSpPr>
          <p:sp>
            <p:nvSpPr>
              <p:cNvPr id="158" name=""/>
              <p:cNvSpPr/>
              <p:nvPr/>
            </p:nvSpPr>
            <p:spPr>
              <a:xfrm>
                <a:off x="2220840" y="1771560"/>
                <a:ext cx="4469040" cy="3349800"/>
              </a:xfrm>
              <a:custGeom>
                <a:avLst/>
                <a:gdLst/>
                <a:ahLst/>
                <a:rect l="l" t="t" r="r" b="b"/>
                <a:pathLst>
                  <a:path w="2815" h="2110">
                    <a:moveTo>
                      <a:pt x="950" y="85"/>
                    </a:moveTo>
                    <a:lnTo>
                      <a:pt x="628" y="438"/>
                    </a:lnTo>
                    <a:lnTo>
                      <a:pt x="66" y="471"/>
                    </a:lnTo>
                    <a:lnTo>
                      <a:pt x="0" y="627"/>
                    </a:lnTo>
                    <a:lnTo>
                      <a:pt x="372" y="1026"/>
                    </a:lnTo>
                    <a:lnTo>
                      <a:pt x="611" y="902"/>
                    </a:lnTo>
                    <a:lnTo>
                      <a:pt x="992" y="1085"/>
                    </a:lnTo>
                    <a:lnTo>
                      <a:pt x="1116" y="1339"/>
                    </a:lnTo>
                    <a:lnTo>
                      <a:pt x="1083" y="1450"/>
                    </a:lnTo>
                    <a:lnTo>
                      <a:pt x="1124" y="1659"/>
                    </a:lnTo>
                    <a:lnTo>
                      <a:pt x="1149" y="1999"/>
                    </a:lnTo>
                    <a:lnTo>
                      <a:pt x="1463" y="2110"/>
                    </a:lnTo>
                    <a:lnTo>
                      <a:pt x="1686" y="2025"/>
                    </a:lnTo>
                    <a:lnTo>
                      <a:pt x="1603" y="1777"/>
                    </a:lnTo>
                    <a:lnTo>
                      <a:pt x="1991" y="1555"/>
                    </a:lnTo>
                    <a:lnTo>
                      <a:pt x="2281" y="1542"/>
                    </a:lnTo>
                    <a:lnTo>
                      <a:pt x="2446" y="1359"/>
                    </a:lnTo>
                    <a:lnTo>
                      <a:pt x="2361" y="1001"/>
                    </a:lnTo>
                    <a:lnTo>
                      <a:pt x="2606" y="893"/>
                    </a:lnTo>
                    <a:lnTo>
                      <a:pt x="2815" y="454"/>
                    </a:lnTo>
                    <a:lnTo>
                      <a:pt x="2518" y="0"/>
                    </a:lnTo>
                  </a:path>
                </a:pathLst>
              </a:custGeom>
              <a:noFill/>
              <a:ln w="1512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9" name=""/>
              <p:cNvSpPr/>
              <p:nvPr/>
            </p:nvSpPr>
            <p:spPr>
              <a:xfrm>
                <a:off x="1066680" y="1771560"/>
                <a:ext cx="6296040" cy="3756240"/>
              </a:xfrm>
              <a:custGeom>
                <a:avLst/>
                <a:gdLst/>
                <a:ahLst/>
                <a:rect l="l" t="t" r="r" b="b"/>
                <a:pathLst>
                  <a:path w="3966" h="2366">
                    <a:moveTo>
                      <a:pt x="1423" y="65"/>
                    </a:moveTo>
                    <a:lnTo>
                      <a:pt x="1148" y="262"/>
                    </a:lnTo>
                    <a:lnTo>
                      <a:pt x="934" y="216"/>
                    </a:lnTo>
                    <a:lnTo>
                      <a:pt x="529" y="314"/>
                    </a:lnTo>
                    <a:lnTo>
                      <a:pt x="174" y="327"/>
                    </a:lnTo>
                    <a:lnTo>
                      <a:pt x="0" y="628"/>
                    </a:lnTo>
                    <a:lnTo>
                      <a:pt x="91" y="726"/>
                    </a:lnTo>
                    <a:lnTo>
                      <a:pt x="231" y="654"/>
                    </a:lnTo>
                    <a:lnTo>
                      <a:pt x="430" y="687"/>
                    </a:lnTo>
                    <a:lnTo>
                      <a:pt x="504" y="850"/>
                    </a:lnTo>
                    <a:lnTo>
                      <a:pt x="347" y="1020"/>
                    </a:lnTo>
                    <a:lnTo>
                      <a:pt x="529" y="1144"/>
                    </a:lnTo>
                    <a:lnTo>
                      <a:pt x="727" y="1105"/>
                    </a:lnTo>
                    <a:lnTo>
                      <a:pt x="901" y="1216"/>
                    </a:lnTo>
                    <a:lnTo>
                      <a:pt x="1256" y="1229"/>
                    </a:lnTo>
                    <a:lnTo>
                      <a:pt x="1611" y="1425"/>
                    </a:lnTo>
                    <a:lnTo>
                      <a:pt x="1694" y="1673"/>
                    </a:lnTo>
                    <a:lnTo>
                      <a:pt x="1619" y="2118"/>
                    </a:lnTo>
                    <a:lnTo>
                      <a:pt x="1694" y="2268"/>
                    </a:lnTo>
                    <a:lnTo>
                      <a:pt x="2132" y="2242"/>
                    </a:lnTo>
                    <a:lnTo>
                      <a:pt x="2289" y="2366"/>
                    </a:lnTo>
                    <a:lnTo>
                      <a:pt x="2594" y="2046"/>
                    </a:lnTo>
                    <a:lnTo>
                      <a:pt x="2537" y="1817"/>
                    </a:lnTo>
                    <a:lnTo>
                      <a:pt x="2818" y="1673"/>
                    </a:lnTo>
                    <a:lnTo>
                      <a:pt x="3016" y="1719"/>
                    </a:lnTo>
                    <a:lnTo>
                      <a:pt x="3280" y="1615"/>
                    </a:lnTo>
                    <a:lnTo>
                      <a:pt x="3405" y="1174"/>
                    </a:lnTo>
                    <a:lnTo>
                      <a:pt x="3643" y="922"/>
                    </a:lnTo>
                    <a:lnTo>
                      <a:pt x="3966" y="896"/>
                    </a:lnTo>
                    <a:lnTo>
                      <a:pt x="3908" y="733"/>
                    </a:lnTo>
                    <a:lnTo>
                      <a:pt x="3669" y="563"/>
                    </a:lnTo>
                    <a:lnTo>
                      <a:pt x="3817" y="210"/>
                    </a:lnTo>
                    <a:lnTo>
                      <a:pt x="3590" y="0"/>
                    </a:lnTo>
                  </a:path>
                </a:pathLst>
              </a:custGeom>
              <a:noFill/>
              <a:ln w="1656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0" name=""/>
              <p:cNvSpPr/>
              <p:nvPr/>
            </p:nvSpPr>
            <p:spPr>
              <a:xfrm>
                <a:off x="31680" y="1697040"/>
                <a:ext cx="9099720" cy="4932360"/>
              </a:xfrm>
              <a:custGeom>
                <a:avLst/>
                <a:gdLst/>
                <a:ahLst/>
                <a:rect l="l" t="t" r="r" b="b"/>
                <a:pathLst>
                  <a:path w="5732" h="3107">
                    <a:moveTo>
                      <a:pt x="81" y="0"/>
                    </a:moveTo>
                    <a:lnTo>
                      <a:pt x="133" y="328"/>
                    </a:lnTo>
                    <a:lnTo>
                      <a:pt x="0" y="666"/>
                    </a:lnTo>
                    <a:lnTo>
                      <a:pt x="83" y="1221"/>
                    </a:lnTo>
                    <a:lnTo>
                      <a:pt x="413" y="1515"/>
                    </a:lnTo>
                    <a:lnTo>
                      <a:pt x="881" y="1700"/>
                    </a:lnTo>
                    <a:lnTo>
                      <a:pt x="1440" y="1651"/>
                    </a:lnTo>
                    <a:lnTo>
                      <a:pt x="1755" y="1940"/>
                    </a:lnTo>
                    <a:lnTo>
                      <a:pt x="1653" y="2126"/>
                    </a:lnTo>
                    <a:lnTo>
                      <a:pt x="1136" y="2142"/>
                    </a:lnTo>
                    <a:lnTo>
                      <a:pt x="911" y="2021"/>
                    </a:lnTo>
                    <a:lnTo>
                      <a:pt x="739" y="2142"/>
                    </a:lnTo>
                    <a:lnTo>
                      <a:pt x="954" y="2524"/>
                    </a:lnTo>
                    <a:lnTo>
                      <a:pt x="973" y="2905"/>
                    </a:lnTo>
                    <a:lnTo>
                      <a:pt x="1511" y="3107"/>
                    </a:lnTo>
                    <a:lnTo>
                      <a:pt x="1644" y="2922"/>
                    </a:lnTo>
                    <a:lnTo>
                      <a:pt x="2077" y="2797"/>
                    </a:lnTo>
                    <a:lnTo>
                      <a:pt x="2610" y="2962"/>
                    </a:lnTo>
                    <a:lnTo>
                      <a:pt x="3222" y="2812"/>
                    </a:lnTo>
                    <a:lnTo>
                      <a:pt x="3443" y="2922"/>
                    </a:lnTo>
                    <a:lnTo>
                      <a:pt x="3861" y="2648"/>
                    </a:lnTo>
                    <a:lnTo>
                      <a:pt x="4125" y="2311"/>
                    </a:lnTo>
                    <a:lnTo>
                      <a:pt x="4369" y="2318"/>
                    </a:lnTo>
                    <a:lnTo>
                      <a:pt x="4554" y="2445"/>
                    </a:lnTo>
                    <a:lnTo>
                      <a:pt x="5015" y="2142"/>
                    </a:lnTo>
                    <a:lnTo>
                      <a:pt x="5404" y="2185"/>
                    </a:lnTo>
                    <a:lnTo>
                      <a:pt x="5732" y="2069"/>
                    </a:lnTo>
                  </a:path>
                </a:pathLst>
              </a:custGeom>
              <a:noFill/>
              <a:ln w="1656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1" name=""/>
              <p:cNvSpPr/>
              <p:nvPr/>
            </p:nvSpPr>
            <p:spPr>
              <a:xfrm>
                <a:off x="384120" y="1817640"/>
                <a:ext cx="8750520" cy="4381560"/>
              </a:xfrm>
              <a:custGeom>
                <a:avLst/>
                <a:gdLst/>
                <a:ahLst/>
                <a:rect l="l" t="t" r="r" b="b"/>
                <a:pathLst>
                  <a:path w="5512" h="2760">
                    <a:moveTo>
                      <a:pt x="240" y="0"/>
                    </a:moveTo>
                    <a:lnTo>
                      <a:pt x="0" y="336"/>
                    </a:lnTo>
                    <a:lnTo>
                      <a:pt x="82" y="821"/>
                    </a:lnTo>
                    <a:lnTo>
                      <a:pt x="243" y="873"/>
                    </a:lnTo>
                    <a:lnTo>
                      <a:pt x="473" y="1087"/>
                    </a:lnTo>
                    <a:lnTo>
                      <a:pt x="557" y="1441"/>
                    </a:lnTo>
                    <a:lnTo>
                      <a:pt x="839" y="1499"/>
                    </a:lnTo>
                    <a:lnTo>
                      <a:pt x="1258" y="1349"/>
                    </a:lnTo>
                    <a:lnTo>
                      <a:pt x="1307" y="1493"/>
                    </a:lnTo>
                    <a:lnTo>
                      <a:pt x="1621" y="1513"/>
                    </a:lnTo>
                    <a:lnTo>
                      <a:pt x="1862" y="1865"/>
                    </a:lnTo>
                    <a:lnTo>
                      <a:pt x="1668" y="2166"/>
                    </a:lnTo>
                    <a:lnTo>
                      <a:pt x="1308" y="2217"/>
                    </a:lnTo>
                    <a:lnTo>
                      <a:pt x="992" y="2172"/>
                    </a:lnTo>
                    <a:lnTo>
                      <a:pt x="903" y="2244"/>
                    </a:lnTo>
                    <a:lnTo>
                      <a:pt x="1008" y="2415"/>
                    </a:lnTo>
                    <a:lnTo>
                      <a:pt x="992" y="2538"/>
                    </a:lnTo>
                    <a:lnTo>
                      <a:pt x="1137" y="2760"/>
                    </a:lnTo>
                    <a:lnTo>
                      <a:pt x="1661" y="2623"/>
                    </a:lnTo>
                    <a:lnTo>
                      <a:pt x="1725" y="2492"/>
                    </a:lnTo>
                    <a:lnTo>
                      <a:pt x="1895" y="2551"/>
                    </a:lnTo>
                    <a:lnTo>
                      <a:pt x="2338" y="2448"/>
                    </a:lnTo>
                    <a:lnTo>
                      <a:pt x="2443" y="2714"/>
                    </a:lnTo>
                    <a:lnTo>
                      <a:pt x="2870" y="2541"/>
                    </a:lnTo>
                    <a:lnTo>
                      <a:pt x="3264" y="2591"/>
                    </a:lnTo>
                    <a:lnTo>
                      <a:pt x="3522" y="2427"/>
                    </a:lnTo>
                    <a:lnTo>
                      <a:pt x="3594" y="2081"/>
                    </a:lnTo>
                    <a:lnTo>
                      <a:pt x="4013" y="2087"/>
                    </a:lnTo>
                    <a:lnTo>
                      <a:pt x="4070" y="1924"/>
                    </a:lnTo>
                    <a:lnTo>
                      <a:pt x="4239" y="1931"/>
                    </a:lnTo>
                    <a:lnTo>
                      <a:pt x="4465" y="2094"/>
                    </a:lnTo>
                    <a:lnTo>
                      <a:pt x="4836" y="1814"/>
                    </a:lnTo>
                    <a:lnTo>
                      <a:pt x="5225" y="1785"/>
                    </a:lnTo>
                    <a:lnTo>
                      <a:pt x="5367" y="1571"/>
                    </a:lnTo>
                    <a:lnTo>
                      <a:pt x="5512" y="1585"/>
                    </a:lnTo>
                  </a:path>
                </a:pathLst>
              </a:custGeom>
              <a:noFill/>
              <a:ln w="1512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2" name=""/>
              <p:cNvSpPr/>
              <p:nvPr/>
            </p:nvSpPr>
            <p:spPr>
              <a:xfrm>
                <a:off x="7683480" y="1562040"/>
                <a:ext cx="1254240" cy="1887480"/>
              </a:xfrm>
              <a:custGeom>
                <a:avLst/>
                <a:gdLst/>
                <a:ahLst/>
                <a:rect l="l" t="t" r="r" b="b"/>
                <a:pathLst>
                  <a:path w="790" h="1189">
                    <a:moveTo>
                      <a:pt x="139" y="0"/>
                    </a:moveTo>
                    <a:lnTo>
                      <a:pt x="210" y="233"/>
                    </a:lnTo>
                    <a:lnTo>
                      <a:pt x="159" y="643"/>
                    </a:lnTo>
                    <a:lnTo>
                      <a:pt x="454" y="771"/>
                    </a:lnTo>
                    <a:lnTo>
                      <a:pt x="605" y="1046"/>
                    </a:lnTo>
                    <a:lnTo>
                      <a:pt x="790" y="1189"/>
                    </a:lnTo>
                    <a:lnTo>
                      <a:pt x="540" y="1111"/>
                    </a:lnTo>
                    <a:lnTo>
                      <a:pt x="363" y="883"/>
                    </a:lnTo>
                    <a:lnTo>
                      <a:pt x="139" y="852"/>
                    </a:lnTo>
                    <a:lnTo>
                      <a:pt x="0" y="499"/>
                    </a:lnTo>
                    <a:lnTo>
                      <a:pt x="48" y="209"/>
                    </a:lnTo>
                  </a:path>
                </a:pathLst>
              </a:custGeom>
              <a:noFill/>
              <a:ln w="1512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3" name=""/>
              <p:cNvSpPr/>
              <p:nvPr/>
            </p:nvSpPr>
            <p:spPr>
              <a:xfrm>
                <a:off x="8211960" y="1422360"/>
                <a:ext cx="919440" cy="1773360"/>
              </a:xfrm>
              <a:custGeom>
                <a:avLst/>
                <a:gdLst/>
                <a:ahLst/>
                <a:rect l="l" t="t" r="r" b="b"/>
                <a:pathLst>
                  <a:path w="579" h="1117">
                    <a:moveTo>
                      <a:pt x="0" y="0"/>
                    </a:moveTo>
                    <a:lnTo>
                      <a:pt x="128" y="328"/>
                    </a:lnTo>
                    <a:lnTo>
                      <a:pt x="9" y="659"/>
                    </a:lnTo>
                    <a:lnTo>
                      <a:pt x="40" y="763"/>
                    </a:lnTo>
                    <a:lnTo>
                      <a:pt x="234" y="739"/>
                    </a:lnTo>
                    <a:lnTo>
                      <a:pt x="344" y="1055"/>
                    </a:lnTo>
                    <a:lnTo>
                      <a:pt x="579" y="1117"/>
                    </a:lnTo>
                  </a:path>
                </a:pathLst>
              </a:custGeom>
              <a:noFill/>
              <a:ln w="1656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4" name=""/>
              <p:cNvSpPr/>
              <p:nvPr/>
            </p:nvSpPr>
            <p:spPr>
              <a:xfrm>
                <a:off x="5224320" y="1536840"/>
                <a:ext cx="3922920" cy="3803400"/>
              </a:xfrm>
              <a:custGeom>
                <a:avLst/>
                <a:gdLst/>
                <a:ahLst/>
                <a:rect l="l" t="t" r="r" b="b"/>
                <a:pathLst>
                  <a:path w="2471" h="2396">
                    <a:moveTo>
                      <a:pt x="1118" y="0"/>
                    </a:moveTo>
                    <a:lnTo>
                      <a:pt x="1179" y="225"/>
                    </a:lnTo>
                    <a:lnTo>
                      <a:pt x="1393" y="339"/>
                    </a:lnTo>
                    <a:lnTo>
                      <a:pt x="1404" y="548"/>
                    </a:lnTo>
                    <a:lnTo>
                      <a:pt x="1342" y="732"/>
                    </a:lnTo>
                    <a:lnTo>
                      <a:pt x="1434" y="925"/>
                    </a:lnTo>
                    <a:lnTo>
                      <a:pt x="1455" y="1109"/>
                    </a:lnTo>
                    <a:lnTo>
                      <a:pt x="1311" y="1142"/>
                    </a:lnTo>
                    <a:lnTo>
                      <a:pt x="926" y="1384"/>
                    </a:lnTo>
                    <a:lnTo>
                      <a:pt x="975" y="1456"/>
                    </a:lnTo>
                    <a:lnTo>
                      <a:pt x="956" y="1624"/>
                    </a:lnTo>
                    <a:lnTo>
                      <a:pt x="782" y="1817"/>
                    </a:lnTo>
                    <a:lnTo>
                      <a:pt x="539" y="1978"/>
                    </a:lnTo>
                    <a:lnTo>
                      <a:pt x="152" y="2026"/>
                    </a:lnTo>
                    <a:lnTo>
                      <a:pt x="19" y="2251"/>
                    </a:lnTo>
                    <a:lnTo>
                      <a:pt x="0" y="2396"/>
                    </a:lnTo>
                    <a:lnTo>
                      <a:pt x="213" y="2179"/>
                    </a:lnTo>
                    <a:lnTo>
                      <a:pt x="629" y="2090"/>
                    </a:lnTo>
                    <a:lnTo>
                      <a:pt x="894" y="1906"/>
                    </a:lnTo>
                    <a:lnTo>
                      <a:pt x="1230" y="1986"/>
                    </a:lnTo>
                    <a:lnTo>
                      <a:pt x="1668" y="1906"/>
                    </a:lnTo>
                    <a:lnTo>
                      <a:pt x="1983" y="1745"/>
                    </a:lnTo>
                    <a:lnTo>
                      <a:pt x="2014" y="1600"/>
                    </a:lnTo>
                    <a:lnTo>
                      <a:pt x="2237" y="1496"/>
                    </a:lnTo>
                    <a:lnTo>
                      <a:pt x="2359" y="1552"/>
                    </a:lnTo>
                    <a:lnTo>
                      <a:pt x="2471" y="1479"/>
                    </a:lnTo>
                  </a:path>
                </a:pathLst>
              </a:custGeom>
              <a:noFill/>
              <a:ln w="1656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5" name=""/>
              <p:cNvSpPr/>
              <p:nvPr/>
            </p:nvSpPr>
            <p:spPr>
              <a:xfrm>
                <a:off x="3755880" y="1693800"/>
                <a:ext cx="2221200" cy="2141640"/>
              </a:xfrm>
              <a:custGeom>
                <a:avLst/>
                <a:gdLst/>
                <a:ahLst/>
                <a:rect l="l" t="t" r="r" b="b"/>
                <a:pathLst>
                  <a:path w="1399" h="1349">
                    <a:moveTo>
                      <a:pt x="620" y="155"/>
                    </a:moveTo>
                    <a:lnTo>
                      <a:pt x="421" y="155"/>
                    </a:lnTo>
                    <a:lnTo>
                      <a:pt x="205" y="507"/>
                    </a:lnTo>
                    <a:lnTo>
                      <a:pt x="0" y="673"/>
                    </a:lnTo>
                    <a:lnTo>
                      <a:pt x="487" y="783"/>
                    </a:lnTo>
                    <a:lnTo>
                      <a:pt x="425" y="1009"/>
                    </a:lnTo>
                    <a:lnTo>
                      <a:pt x="617" y="1086"/>
                    </a:lnTo>
                    <a:lnTo>
                      <a:pt x="498" y="1349"/>
                    </a:lnTo>
                    <a:lnTo>
                      <a:pt x="961" y="1035"/>
                    </a:lnTo>
                    <a:lnTo>
                      <a:pt x="926" y="776"/>
                    </a:lnTo>
                    <a:lnTo>
                      <a:pt x="1181" y="749"/>
                    </a:lnTo>
                    <a:lnTo>
                      <a:pt x="1399" y="601"/>
                    </a:lnTo>
                    <a:lnTo>
                      <a:pt x="1315" y="416"/>
                    </a:lnTo>
                    <a:lnTo>
                      <a:pt x="1341" y="196"/>
                    </a:lnTo>
                    <a:lnTo>
                      <a:pt x="1171" y="164"/>
                    </a:lnTo>
                    <a:lnTo>
                      <a:pt x="928" y="0"/>
                    </a:lnTo>
                    <a:lnTo>
                      <a:pt x="620" y="155"/>
                    </a:lnTo>
                    <a:close/>
                  </a:path>
                </a:pathLst>
              </a:custGeom>
              <a:noFill/>
              <a:ln w="1764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6" name=""/>
              <p:cNvSpPr/>
              <p:nvPr/>
            </p:nvSpPr>
            <p:spPr>
              <a:xfrm>
                <a:off x="6786720" y="3224160"/>
                <a:ext cx="1993680" cy="1285920"/>
              </a:xfrm>
              <a:custGeom>
                <a:avLst/>
                <a:gdLst/>
                <a:ahLst/>
                <a:rect l="l" t="t" r="r" b="b"/>
                <a:pathLst>
                  <a:path w="1256" h="810">
                    <a:moveTo>
                      <a:pt x="719" y="183"/>
                    </a:moveTo>
                    <a:lnTo>
                      <a:pt x="760" y="33"/>
                    </a:lnTo>
                    <a:lnTo>
                      <a:pt x="884" y="0"/>
                    </a:lnTo>
                    <a:lnTo>
                      <a:pt x="983" y="78"/>
                    </a:lnTo>
                    <a:lnTo>
                      <a:pt x="1082" y="248"/>
                    </a:lnTo>
                    <a:lnTo>
                      <a:pt x="1256" y="229"/>
                    </a:lnTo>
                    <a:lnTo>
                      <a:pt x="1248" y="359"/>
                    </a:lnTo>
                    <a:lnTo>
                      <a:pt x="1016" y="431"/>
                    </a:lnTo>
                    <a:lnTo>
                      <a:pt x="879" y="417"/>
                    </a:lnTo>
                    <a:lnTo>
                      <a:pt x="719" y="481"/>
                    </a:lnTo>
                    <a:lnTo>
                      <a:pt x="591" y="633"/>
                    </a:lnTo>
                    <a:lnTo>
                      <a:pt x="423" y="537"/>
                    </a:lnTo>
                    <a:lnTo>
                      <a:pt x="256" y="810"/>
                    </a:lnTo>
                    <a:lnTo>
                      <a:pt x="66" y="764"/>
                    </a:lnTo>
                    <a:lnTo>
                      <a:pt x="0" y="601"/>
                    </a:lnTo>
                    <a:lnTo>
                      <a:pt x="157" y="483"/>
                    </a:lnTo>
                    <a:lnTo>
                      <a:pt x="248" y="281"/>
                    </a:lnTo>
                    <a:lnTo>
                      <a:pt x="438" y="150"/>
                    </a:lnTo>
                    <a:lnTo>
                      <a:pt x="719" y="189"/>
                    </a:lnTo>
                  </a:path>
                </a:pathLst>
              </a:custGeom>
              <a:noFill/>
              <a:ln w="1764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7" name=""/>
              <p:cNvSpPr/>
              <p:nvPr/>
            </p:nvSpPr>
            <p:spPr>
              <a:xfrm>
                <a:off x="4626000" y="5518080"/>
                <a:ext cx="4521240" cy="1251000"/>
              </a:xfrm>
              <a:custGeom>
                <a:avLst/>
                <a:gdLst/>
                <a:ahLst/>
                <a:rect l="l" t="t" r="r" b="b"/>
                <a:pathLst>
                  <a:path w="2848" h="788">
                    <a:moveTo>
                      <a:pt x="2838" y="16"/>
                    </a:moveTo>
                    <a:lnTo>
                      <a:pt x="2493" y="0"/>
                    </a:lnTo>
                    <a:lnTo>
                      <a:pt x="2278" y="81"/>
                    </a:lnTo>
                    <a:lnTo>
                      <a:pt x="1936" y="44"/>
                    </a:lnTo>
                    <a:lnTo>
                      <a:pt x="1739" y="354"/>
                    </a:lnTo>
                    <a:lnTo>
                      <a:pt x="1600" y="212"/>
                    </a:lnTo>
                    <a:lnTo>
                      <a:pt x="1352" y="308"/>
                    </a:lnTo>
                    <a:lnTo>
                      <a:pt x="1445" y="515"/>
                    </a:lnTo>
                    <a:lnTo>
                      <a:pt x="1072" y="412"/>
                    </a:lnTo>
                    <a:lnTo>
                      <a:pt x="888" y="540"/>
                    </a:lnTo>
                    <a:lnTo>
                      <a:pt x="0" y="660"/>
                    </a:lnTo>
                    <a:lnTo>
                      <a:pt x="288" y="788"/>
                    </a:lnTo>
                    <a:lnTo>
                      <a:pt x="1040" y="676"/>
                    </a:lnTo>
                    <a:lnTo>
                      <a:pt x="1272" y="748"/>
                    </a:lnTo>
                    <a:lnTo>
                      <a:pt x="2096" y="691"/>
                    </a:lnTo>
                    <a:lnTo>
                      <a:pt x="2320" y="748"/>
                    </a:lnTo>
                    <a:lnTo>
                      <a:pt x="2456" y="596"/>
                    </a:lnTo>
                    <a:lnTo>
                      <a:pt x="2712" y="716"/>
                    </a:lnTo>
                    <a:lnTo>
                      <a:pt x="2716" y="339"/>
                    </a:lnTo>
                    <a:lnTo>
                      <a:pt x="2848" y="258"/>
                    </a:lnTo>
                  </a:path>
                </a:pathLst>
              </a:custGeom>
              <a:noFill/>
              <a:ln w="1764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8" name=""/>
              <p:cNvSpPr/>
              <p:nvPr/>
            </p:nvSpPr>
            <p:spPr>
              <a:xfrm>
                <a:off x="8640720" y="1463760"/>
                <a:ext cx="506520" cy="1355760"/>
              </a:xfrm>
              <a:custGeom>
                <a:avLst/>
                <a:gdLst/>
                <a:ahLst/>
                <a:rect l="l" t="t" r="r" b="b"/>
                <a:pathLst>
                  <a:path w="319" h="854">
                    <a:moveTo>
                      <a:pt x="0" y="0"/>
                    </a:moveTo>
                    <a:lnTo>
                      <a:pt x="106" y="313"/>
                    </a:lnTo>
                    <a:lnTo>
                      <a:pt x="106" y="634"/>
                    </a:lnTo>
                    <a:lnTo>
                      <a:pt x="268" y="854"/>
                    </a:lnTo>
                    <a:lnTo>
                      <a:pt x="278" y="577"/>
                    </a:lnTo>
                    <a:lnTo>
                      <a:pt x="238" y="400"/>
                    </a:lnTo>
                    <a:lnTo>
                      <a:pt x="319" y="240"/>
                    </a:lnTo>
                  </a:path>
                </a:pathLst>
              </a:custGeom>
              <a:noFill/>
              <a:ln w="1764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9" name=""/>
              <p:cNvSpPr/>
              <p:nvPr/>
            </p:nvSpPr>
            <p:spPr>
              <a:xfrm>
                <a:off x="7864560" y="5664240"/>
                <a:ext cx="1025280" cy="622440"/>
              </a:xfrm>
              <a:custGeom>
                <a:avLst/>
                <a:gdLst/>
                <a:ahLst/>
                <a:rect l="l" t="t" r="r" b="b"/>
                <a:pathLst>
                  <a:path w="646" h="392">
                    <a:moveTo>
                      <a:pt x="504" y="0"/>
                    </a:moveTo>
                    <a:lnTo>
                      <a:pt x="320" y="61"/>
                    </a:lnTo>
                    <a:lnTo>
                      <a:pt x="238" y="109"/>
                    </a:lnTo>
                    <a:lnTo>
                      <a:pt x="144" y="216"/>
                    </a:lnTo>
                    <a:lnTo>
                      <a:pt x="0" y="392"/>
                    </a:lnTo>
                    <a:lnTo>
                      <a:pt x="360" y="263"/>
                    </a:lnTo>
                    <a:lnTo>
                      <a:pt x="432" y="182"/>
                    </a:lnTo>
                    <a:lnTo>
                      <a:pt x="646" y="142"/>
                    </a:lnTo>
                    <a:lnTo>
                      <a:pt x="504" y="0"/>
                    </a:lnTo>
                    <a:close/>
                  </a:path>
                </a:pathLst>
              </a:custGeom>
              <a:noFill/>
              <a:ln w="1764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0" name=""/>
              <p:cNvSpPr/>
              <p:nvPr/>
            </p:nvSpPr>
            <p:spPr>
              <a:xfrm>
                <a:off x="79200" y="3809880"/>
                <a:ext cx="4343400" cy="3048120"/>
              </a:xfrm>
              <a:custGeom>
                <a:avLst/>
                <a:gdLst/>
                <a:ahLst/>
                <a:rect l="l" t="t" r="r" b="b"/>
                <a:pathLst>
                  <a:path w="2736" h="1920">
                    <a:moveTo>
                      <a:pt x="0" y="0"/>
                    </a:moveTo>
                    <a:lnTo>
                      <a:pt x="96" y="336"/>
                    </a:lnTo>
                    <a:lnTo>
                      <a:pt x="384" y="384"/>
                    </a:lnTo>
                    <a:lnTo>
                      <a:pt x="576" y="720"/>
                    </a:lnTo>
                    <a:lnTo>
                      <a:pt x="528" y="960"/>
                    </a:lnTo>
                    <a:lnTo>
                      <a:pt x="672" y="1104"/>
                    </a:lnTo>
                    <a:lnTo>
                      <a:pt x="576" y="1392"/>
                    </a:lnTo>
                    <a:lnTo>
                      <a:pt x="624" y="1632"/>
                    </a:lnTo>
                    <a:lnTo>
                      <a:pt x="1488" y="1872"/>
                    </a:lnTo>
                    <a:lnTo>
                      <a:pt x="1680" y="1728"/>
                    </a:lnTo>
                    <a:lnTo>
                      <a:pt x="2208" y="1728"/>
                    </a:lnTo>
                    <a:lnTo>
                      <a:pt x="2304" y="1632"/>
                    </a:lnTo>
                    <a:lnTo>
                      <a:pt x="2736" y="1872"/>
                    </a:lnTo>
                    <a:lnTo>
                      <a:pt x="2640" y="1920"/>
                    </a:lnTo>
                    <a:lnTo>
                      <a:pt x="2304" y="1824"/>
                    </a:lnTo>
                    <a:lnTo>
                      <a:pt x="2160" y="1872"/>
                    </a:lnTo>
                    <a:lnTo>
                      <a:pt x="1632" y="1920"/>
                    </a:lnTo>
                    <a:lnTo>
                      <a:pt x="1440" y="1920"/>
                    </a:lnTo>
                    <a:lnTo>
                      <a:pt x="480" y="1824"/>
                    </a:lnTo>
                    <a:lnTo>
                      <a:pt x="192" y="1872"/>
                    </a:lnTo>
                    <a:lnTo>
                      <a:pt x="96" y="1680"/>
                    </a:lnTo>
                    <a:lnTo>
                      <a:pt x="288" y="1440"/>
                    </a:lnTo>
                    <a:lnTo>
                      <a:pt x="336" y="1104"/>
                    </a:lnTo>
                    <a:lnTo>
                      <a:pt x="144" y="864"/>
                    </a:lnTo>
                    <a:lnTo>
                      <a:pt x="240" y="624"/>
                    </a:lnTo>
                    <a:lnTo>
                      <a:pt x="48" y="528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936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71" name=""/>
            <p:cNvGrpSpPr/>
            <p:nvPr/>
          </p:nvGrpSpPr>
          <p:grpSpPr>
            <a:xfrm>
              <a:off x="3600" y="3639960"/>
              <a:ext cx="2193840" cy="2694240"/>
              <a:chOff x="3600" y="3639960"/>
              <a:chExt cx="2193840" cy="2694240"/>
            </a:xfrm>
          </p:grpSpPr>
          <p:sp>
            <p:nvSpPr>
              <p:cNvPr id="172" name=""/>
              <p:cNvSpPr/>
              <p:nvPr/>
            </p:nvSpPr>
            <p:spPr>
              <a:xfrm rot="6798600">
                <a:off x="99000" y="6163560"/>
                <a:ext cx="11916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3" name=""/>
              <p:cNvSpPr/>
              <p:nvPr/>
            </p:nvSpPr>
            <p:spPr>
              <a:xfrm rot="6798600">
                <a:off x="52920" y="6158520"/>
                <a:ext cx="118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4" name=""/>
              <p:cNvSpPr/>
              <p:nvPr/>
            </p:nvSpPr>
            <p:spPr>
              <a:xfrm rot="6798600">
                <a:off x="10080" y="6150960"/>
                <a:ext cx="11880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5" name=""/>
              <p:cNvSpPr/>
              <p:nvPr/>
            </p:nvSpPr>
            <p:spPr>
              <a:xfrm rot="5999400">
                <a:off x="332280" y="6165000"/>
                <a:ext cx="10980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6" name=""/>
              <p:cNvSpPr/>
              <p:nvPr/>
            </p:nvSpPr>
            <p:spPr>
              <a:xfrm rot="5999400">
                <a:off x="289080" y="617292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7" name=""/>
              <p:cNvSpPr/>
              <p:nvPr/>
            </p:nvSpPr>
            <p:spPr>
              <a:xfrm rot="6249600">
                <a:off x="241560" y="617112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8" name=""/>
              <p:cNvSpPr/>
              <p:nvPr/>
            </p:nvSpPr>
            <p:spPr>
              <a:xfrm rot="6237600">
                <a:off x="195120" y="6168240"/>
                <a:ext cx="109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9" name=""/>
              <p:cNvSpPr/>
              <p:nvPr/>
            </p:nvSpPr>
            <p:spPr>
              <a:xfrm rot="5380200">
                <a:off x="576360" y="6141240"/>
                <a:ext cx="109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0" name=""/>
              <p:cNvSpPr/>
              <p:nvPr/>
            </p:nvSpPr>
            <p:spPr>
              <a:xfrm rot="5380200">
                <a:off x="527400" y="614592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1" name=""/>
              <p:cNvSpPr/>
              <p:nvPr/>
            </p:nvSpPr>
            <p:spPr>
              <a:xfrm rot="5583000">
                <a:off x="479880" y="615384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2" name=""/>
              <p:cNvSpPr/>
              <p:nvPr/>
            </p:nvSpPr>
            <p:spPr>
              <a:xfrm rot="5737200">
                <a:off x="429480" y="6161760"/>
                <a:ext cx="10944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3" name=""/>
              <p:cNvSpPr/>
              <p:nvPr/>
            </p:nvSpPr>
            <p:spPr>
              <a:xfrm rot="4715400">
                <a:off x="819360" y="607752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4" name=""/>
              <p:cNvSpPr/>
              <p:nvPr/>
            </p:nvSpPr>
            <p:spPr>
              <a:xfrm rot="4924800">
                <a:off x="771840" y="608544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5" name=""/>
              <p:cNvSpPr/>
              <p:nvPr/>
            </p:nvSpPr>
            <p:spPr>
              <a:xfrm rot="4924800">
                <a:off x="723960" y="610776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6" name=""/>
              <p:cNvSpPr/>
              <p:nvPr/>
            </p:nvSpPr>
            <p:spPr>
              <a:xfrm rot="5041200">
                <a:off x="676440" y="611244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7" name=""/>
              <p:cNvSpPr/>
              <p:nvPr/>
            </p:nvSpPr>
            <p:spPr>
              <a:xfrm rot="3816600">
                <a:off x="1054800" y="597132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8" name=""/>
              <p:cNvSpPr/>
              <p:nvPr/>
            </p:nvSpPr>
            <p:spPr>
              <a:xfrm rot="3816600">
                <a:off x="1006920" y="599976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9" name=""/>
              <p:cNvSpPr/>
              <p:nvPr/>
            </p:nvSpPr>
            <p:spPr>
              <a:xfrm rot="4104000">
                <a:off x="961200" y="6017400"/>
                <a:ext cx="9972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0" name=""/>
              <p:cNvSpPr/>
              <p:nvPr/>
            </p:nvSpPr>
            <p:spPr>
              <a:xfrm rot="4324800">
                <a:off x="912960" y="603792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1" name=""/>
              <p:cNvSpPr/>
              <p:nvPr/>
            </p:nvSpPr>
            <p:spPr>
              <a:xfrm rot="3367800">
                <a:off x="1268640" y="584568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2" name=""/>
              <p:cNvSpPr/>
              <p:nvPr/>
            </p:nvSpPr>
            <p:spPr>
              <a:xfrm rot="3367800">
                <a:off x="1225800" y="587124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3" name=""/>
              <p:cNvSpPr/>
              <p:nvPr/>
            </p:nvSpPr>
            <p:spPr>
              <a:xfrm rot="3367800">
                <a:off x="1182960" y="589968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4" name=""/>
              <p:cNvSpPr/>
              <p:nvPr/>
            </p:nvSpPr>
            <p:spPr>
              <a:xfrm rot="3816600">
                <a:off x="1138680" y="592668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5" name=""/>
              <p:cNvSpPr/>
              <p:nvPr/>
            </p:nvSpPr>
            <p:spPr>
              <a:xfrm rot="2302200">
                <a:off x="1464840" y="569412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6" name=""/>
              <p:cNvSpPr/>
              <p:nvPr/>
            </p:nvSpPr>
            <p:spPr>
              <a:xfrm rot="2302200">
                <a:off x="1426680" y="5724000"/>
                <a:ext cx="109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7" name=""/>
              <p:cNvSpPr/>
              <p:nvPr/>
            </p:nvSpPr>
            <p:spPr>
              <a:xfrm rot="2707200">
                <a:off x="1391040" y="575532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8" name=""/>
              <p:cNvSpPr/>
              <p:nvPr/>
            </p:nvSpPr>
            <p:spPr>
              <a:xfrm rot="2707200">
                <a:off x="1349640" y="578376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9" name=""/>
              <p:cNvSpPr/>
              <p:nvPr/>
            </p:nvSpPr>
            <p:spPr>
              <a:xfrm rot="1525800">
                <a:off x="1630080" y="551304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0" name=""/>
              <p:cNvSpPr/>
              <p:nvPr/>
            </p:nvSpPr>
            <p:spPr>
              <a:xfrm rot="1525800">
                <a:off x="1601280" y="5551200"/>
                <a:ext cx="109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1" name=""/>
              <p:cNvSpPr/>
              <p:nvPr/>
            </p:nvSpPr>
            <p:spPr>
              <a:xfrm rot="1788000">
                <a:off x="1571400" y="558648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2" name=""/>
              <p:cNvSpPr/>
              <p:nvPr/>
            </p:nvSpPr>
            <p:spPr>
              <a:xfrm rot="1788000">
                <a:off x="1537920" y="562608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3" name=""/>
              <p:cNvSpPr/>
              <p:nvPr/>
            </p:nvSpPr>
            <p:spPr>
              <a:xfrm rot="841200">
                <a:off x="1766520" y="5326200"/>
                <a:ext cx="119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4" name=""/>
              <p:cNvSpPr/>
              <p:nvPr/>
            </p:nvSpPr>
            <p:spPr>
              <a:xfrm rot="841200">
                <a:off x="1746360" y="536256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5" name=""/>
              <p:cNvSpPr/>
              <p:nvPr/>
            </p:nvSpPr>
            <p:spPr>
              <a:xfrm rot="1308600">
                <a:off x="1724040" y="540360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6" name=""/>
              <p:cNvSpPr/>
              <p:nvPr/>
            </p:nvSpPr>
            <p:spPr>
              <a:xfrm rot="1308600">
                <a:off x="1689120" y="543672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7" name=""/>
              <p:cNvSpPr/>
              <p:nvPr/>
            </p:nvSpPr>
            <p:spPr>
              <a:xfrm rot="469800">
                <a:off x="1860120" y="5119560"/>
                <a:ext cx="128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8" name=""/>
              <p:cNvSpPr/>
              <p:nvPr/>
            </p:nvSpPr>
            <p:spPr>
              <a:xfrm rot="559800">
                <a:off x="1844640" y="5159160"/>
                <a:ext cx="128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9" name=""/>
              <p:cNvSpPr/>
              <p:nvPr/>
            </p:nvSpPr>
            <p:spPr>
              <a:xfrm rot="733800">
                <a:off x="1832040" y="5200560"/>
                <a:ext cx="128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0" name=""/>
              <p:cNvSpPr/>
              <p:nvPr/>
            </p:nvSpPr>
            <p:spPr>
              <a:xfrm rot="733800">
                <a:off x="1810800" y="5245200"/>
                <a:ext cx="119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1" name=""/>
              <p:cNvSpPr/>
              <p:nvPr/>
            </p:nvSpPr>
            <p:spPr>
              <a:xfrm rot="21306000">
                <a:off x="1922040" y="4914720"/>
                <a:ext cx="12852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2" name=""/>
              <p:cNvSpPr/>
              <p:nvPr/>
            </p:nvSpPr>
            <p:spPr>
              <a:xfrm rot="21599400">
                <a:off x="1906560" y="4955760"/>
                <a:ext cx="128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3" name=""/>
              <p:cNvSpPr/>
              <p:nvPr/>
            </p:nvSpPr>
            <p:spPr>
              <a:xfrm rot="21599400">
                <a:off x="1905120" y="4995360"/>
                <a:ext cx="128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4" name=""/>
              <p:cNvSpPr/>
              <p:nvPr/>
            </p:nvSpPr>
            <p:spPr>
              <a:xfrm rot="213600">
                <a:off x="1887480" y="5037120"/>
                <a:ext cx="128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5" name=""/>
              <p:cNvSpPr/>
              <p:nvPr/>
            </p:nvSpPr>
            <p:spPr>
              <a:xfrm rot="20917200">
                <a:off x="1935000" y="4706640"/>
                <a:ext cx="136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6" name=""/>
              <p:cNvSpPr/>
              <p:nvPr/>
            </p:nvSpPr>
            <p:spPr>
              <a:xfrm rot="21119400">
                <a:off x="1936440" y="474804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7" name=""/>
              <p:cNvSpPr/>
              <p:nvPr/>
            </p:nvSpPr>
            <p:spPr>
              <a:xfrm rot="21119400">
                <a:off x="1936440" y="478620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8" name=""/>
              <p:cNvSpPr/>
              <p:nvPr/>
            </p:nvSpPr>
            <p:spPr>
              <a:xfrm rot="21329400">
                <a:off x="1935000" y="4827240"/>
                <a:ext cx="1288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9" name=""/>
              <p:cNvSpPr/>
              <p:nvPr/>
            </p:nvSpPr>
            <p:spPr>
              <a:xfrm rot="20467200">
                <a:off x="1916280" y="451332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0" name=""/>
              <p:cNvSpPr/>
              <p:nvPr/>
            </p:nvSpPr>
            <p:spPr>
              <a:xfrm rot="20630400">
                <a:off x="1925280" y="454644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1" name=""/>
              <p:cNvSpPr/>
              <p:nvPr/>
            </p:nvSpPr>
            <p:spPr>
              <a:xfrm rot="20630400">
                <a:off x="1929960" y="458460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2" name=""/>
              <p:cNvSpPr/>
              <p:nvPr/>
            </p:nvSpPr>
            <p:spPr>
              <a:xfrm rot="20793600">
                <a:off x="1934640" y="4627440"/>
                <a:ext cx="136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3" name=""/>
              <p:cNvSpPr/>
              <p:nvPr/>
            </p:nvSpPr>
            <p:spPr>
              <a:xfrm rot="20055600">
                <a:off x="1849320" y="4328640"/>
                <a:ext cx="136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4" name=""/>
              <p:cNvSpPr/>
              <p:nvPr/>
            </p:nvSpPr>
            <p:spPr>
              <a:xfrm rot="20257800">
                <a:off x="1866600" y="4368600"/>
                <a:ext cx="13644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5" name=""/>
              <p:cNvSpPr/>
              <p:nvPr/>
            </p:nvSpPr>
            <p:spPr>
              <a:xfrm rot="20257800">
                <a:off x="1879200" y="440496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6" name=""/>
              <p:cNvSpPr/>
              <p:nvPr/>
            </p:nvSpPr>
            <p:spPr>
              <a:xfrm rot="20257800">
                <a:off x="1895040" y="443664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7" name=""/>
              <p:cNvSpPr/>
              <p:nvPr/>
            </p:nvSpPr>
            <p:spPr>
              <a:xfrm rot="19671000">
                <a:off x="1747800" y="417204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8" name=""/>
              <p:cNvSpPr/>
              <p:nvPr/>
            </p:nvSpPr>
            <p:spPr>
              <a:xfrm rot="19755600">
                <a:off x="1767960" y="4199040"/>
                <a:ext cx="136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9" name=""/>
              <p:cNvSpPr/>
              <p:nvPr/>
            </p:nvSpPr>
            <p:spPr>
              <a:xfrm rot="19847400">
                <a:off x="1792080" y="423396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0" name=""/>
              <p:cNvSpPr/>
              <p:nvPr/>
            </p:nvSpPr>
            <p:spPr>
              <a:xfrm rot="19847400">
                <a:off x="1812600" y="426096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1" name=""/>
              <p:cNvSpPr/>
              <p:nvPr/>
            </p:nvSpPr>
            <p:spPr>
              <a:xfrm rot="19132800">
                <a:off x="1609560" y="4028760"/>
                <a:ext cx="136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" name=""/>
              <p:cNvSpPr/>
              <p:nvPr/>
            </p:nvSpPr>
            <p:spPr>
              <a:xfrm rot="19132800">
                <a:off x="1643040" y="405900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" name=""/>
              <p:cNvSpPr/>
              <p:nvPr/>
            </p:nvSpPr>
            <p:spPr>
              <a:xfrm rot="19132800">
                <a:off x="1666800" y="408600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4" name=""/>
              <p:cNvSpPr/>
              <p:nvPr/>
            </p:nvSpPr>
            <p:spPr>
              <a:xfrm rot="19257600">
                <a:off x="1695600" y="411120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5" name=""/>
              <p:cNvSpPr/>
              <p:nvPr/>
            </p:nvSpPr>
            <p:spPr>
              <a:xfrm>
                <a:off x="771480" y="4068720"/>
                <a:ext cx="285840" cy="239760"/>
              </a:xfrm>
              <a:custGeom>
                <a:avLst/>
                <a:gdLst/>
                <a:ahLst/>
                <a:rect l="l" t="t" r="r" b="b"/>
                <a:pathLst>
                  <a:path w="180" h="151">
                    <a:moveTo>
                      <a:pt x="0" y="144"/>
                    </a:moveTo>
                    <a:lnTo>
                      <a:pt x="28" y="147"/>
                    </a:lnTo>
                    <a:lnTo>
                      <a:pt x="64" y="46"/>
                    </a:lnTo>
                    <a:lnTo>
                      <a:pt x="94" y="151"/>
                    </a:lnTo>
                    <a:lnTo>
                      <a:pt x="129" y="151"/>
                    </a:lnTo>
                    <a:lnTo>
                      <a:pt x="180" y="9"/>
                    </a:lnTo>
                    <a:lnTo>
                      <a:pt x="148" y="10"/>
                    </a:lnTo>
                    <a:lnTo>
                      <a:pt x="112" y="112"/>
                    </a:lnTo>
                    <a:lnTo>
                      <a:pt x="79" y="0"/>
                    </a:lnTo>
                    <a:lnTo>
                      <a:pt x="48" y="0"/>
                    </a:lnTo>
                    <a:lnTo>
                      <a:pt x="0" y="144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6" name=""/>
              <p:cNvSpPr/>
              <p:nvPr/>
            </p:nvSpPr>
            <p:spPr>
              <a:xfrm rot="6575400">
                <a:off x="-344520" y="4981320"/>
                <a:ext cx="1946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7" name=""/>
              <p:cNvSpPr/>
              <p:nvPr/>
            </p:nvSpPr>
            <p:spPr>
              <a:xfrm rot="238200">
                <a:off x="6120" y="4994280"/>
                <a:ext cx="16365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8" name=""/>
              <p:cNvSpPr/>
              <p:nvPr/>
            </p:nvSpPr>
            <p:spPr>
              <a:xfrm rot="18642600">
                <a:off x="1440720" y="3924720"/>
                <a:ext cx="128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9" name=""/>
              <p:cNvSpPr/>
              <p:nvPr/>
            </p:nvSpPr>
            <p:spPr>
              <a:xfrm rot="18642600">
                <a:off x="1477080" y="3945240"/>
                <a:ext cx="128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0" name=""/>
              <p:cNvSpPr/>
              <p:nvPr/>
            </p:nvSpPr>
            <p:spPr>
              <a:xfrm rot="18642600">
                <a:off x="1514520" y="396360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1" name=""/>
              <p:cNvSpPr/>
              <p:nvPr/>
            </p:nvSpPr>
            <p:spPr>
              <a:xfrm rot="18938400">
                <a:off x="1546200" y="398268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2" name=""/>
              <p:cNvSpPr/>
              <p:nvPr/>
            </p:nvSpPr>
            <p:spPr>
              <a:xfrm rot="17961000">
                <a:off x="1251360" y="3850200"/>
                <a:ext cx="119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3" name=""/>
              <p:cNvSpPr/>
              <p:nvPr/>
            </p:nvSpPr>
            <p:spPr>
              <a:xfrm rot="17961000">
                <a:off x="1294200" y="3862800"/>
                <a:ext cx="119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4" name=""/>
              <p:cNvSpPr/>
              <p:nvPr/>
            </p:nvSpPr>
            <p:spPr>
              <a:xfrm rot="18085200">
                <a:off x="1329480" y="3873600"/>
                <a:ext cx="128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5" name=""/>
              <p:cNvSpPr/>
              <p:nvPr/>
            </p:nvSpPr>
            <p:spPr>
              <a:xfrm rot="18379200">
                <a:off x="1369440" y="3893040"/>
                <a:ext cx="12852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6" name=""/>
              <p:cNvSpPr/>
              <p:nvPr/>
            </p:nvSpPr>
            <p:spPr>
              <a:xfrm rot="17261400">
                <a:off x="1031040" y="3802680"/>
                <a:ext cx="118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7" name=""/>
              <p:cNvSpPr/>
              <p:nvPr/>
            </p:nvSpPr>
            <p:spPr>
              <a:xfrm rot="17349600">
                <a:off x="1074960" y="3811680"/>
                <a:ext cx="119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8" name=""/>
              <p:cNvSpPr/>
              <p:nvPr/>
            </p:nvSpPr>
            <p:spPr>
              <a:xfrm rot="17349600">
                <a:off x="1122840" y="3819600"/>
                <a:ext cx="119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9" name=""/>
              <p:cNvSpPr/>
              <p:nvPr/>
            </p:nvSpPr>
            <p:spPr>
              <a:xfrm rot="17611200">
                <a:off x="1170720" y="3826440"/>
                <a:ext cx="118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0" name=""/>
              <p:cNvSpPr/>
              <p:nvPr/>
            </p:nvSpPr>
            <p:spPr>
              <a:xfrm rot="16737600">
                <a:off x="799200" y="3800520"/>
                <a:ext cx="109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1" name=""/>
              <p:cNvSpPr/>
              <p:nvPr/>
            </p:nvSpPr>
            <p:spPr>
              <a:xfrm rot="16926600">
                <a:off x="846720" y="3797640"/>
                <a:ext cx="119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2" name=""/>
              <p:cNvSpPr/>
              <p:nvPr/>
            </p:nvSpPr>
            <p:spPr>
              <a:xfrm rot="16953000">
                <a:off x="894600" y="3792600"/>
                <a:ext cx="119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3" name=""/>
              <p:cNvSpPr/>
              <p:nvPr/>
            </p:nvSpPr>
            <p:spPr>
              <a:xfrm rot="17019600">
                <a:off x="943560" y="3794760"/>
                <a:ext cx="118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4" name=""/>
              <p:cNvSpPr/>
              <p:nvPr/>
            </p:nvSpPr>
            <p:spPr>
              <a:xfrm rot="16404600">
                <a:off x="564120" y="383112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5" name=""/>
              <p:cNvSpPr/>
              <p:nvPr/>
            </p:nvSpPr>
            <p:spPr>
              <a:xfrm rot="16239000">
                <a:off x="612000" y="382320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6" name=""/>
              <p:cNvSpPr/>
              <p:nvPr/>
            </p:nvSpPr>
            <p:spPr>
              <a:xfrm rot="16311000">
                <a:off x="664200" y="381708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7" name=""/>
              <p:cNvSpPr/>
              <p:nvPr/>
            </p:nvSpPr>
            <p:spPr>
              <a:xfrm rot="16434600">
                <a:off x="713520" y="3808800"/>
                <a:ext cx="109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8" name=""/>
              <p:cNvSpPr/>
              <p:nvPr/>
            </p:nvSpPr>
            <p:spPr>
              <a:xfrm rot="15467400">
                <a:off x="327600" y="390096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9" name=""/>
              <p:cNvSpPr/>
              <p:nvPr/>
            </p:nvSpPr>
            <p:spPr>
              <a:xfrm rot="15379200">
                <a:off x="376920" y="388512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0" name=""/>
              <p:cNvSpPr/>
              <p:nvPr/>
            </p:nvSpPr>
            <p:spPr>
              <a:xfrm rot="15489000">
                <a:off x="423000" y="386928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1" name=""/>
              <p:cNvSpPr/>
              <p:nvPr/>
            </p:nvSpPr>
            <p:spPr>
              <a:xfrm rot="15680400">
                <a:off x="464040" y="3852000"/>
                <a:ext cx="10944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2" name=""/>
              <p:cNvSpPr/>
              <p:nvPr/>
            </p:nvSpPr>
            <p:spPr>
              <a:xfrm rot="14223600">
                <a:off x="8640" y="404568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3" name=""/>
              <p:cNvSpPr/>
              <p:nvPr/>
            </p:nvSpPr>
            <p:spPr>
              <a:xfrm rot="14431200">
                <a:off x="102240" y="3994200"/>
                <a:ext cx="997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4" name=""/>
              <p:cNvSpPr/>
              <p:nvPr/>
            </p:nvSpPr>
            <p:spPr>
              <a:xfrm rot="14797200">
                <a:off x="146520" y="397080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5" name=""/>
              <p:cNvSpPr/>
              <p:nvPr/>
            </p:nvSpPr>
            <p:spPr>
              <a:xfrm rot="14797200">
                <a:off x="189360" y="395496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6" name=""/>
              <p:cNvSpPr/>
              <p:nvPr/>
            </p:nvSpPr>
            <p:spPr>
              <a:xfrm rot="15142200">
                <a:off x="238680" y="3932280"/>
                <a:ext cx="997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7" name=""/>
              <p:cNvSpPr/>
              <p:nvPr/>
            </p:nvSpPr>
            <p:spPr>
              <a:xfrm rot="19723200">
                <a:off x="0" y="5338440"/>
                <a:ext cx="119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8" name=""/>
              <p:cNvSpPr/>
              <p:nvPr/>
            </p:nvSpPr>
            <p:spPr>
              <a:xfrm rot="3283800">
                <a:off x="810360" y="5521320"/>
                <a:ext cx="3841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9" name=""/>
              <p:cNvSpPr/>
              <p:nvPr/>
            </p:nvSpPr>
            <p:spPr>
              <a:xfrm rot="3283800">
                <a:off x="54720" y="4441680"/>
                <a:ext cx="3841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0" name=""/>
              <p:cNvSpPr/>
              <p:nvPr/>
            </p:nvSpPr>
            <p:spPr>
              <a:xfrm rot="19723200">
                <a:off x="1111320" y="4525920"/>
                <a:ext cx="5032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1" name=""/>
              <p:cNvSpPr/>
              <p:nvPr/>
            </p:nvSpPr>
            <p:spPr>
              <a:xfrm rot="5908800">
                <a:off x="316800" y="6214680"/>
                <a:ext cx="2192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2" name=""/>
              <p:cNvSpPr/>
              <p:nvPr/>
            </p:nvSpPr>
            <p:spPr>
              <a:xfrm rot="6683400">
                <a:off x="70920" y="6214680"/>
                <a:ext cx="2286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3" name=""/>
              <p:cNvSpPr/>
              <p:nvPr/>
            </p:nvSpPr>
            <p:spPr>
              <a:xfrm rot="5245200">
                <a:off x="572400" y="6179760"/>
                <a:ext cx="2098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4" name=""/>
              <p:cNvSpPr/>
              <p:nvPr/>
            </p:nvSpPr>
            <p:spPr>
              <a:xfrm rot="4500000">
                <a:off x="828000" y="6107040"/>
                <a:ext cx="209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5" name=""/>
              <p:cNvSpPr/>
              <p:nvPr/>
            </p:nvSpPr>
            <p:spPr>
              <a:xfrm rot="3805200">
                <a:off x="1063080" y="5997240"/>
                <a:ext cx="209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6" name=""/>
              <p:cNvSpPr/>
              <p:nvPr/>
            </p:nvSpPr>
            <p:spPr>
              <a:xfrm rot="3060000">
                <a:off x="1290240" y="5854320"/>
                <a:ext cx="2098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7" name=""/>
              <p:cNvSpPr/>
              <p:nvPr/>
            </p:nvSpPr>
            <p:spPr>
              <a:xfrm rot="2089800">
                <a:off x="1488600" y="5686200"/>
                <a:ext cx="209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8" name=""/>
              <p:cNvSpPr/>
              <p:nvPr/>
            </p:nvSpPr>
            <p:spPr>
              <a:xfrm rot="14431200">
                <a:off x="-28440" y="3978000"/>
                <a:ext cx="209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9" name=""/>
              <p:cNvSpPr/>
              <p:nvPr/>
            </p:nvSpPr>
            <p:spPr>
              <a:xfrm rot="15193200">
                <a:off x="215640" y="3862080"/>
                <a:ext cx="209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0" name=""/>
              <p:cNvSpPr/>
              <p:nvPr/>
            </p:nvSpPr>
            <p:spPr>
              <a:xfrm rot="16629000">
                <a:off x="709560" y="3752640"/>
                <a:ext cx="2188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1" name=""/>
              <p:cNvSpPr/>
              <p:nvPr/>
            </p:nvSpPr>
            <p:spPr>
              <a:xfrm rot="17301000">
                <a:off x="947520" y="3746160"/>
                <a:ext cx="2379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2" name=""/>
              <p:cNvSpPr/>
              <p:nvPr/>
            </p:nvSpPr>
            <p:spPr>
              <a:xfrm rot="17923200">
                <a:off x="1173600" y="3786840"/>
                <a:ext cx="2462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3" name=""/>
              <p:cNvSpPr/>
              <p:nvPr/>
            </p:nvSpPr>
            <p:spPr>
              <a:xfrm rot="18411000">
                <a:off x="1379880" y="3856680"/>
                <a:ext cx="2649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4" name=""/>
              <p:cNvSpPr/>
              <p:nvPr/>
            </p:nvSpPr>
            <p:spPr>
              <a:xfrm rot="18989400">
                <a:off x="1562040" y="3963960"/>
                <a:ext cx="2653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5" name=""/>
              <p:cNvSpPr/>
              <p:nvPr/>
            </p:nvSpPr>
            <p:spPr>
              <a:xfrm rot="19409400">
                <a:off x="1706040" y="4103280"/>
                <a:ext cx="2746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6" name=""/>
              <p:cNvSpPr/>
              <p:nvPr/>
            </p:nvSpPr>
            <p:spPr>
              <a:xfrm rot="19871400">
                <a:off x="1820880" y="4267080"/>
                <a:ext cx="2649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7" name=""/>
              <p:cNvSpPr/>
              <p:nvPr/>
            </p:nvSpPr>
            <p:spPr>
              <a:xfrm rot="20427600">
                <a:off x="1901520" y="4452840"/>
                <a:ext cx="2649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8" name=""/>
              <p:cNvSpPr/>
              <p:nvPr/>
            </p:nvSpPr>
            <p:spPr>
              <a:xfrm rot="20845800">
                <a:off x="1933200" y="4651200"/>
                <a:ext cx="2649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9" name=""/>
              <p:cNvSpPr/>
              <p:nvPr/>
            </p:nvSpPr>
            <p:spPr>
              <a:xfrm rot="21312000">
                <a:off x="1925280" y="4867200"/>
                <a:ext cx="2649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0" name=""/>
              <p:cNvSpPr/>
              <p:nvPr/>
            </p:nvSpPr>
            <p:spPr>
              <a:xfrm rot="696600">
                <a:off x="1787040" y="5297400"/>
                <a:ext cx="2383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1" name=""/>
              <p:cNvSpPr/>
              <p:nvPr/>
            </p:nvSpPr>
            <p:spPr>
              <a:xfrm rot="1529400">
                <a:off x="1652400" y="5500800"/>
                <a:ext cx="2221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2" name=""/>
              <p:cNvSpPr/>
              <p:nvPr/>
            </p:nvSpPr>
            <p:spPr>
              <a:xfrm>
                <a:off x="1349280" y="4978440"/>
                <a:ext cx="324000" cy="190440"/>
              </a:xfrm>
              <a:custGeom>
                <a:avLst/>
                <a:gdLst/>
                <a:ahLst/>
                <a:rect l="l" t="t" r="r" b="b"/>
                <a:pathLst>
                  <a:path w="204" h="120">
                    <a:moveTo>
                      <a:pt x="168" y="120"/>
                    </a:moveTo>
                    <a:lnTo>
                      <a:pt x="204" y="12"/>
                    </a:lnTo>
                    <a:lnTo>
                      <a:pt x="42" y="0"/>
                    </a:lnTo>
                    <a:lnTo>
                      <a:pt x="0" y="108"/>
                    </a:lnTo>
                    <a:lnTo>
                      <a:pt x="30" y="114"/>
                    </a:lnTo>
                    <a:lnTo>
                      <a:pt x="60" y="30"/>
                    </a:lnTo>
                    <a:lnTo>
                      <a:pt x="102" y="36"/>
                    </a:lnTo>
                    <a:lnTo>
                      <a:pt x="78" y="108"/>
                    </a:lnTo>
                    <a:lnTo>
                      <a:pt x="102" y="108"/>
                    </a:lnTo>
                    <a:lnTo>
                      <a:pt x="132" y="36"/>
                    </a:lnTo>
                    <a:lnTo>
                      <a:pt x="162" y="36"/>
                    </a:lnTo>
                    <a:lnTo>
                      <a:pt x="138" y="114"/>
                    </a:lnTo>
                    <a:lnTo>
                      <a:pt x="168" y="120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3" name=""/>
              <p:cNvSpPr/>
              <p:nvPr/>
            </p:nvSpPr>
            <p:spPr>
              <a:xfrm>
                <a:off x="30240" y="4321080"/>
                <a:ext cx="142920" cy="123840"/>
              </a:xfrm>
              <a:custGeom>
                <a:avLst/>
                <a:gdLst/>
                <a:ahLst/>
                <a:rect l="l" t="t" r="r" b="b"/>
                <a:pathLst>
                  <a:path w="90" h="78">
                    <a:moveTo>
                      <a:pt x="66" y="36"/>
                    </a:moveTo>
                    <a:lnTo>
                      <a:pt x="66" y="36"/>
                    </a:lnTo>
                    <a:lnTo>
                      <a:pt x="18" y="24"/>
                    </a:lnTo>
                    <a:lnTo>
                      <a:pt x="0" y="30"/>
                    </a:lnTo>
                    <a:lnTo>
                      <a:pt x="36" y="78"/>
                    </a:lnTo>
                    <a:lnTo>
                      <a:pt x="48" y="72"/>
                    </a:lnTo>
                    <a:lnTo>
                      <a:pt x="24" y="36"/>
                    </a:lnTo>
                    <a:lnTo>
                      <a:pt x="24" y="36"/>
                    </a:lnTo>
                    <a:lnTo>
                      <a:pt x="72" y="54"/>
                    </a:lnTo>
                    <a:lnTo>
                      <a:pt x="90" y="42"/>
                    </a:lnTo>
                    <a:lnTo>
                      <a:pt x="54" y="0"/>
                    </a:lnTo>
                    <a:lnTo>
                      <a:pt x="42" y="6"/>
                    </a:lnTo>
                    <a:lnTo>
                      <a:pt x="66" y="36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4" name=""/>
              <p:cNvSpPr/>
              <p:nvPr/>
            </p:nvSpPr>
            <p:spPr>
              <a:xfrm>
                <a:off x="154080" y="4208400"/>
                <a:ext cx="160200" cy="141480"/>
              </a:xfrm>
              <a:custGeom>
                <a:avLst/>
                <a:gdLst/>
                <a:ahLst/>
                <a:rect l="l" t="t" r="r" b="b"/>
                <a:pathLst>
                  <a:path w="101" h="89">
                    <a:moveTo>
                      <a:pt x="54" y="89"/>
                    </a:moveTo>
                    <a:lnTo>
                      <a:pt x="65" y="83"/>
                    </a:lnTo>
                    <a:lnTo>
                      <a:pt x="48" y="35"/>
                    </a:lnTo>
                    <a:lnTo>
                      <a:pt x="89" y="65"/>
                    </a:lnTo>
                    <a:lnTo>
                      <a:pt x="101" y="59"/>
                    </a:lnTo>
                    <a:lnTo>
                      <a:pt x="83" y="0"/>
                    </a:lnTo>
                    <a:lnTo>
                      <a:pt x="71" y="12"/>
                    </a:lnTo>
                    <a:lnTo>
                      <a:pt x="83" y="41"/>
                    </a:lnTo>
                    <a:lnTo>
                      <a:pt x="48" y="23"/>
                    </a:lnTo>
                    <a:lnTo>
                      <a:pt x="36" y="29"/>
                    </a:lnTo>
                    <a:lnTo>
                      <a:pt x="45" y="68"/>
                    </a:lnTo>
                    <a:lnTo>
                      <a:pt x="18" y="41"/>
                    </a:lnTo>
                    <a:lnTo>
                      <a:pt x="0" y="53"/>
                    </a:lnTo>
                    <a:lnTo>
                      <a:pt x="54" y="89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5" name=""/>
              <p:cNvSpPr/>
              <p:nvPr/>
            </p:nvSpPr>
            <p:spPr>
              <a:xfrm>
                <a:off x="1074600" y="5559480"/>
                <a:ext cx="131760" cy="123840"/>
              </a:xfrm>
              <a:custGeom>
                <a:avLst/>
                <a:gdLst/>
                <a:ahLst/>
                <a:rect l="l" t="t" r="r" b="b"/>
                <a:pathLst>
                  <a:path w="83" h="78">
                    <a:moveTo>
                      <a:pt x="36" y="78"/>
                    </a:moveTo>
                    <a:lnTo>
                      <a:pt x="83" y="48"/>
                    </a:lnTo>
                    <a:lnTo>
                      <a:pt x="54" y="0"/>
                    </a:lnTo>
                    <a:lnTo>
                      <a:pt x="0" y="30"/>
                    </a:lnTo>
                    <a:lnTo>
                      <a:pt x="6" y="36"/>
                    </a:lnTo>
                    <a:lnTo>
                      <a:pt x="42" y="18"/>
                    </a:lnTo>
                    <a:lnTo>
                      <a:pt x="54" y="30"/>
                    </a:lnTo>
                    <a:lnTo>
                      <a:pt x="24" y="48"/>
                    </a:lnTo>
                    <a:lnTo>
                      <a:pt x="30" y="54"/>
                    </a:lnTo>
                    <a:lnTo>
                      <a:pt x="60" y="36"/>
                    </a:lnTo>
                    <a:lnTo>
                      <a:pt x="66" y="48"/>
                    </a:lnTo>
                    <a:lnTo>
                      <a:pt x="30" y="66"/>
                    </a:lnTo>
                    <a:lnTo>
                      <a:pt x="36" y="78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6" name=""/>
              <p:cNvSpPr/>
              <p:nvPr/>
            </p:nvSpPr>
            <p:spPr>
              <a:xfrm>
                <a:off x="1492200" y="4416480"/>
                <a:ext cx="142920" cy="114120"/>
              </a:xfrm>
              <a:custGeom>
                <a:avLst/>
                <a:gdLst/>
                <a:ahLst/>
                <a:rect l="l" t="t" r="r" b="b"/>
                <a:pathLst>
                  <a:path w="90" h="72">
                    <a:moveTo>
                      <a:pt x="90" y="30"/>
                    </a:moveTo>
                    <a:lnTo>
                      <a:pt x="66" y="0"/>
                    </a:lnTo>
                    <a:lnTo>
                      <a:pt x="0" y="36"/>
                    </a:lnTo>
                    <a:lnTo>
                      <a:pt x="24" y="72"/>
                    </a:lnTo>
                    <a:lnTo>
                      <a:pt x="36" y="66"/>
                    </a:lnTo>
                    <a:lnTo>
                      <a:pt x="18" y="42"/>
                    </a:lnTo>
                    <a:lnTo>
                      <a:pt x="36" y="30"/>
                    </a:lnTo>
                    <a:lnTo>
                      <a:pt x="54" y="54"/>
                    </a:lnTo>
                    <a:lnTo>
                      <a:pt x="60" y="48"/>
                    </a:lnTo>
                    <a:lnTo>
                      <a:pt x="48" y="24"/>
                    </a:lnTo>
                    <a:lnTo>
                      <a:pt x="60" y="12"/>
                    </a:lnTo>
                    <a:lnTo>
                      <a:pt x="78" y="42"/>
                    </a:lnTo>
                    <a:lnTo>
                      <a:pt x="90" y="30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7" name=""/>
              <p:cNvSpPr/>
              <p:nvPr/>
            </p:nvSpPr>
            <p:spPr>
              <a:xfrm>
                <a:off x="1425600" y="4311720"/>
                <a:ext cx="142920" cy="133200"/>
              </a:xfrm>
              <a:custGeom>
                <a:avLst/>
                <a:gdLst/>
                <a:ahLst/>
                <a:rect l="l" t="t" r="r" b="b"/>
                <a:pathLst>
                  <a:path w="90" h="84">
                    <a:moveTo>
                      <a:pt x="42" y="60"/>
                    </a:moveTo>
                    <a:lnTo>
                      <a:pt x="42" y="60"/>
                    </a:lnTo>
                    <a:lnTo>
                      <a:pt x="72" y="12"/>
                    </a:lnTo>
                    <a:lnTo>
                      <a:pt x="66" y="0"/>
                    </a:lnTo>
                    <a:lnTo>
                      <a:pt x="0" y="42"/>
                    </a:lnTo>
                    <a:lnTo>
                      <a:pt x="6" y="54"/>
                    </a:lnTo>
                    <a:lnTo>
                      <a:pt x="54" y="24"/>
                    </a:lnTo>
                    <a:lnTo>
                      <a:pt x="54" y="24"/>
                    </a:lnTo>
                    <a:lnTo>
                      <a:pt x="18" y="72"/>
                    </a:lnTo>
                    <a:lnTo>
                      <a:pt x="24" y="84"/>
                    </a:lnTo>
                    <a:lnTo>
                      <a:pt x="90" y="42"/>
                    </a:lnTo>
                    <a:lnTo>
                      <a:pt x="84" y="30"/>
                    </a:lnTo>
                    <a:lnTo>
                      <a:pt x="42" y="60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8" name=""/>
              <p:cNvSpPr/>
              <p:nvPr/>
            </p:nvSpPr>
            <p:spPr>
              <a:xfrm>
                <a:off x="11160" y="6091200"/>
                <a:ext cx="9360" cy="19080"/>
              </a:xfrm>
              <a:custGeom>
                <a:avLst/>
                <a:gdLst/>
                <a:ahLst/>
                <a:rect l="l" t="t" r="r" b="b"/>
                <a:pathLst>
                  <a:path w="6" h="12">
                    <a:moveTo>
                      <a:pt x="6" y="0"/>
                    </a:moveTo>
                    <a:lnTo>
                      <a:pt x="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7720" bIns="-2772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9" name=""/>
              <p:cNvSpPr/>
              <p:nvPr/>
            </p:nvSpPr>
            <p:spPr>
              <a:xfrm>
                <a:off x="11160" y="4056120"/>
                <a:ext cx="47520" cy="76320"/>
              </a:xfrm>
              <a:custGeom>
                <a:avLst/>
                <a:gdLst/>
                <a:ahLst/>
                <a:rect l="l" t="t" r="r" b="b"/>
                <a:pathLst>
                  <a:path w="30" h="48">
                    <a:moveTo>
                      <a:pt x="18" y="48"/>
                    </a:moveTo>
                    <a:lnTo>
                      <a:pt x="18" y="48"/>
                    </a:lnTo>
                    <a:lnTo>
                      <a:pt x="30" y="42"/>
                    </a:lnTo>
                    <a:lnTo>
                      <a:pt x="0" y="0"/>
                    </a:lnTo>
                    <a:lnTo>
                      <a:pt x="0" y="24"/>
                    </a:lnTo>
                    <a:lnTo>
                      <a:pt x="18" y="48"/>
                    </a:lnTo>
                    <a:lnTo>
                      <a:pt x="18" y="48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9520" bIns="2952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0" name=""/>
              <p:cNvSpPr/>
              <p:nvPr/>
            </p:nvSpPr>
            <p:spPr>
              <a:xfrm>
                <a:off x="11160" y="6100920"/>
                <a:ext cx="57240" cy="104760"/>
              </a:xfrm>
              <a:custGeom>
                <a:avLst/>
                <a:gdLst/>
                <a:ahLst/>
                <a:rect l="l" t="t" r="r" b="b"/>
                <a:pathLst>
                  <a:path w="36" h="66">
                    <a:moveTo>
                      <a:pt x="36" y="0"/>
                    </a:moveTo>
                    <a:lnTo>
                      <a:pt x="24" y="0"/>
                    </a:lnTo>
                    <a:lnTo>
                      <a:pt x="24" y="0"/>
                    </a:lnTo>
                    <a:lnTo>
                      <a:pt x="0" y="36"/>
                    </a:lnTo>
                    <a:lnTo>
                      <a:pt x="0" y="66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1" name=""/>
              <p:cNvSpPr/>
              <p:nvPr/>
            </p:nvSpPr>
            <p:spPr>
              <a:xfrm rot="244800">
                <a:off x="1868400" y="5081760"/>
                <a:ext cx="25560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2" name=""/>
              <p:cNvSpPr/>
              <p:nvPr/>
            </p:nvSpPr>
            <p:spPr>
              <a:xfrm rot="16001400">
                <a:off x="460440" y="3787560"/>
                <a:ext cx="2188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3" name=""/>
              <p:cNvSpPr/>
              <p:nvPr/>
            </p:nvSpPr>
            <p:spPr>
              <a:xfrm>
                <a:off x="220680" y="5672160"/>
                <a:ext cx="228600" cy="244440"/>
              </a:xfrm>
              <a:custGeom>
                <a:avLst/>
                <a:gdLst/>
                <a:ahLst/>
                <a:rect l="l" t="t" r="r" b="b"/>
                <a:pathLst>
                  <a:path w="144" h="154">
                    <a:moveTo>
                      <a:pt x="0" y="102"/>
                    </a:moveTo>
                    <a:cubicBezTo>
                      <a:pt x="6" y="140"/>
                      <a:pt x="25" y="154"/>
                      <a:pt x="59" y="154"/>
                    </a:cubicBezTo>
                    <a:cubicBezTo>
                      <a:pt x="111" y="152"/>
                      <a:pt x="106" y="130"/>
                      <a:pt x="117" y="120"/>
                    </a:cubicBezTo>
                    <a:cubicBezTo>
                      <a:pt x="119" y="61"/>
                      <a:pt x="84" y="84"/>
                      <a:pt x="62" y="55"/>
                    </a:cubicBezTo>
                    <a:cubicBezTo>
                      <a:pt x="59" y="42"/>
                      <a:pt x="78" y="11"/>
                      <a:pt x="104" y="34"/>
                    </a:cubicBezTo>
                    <a:cubicBezTo>
                      <a:pt x="108" y="41"/>
                      <a:pt x="111" y="51"/>
                      <a:pt x="117" y="53"/>
                    </a:cubicBezTo>
                    <a:cubicBezTo>
                      <a:pt x="123" y="55"/>
                      <a:pt x="144" y="55"/>
                      <a:pt x="141" y="47"/>
                    </a:cubicBezTo>
                    <a:cubicBezTo>
                      <a:pt x="138" y="39"/>
                      <a:pt x="126" y="5"/>
                      <a:pt x="97" y="2"/>
                    </a:cubicBezTo>
                    <a:cubicBezTo>
                      <a:pt x="77" y="0"/>
                      <a:pt x="48" y="0"/>
                      <a:pt x="36" y="33"/>
                    </a:cubicBezTo>
                    <a:cubicBezTo>
                      <a:pt x="15" y="89"/>
                      <a:pt x="83" y="79"/>
                      <a:pt x="90" y="107"/>
                    </a:cubicBezTo>
                    <a:cubicBezTo>
                      <a:pt x="96" y="130"/>
                      <a:pt x="34" y="147"/>
                      <a:pt x="28" y="101"/>
                    </a:cubicBezTo>
                    <a:cubicBezTo>
                      <a:pt x="12" y="104"/>
                      <a:pt x="15" y="98"/>
                      <a:pt x="0" y="102"/>
                    </a:cubicBez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4" name=""/>
              <p:cNvSpPr/>
              <p:nvPr/>
            </p:nvSpPr>
            <p:spPr>
              <a:xfrm rot="18742800">
                <a:off x="981720" y="5636160"/>
                <a:ext cx="108000" cy="109440"/>
              </a:xfrm>
              <a:custGeom>
                <a:avLst/>
                <a:gdLst/>
                <a:ahLst/>
                <a:rect l="l" t="t" r="r" b="b"/>
                <a:pathLst>
                  <a:path w="144" h="154">
                    <a:moveTo>
                      <a:pt x="0" y="102"/>
                    </a:moveTo>
                    <a:cubicBezTo>
                      <a:pt x="6" y="140"/>
                      <a:pt x="25" y="154"/>
                      <a:pt x="59" y="154"/>
                    </a:cubicBezTo>
                    <a:cubicBezTo>
                      <a:pt x="111" y="152"/>
                      <a:pt x="106" y="130"/>
                      <a:pt x="117" y="120"/>
                    </a:cubicBezTo>
                    <a:cubicBezTo>
                      <a:pt x="113" y="47"/>
                      <a:pt x="84" y="84"/>
                      <a:pt x="62" y="55"/>
                    </a:cubicBezTo>
                    <a:cubicBezTo>
                      <a:pt x="59" y="42"/>
                      <a:pt x="78" y="11"/>
                      <a:pt x="104" y="34"/>
                    </a:cubicBezTo>
                    <a:cubicBezTo>
                      <a:pt x="108" y="41"/>
                      <a:pt x="111" y="51"/>
                      <a:pt x="117" y="53"/>
                    </a:cubicBezTo>
                    <a:cubicBezTo>
                      <a:pt x="123" y="55"/>
                      <a:pt x="144" y="55"/>
                      <a:pt x="141" y="47"/>
                    </a:cubicBezTo>
                    <a:cubicBezTo>
                      <a:pt x="138" y="39"/>
                      <a:pt x="126" y="5"/>
                      <a:pt x="97" y="2"/>
                    </a:cubicBezTo>
                    <a:cubicBezTo>
                      <a:pt x="77" y="0"/>
                      <a:pt x="48" y="0"/>
                      <a:pt x="36" y="33"/>
                    </a:cubicBezTo>
                    <a:cubicBezTo>
                      <a:pt x="15" y="89"/>
                      <a:pt x="83" y="79"/>
                      <a:pt x="90" y="107"/>
                    </a:cubicBezTo>
                    <a:cubicBezTo>
                      <a:pt x="96" y="130"/>
                      <a:pt x="34" y="147"/>
                      <a:pt x="28" y="101"/>
                    </a:cubicBezTo>
                    <a:cubicBezTo>
                      <a:pt x="12" y="104"/>
                      <a:pt x="15" y="98"/>
                      <a:pt x="0" y="102"/>
                    </a:cubicBez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5" name=""/>
              <p:cNvSpPr/>
              <p:nvPr/>
            </p:nvSpPr>
            <p:spPr>
              <a:xfrm>
                <a:off x="372960" y="3973680"/>
                <a:ext cx="552600" cy="2019240"/>
              </a:xfrm>
              <a:custGeom>
                <a:avLst/>
                <a:gdLst/>
                <a:ahLst/>
                <a:rect l="l" t="t" r="r" b="b"/>
                <a:pathLst>
                  <a:path w="348" h="1272">
                    <a:moveTo>
                      <a:pt x="0" y="0"/>
                    </a:moveTo>
                    <a:lnTo>
                      <a:pt x="287" y="582"/>
                    </a:lnTo>
                    <a:lnTo>
                      <a:pt x="348" y="1272"/>
                    </a:lnTo>
                    <a:lnTo>
                      <a:pt x="54" y="67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75967"/>
                  </a:gs>
                  <a:gs pos="100000">
                    <a:srgbClr val="5b5d6b"/>
                  </a:gs>
                </a:gsLst>
                <a:lin ang="81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6" name=""/>
              <p:cNvSpPr/>
              <p:nvPr/>
            </p:nvSpPr>
            <p:spPr>
              <a:xfrm rot="19915200">
                <a:off x="469800" y="4836600"/>
                <a:ext cx="351000" cy="276480"/>
              </a:xfrm>
              <a:prstGeom prst="ellipse">
                <a:avLst/>
              </a:prstGeom>
              <a:gradFill rotWithShape="0">
                <a:gsLst>
                  <a:gs pos="0">
                    <a:srgbClr val="525460"/>
                  </a:gs>
                  <a:gs pos="50000">
                    <a:srgbClr val="5b5d6b"/>
                  </a:gs>
                  <a:gs pos="100000">
                    <a:srgbClr val="525460"/>
                  </a:gs>
                </a:gsLst>
                <a:lin ang="81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07" name="PlaceHolder 1"/>
          <p:cNvSpPr>
            <a:spLocks noGrp="1"/>
          </p:cNvSpPr>
          <p:nvPr>
            <p:ph type="title"/>
          </p:nvPr>
        </p:nvSpPr>
        <p:spPr>
          <a:xfrm>
            <a:off x="685800" y="1767960"/>
            <a:ext cx="7772400" cy="173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5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Clique para editar o formato do texto do título</a:t>
            </a:r>
            <a:endParaRPr b="0" lang="pt-BR" sz="54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  <p:sp>
        <p:nvSpPr>
          <p:cNvPr id="308" name="PlaceHolder 2"/>
          <p:cNvSpPr>
            <a:spLocks noGrp="1"/>
          </p:cNvSpPr>
          <p:nvPr>
            <p:ph type="dt" idx="4"/>
          </p:nvPr>
        </p:nvSpPr>
        <p:spPr>
          <a:xfrm>
            <a:off x="304920" y="6248520"/>
            <a:ext cx="22860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Tahom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&lt;data/hora&gt;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PlaceHolder 3"/>
          <p:cNvSpPr>
            <a:spLocks noGrp="1"/>
          </p:cNvSpPr>
          <p:nvPr>
            <p:ph type="ftr" idx="5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Tahoma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&lt;rodapé&gt;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PlaceHolder 4"/>
          <p:cNvSpPr>
            <a:spLocks noGrp="1"/>
          </p:cNvSpPr>
          <p:nvPr>
            <p:ph type="sldNum" idx="6"/>
          </p:nvPr>
        </p:nvSpPr>
        <p:spPr>
          <a:xfrm>
            <a:off x="6553080" y="6248520"/>
            <a:ext cx="22860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Tahom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3E6443E-EF44-4DA1-87CA-7547D967A11C}" type="slidenum"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&lt;número&gt;</a:t>
            </a:fld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1" marL="457200" indent="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2.º nível de tópicos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a3c145"/>
              </a:buClr>
              <a:buSzPct val="80000"/>
              <a:buFont typeface="Arial"/>
              <a:buChar char="►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4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3.º nível de tópicos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6fa9b7"/>
              </a:buClr>
              <a:buFont typeface="Wingdings" charset="2"/>
              <a:buChar char="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4.º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a3c145"/>
              </a:buClr>
              <a:buSzPct val="80000"/>
              <a:buFont typeface="Arial"/>
              <a:buChar char="►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ffffff"/>
              </a:buClr>
              <a:buSzPct val="80000"/>
              <a:buFont typeface="Arial"/>
              <a:buChar char="►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ffffff"/>
              </a:buClr>
              <a:buSzPct val="80000"/>
              <a:buFont typeface="Arial"/>
              <a:buChar char="►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5a5c6c"/>
            </a:gs>
            <a:gs pos="100000">
              <a:srgbClr val="515361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/>
          </p:cNvSpPr>
          <p:nvPr>
            <p:ph type="title"/>
          </p:nvPr>
        </p:nvSpPr>
        <p:spPr>
          <a:xfrm>
            <a:off x="685800" y="1767960"/>
            <a:ext cx="7772400" cy="173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pt-BR" sz="4000" strike="noStrike" u="none">
                <a:solidFill>
                  <a:srgbClr val="ffffcc"/>
                </a:solidFill>
                <a:effectLst/>
                <a:uFillTx/>
                <a:latin typeface="Times New Roman"/>
              </a:rPr>
              <a:t>519</a:t>
            </a:r>
            <a:br>
              <a:rPr sz="4000"/>
            </a:br>
            <a:r>
              <a:rPr b="0" i="1" lang="pt-BR" sz="4000" strike="noStrike" u="none">
                <a:solidFill>
                  <a:srgbClr val="ffffcc"/>
                </a:solidFill>
                <a:effectLst/>
                <a:uFillTx/>
                <a:latin typeface="Times New Roman"/>
              </a:rPr>
              <a:t>ACHEI JESUS, MEU SALVADOR</a:t>
            </a:r>
            <a:endParaRPr b="0" lang="pt-BR" sz="40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5a5c6c"/>
            </a:gs>
            <a:gs pos="100000">
              <a:srgbClr val="515361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/>
          </p:nvPr>
        </p:nvSpPr>
        <p:spPr>
          <a:xfrm>
            <a:off x="301680" y="1599840"/>
            <a:ext cx="8540640" cy="4498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lnSpc>
                <a:spcPct val="100000"/>
              </a:lnSpc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pt-BR" sz="4400" strike="noStrike" u="none">
                <a:solidFill>
                  <a:srgbClr val="ffffcc"/>
                </a:solidFill>
                <a:effectLst/>
                <a:uFillTx/>
                <a:latin typeface="Times New Roman"/>
              </a:rPr>
              <a:t>Achei Jesus, o meu Salvador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lnSpc>
                <a:spcPct val="100000"/>
              </a:lnSpc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pt-BR" sz="4400" strike="noStrike" u="none">
                <a:solidFill>
                  <a:srgbClr val="ffffcc"/>
                </a:solidFill>
                <a:effectLst/>
                <a:uFillTx/>
                <a:latin typeface="Times New Roman"/>
              </a:rPr>
              <a:t>De amor fiel, veraz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lnSpc>
                <a:spcPct val="100000"/>
              </a:lnSpc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pt-BR" sz="4400" strike="noStrike" u="none">
                <a:solidFill>
                  <a:srgbClr val="ffffcc"/>
                </a:solidFill>
                <a:effectLst/>
                <a:uFillTx/>
                <a:latin typeface="Times New Roman"/>
              </a:rPr>
              <a:t>Não cessarei de Lhe dar louvor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lnSpc>
                <a:spcPct val="100000"/>
              </a:lnSpc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pt-BR" sz="4400" strike="noStrike" u="none">
                <a:solidFill>
                  <a:srgbClr val="ffffcc"/>
                </a:solidFill>
                <a:effectLst/>
                <a:uFillTx/>
                <a:latin typeface="Times New Roman"/>
              </a:rPr>
              <a:t>Pois tenho a salvação e paz.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5a5c6c"/>
            </a:gs>
            <a:gs pos="100000">
              <a:srgbClr val="515361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/>
          </p:nvPr>
        </p:nvSpPr>
        <p:spPr>
          <a:xfrm>
            <a:off x="301680" y="1599840"/>
            <a:ext cx="8540640" cy="4498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lnSpc>
                <a:spcPct val="100000"/>
              </a:lnSpc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pt-BR" sz="4400" strike="noStrike" u="none">
                <a:solidFill>
                  <a:srgbClr val="ffffcc"/>
                </a:solidFill>
                <a:effectLst/>
                <a:uFillTx/>
                <a:latin typeface="Times New Roman"/>
              </a:rPr>
              <a:t>Salvo por Cristo sou,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lnSpc>
                <a:spcPct val="100000"/>
              </a:lnSpc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pt-BR" sz="4400" strike="noStrike" u="none">
                <a:solidFill>
                  <a:srgbClr val="ffffcc"/>
                </a:solidFill>
                <a:effectLst/>
                <a:uFillTx/>
                <a:latin typeface="Times New Roman"/>
              </a:rPr>
              <a:t>Salvo por quem me amou!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lnSpc>
                <a:spcPct val="100000"/>
              </a:lnSpc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pt-BR" sz="4400" strike="noStrike" u="none">
                <a:solidFill>
                  <a:srgbClr val="ffffcc"/>
                </a:solidFill>
                <a:effectLst/>
                <a:uFillTx/>
                <a:latin typeface="Times New Roman"/>
              </a:rPr>
              <a:t>Perfeita paz, Ele agora me traz,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lnSpc>
                <a:spcPct val="100000"/>
              </a:lnSpc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pt-BR" sz="4400" strike="noStrike" u="none">
                <a:solidFill>
                  <a:srgbClr val="ffffcc"/>
                </a:solidFill>
                <a:effectLst/>
                <a:uFillTx/>
                <a:latin typeface="Times New Roman"/>
              </a:rPr>
              <a:t>Porque salvo estou!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5a5c6c"/>
            </a:gs>
            <a:gs pos="100000">
              <a:srgbClr val="515361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/>
          </p:nvPr>
        </p:nvSpPr>
        <p:spPr>
          <a:xfrm>
            <a:off x="301680" y="1599840"/>
            <a:ext cx="8540640" cy="4498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lnSpc>
                <a:spcPct val="100000"/>
              </a:lnSpc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pt-BR" sz="4400" strike="noStrike" u="none">
                <a:solidFill>
                  <a:srgbClr val="ffffcc"/>
                </a:solidFill>
                <a:effectLst/>
                <a:uFillTx/>
                <a:latin typeface="Times New Roman"/>
              </a:rPr>
              <a:t>Vem me guardar Sua forte mão,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lnSpc>
                <a:spcPct val="100000"/>
              </a:lnSpc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pt-BR" sz="4400" strike="noStrike" u="none">
                <a:solidFill>
                  <a:srgbClr val="ffffcc"/>
                </a:solidFill>
                <a:effectLst/>
                <a:uFillTx/>
                <a:latin typeface="Times New Roman"/>
              </a:rPr>
              <a:t>De todo o vício e mal;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lnSpc>
                <a:spcPct val="100000"/>
              </a:lnSpc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pt-BR" sz="4400" strike="noStrike" u="none">
                <a:solidFill>
                  <a:srgbClr val="ffffcc"/>
                </a:solidFill>
                <a:effectLst/>
                <a:uFillTx/>
                <a:latin typeface="Times New Roman"/>
              </a:rPr>
              <a:t>Vencendo vou cada tentação;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lnSpc>
                <a:spcPct val="100000"/>
              </a:lnSpc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pt-BR" sz="4400" strike="noStrike" u="none">
                <a:solidFill>
                  <a:srgbClr val="ffffcc"/>
                </a:solidFill>
                <a:effectLst/>
                <a:uFillTx/>
                <a:latin typeface="Times New Roman"/>
              </a:rPr>
              <a:t>Sustém-me o braço Divinal.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5a5c6c"/>
            </a:gs>
            <a:gs pos="100000">
              <a:srgbClr val="515361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/>
          </p:nvPr>
        </p:nvSpPr>
        <p:spPr>
          <a:xfrm>
            <a:off x="301680" y="1599840"/>
            <a:ext cx="8540640" cy="44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algn="ctr">
              <a:lnSpc>
                <a:spcPct val="100000"/>
              </a:lnSpc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pt-BR" sz="4400" strike="noStrike" u="none">
                <a:solidFill>
                  <a:srgbClr val="ffffcc"/>
                </a:solidFill>
                <a:effectLst/>
                <a:uFillTx/>
                <a:latin typeface="Times New Roman"/>
              </a:rPr>
              <a:t>Salvo por Cristo sou,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lnSpc>
                <a:spcPct val="100000"/>
              </a:lnSpc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pt-BR" sz="4400" strike="noStrike" u="none">
                <a:solidFill>
                  <a:srgbClr val="ffffcc"/>
                </a:solidFill>
                <a:effectLst/>
                <a:uFillTx/>
                <a:latin typeface="Times New Roman"/>
              </a:rPr>
              <a:t>Salvo por quem me amou!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lnSpc>
                <a:spcPct val="100000"/>
              </a:lnSpc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pt-BR" sz="4400" strike="noStrike" u="none">
                <a:solidFill>
                  <a:srgbClr val="ffffcc"/>
                </a:solidFill>
                <a:effectLst/>
                <a:uFillTx/>
                <a:latin typeface="Times New Roman"/>
              </a:rPr>
              <a:t>Perfeita paz, Ele agora me traz,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lnSpc>
                <a:spcPct val="100000"/>
              </a:lnSpc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pt-BR" sz="4400" strike="noStrike" u="none">
                <a:solidFill>
                  <a:srgbClr val="ffffcc"/>
                </a:solidFill>
                <a:effectLst/>
                <a:uFillTx/>
                <a:latin typeface="Times New Roman"/>
              </a:rPr>
              <a:t>Porque salvo estou!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5a5c6c"/>
            </a:gs>
            <a:gs pos="100000">
              <a:srgbClr val="515361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/>
          </p:nvPr>
        </p:nvSpPr>
        <p:spPr>
          <a:xfrm>
            <a:off x="301680" y="1599840"/>
            <a:ext cx="8540640" cy="4498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lnSpc>
                <a:spcPct val="100000"/>
              </a:lnSpc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pt-BR" sz="4400" strike="noStrike" u="none">
                <a:solidFill>
                  <a:srgbClr val="ffffcc"/>
                </a:solidFill>
                <a:effectLst/>
                <a:uFillTx/>
                <a:latin typeface="Times New Roman"/>
              </a:rPr>
              <a:t>Jesus me achou, tão aflito e mal,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lnSpc>
                <a:spcPct val="100000"/>
              </a:lnSpc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pt-BR" sz="4400" strike="noStrike" u="none">
                <a:solidFill>
                  <a:srgbClr val="ffffcc"/>
                </a:solidFill>
                <a:effectLst/>
                <a:uFillTx/>
                <a:latin typeface="Times New Roman"/>
              </a:rPr>
              <a:t>Sem ter consolação;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lnSpc>
                <a:spcPct val="100000"/>
              </a:lnSpc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pt-BR" sz="4400" strike="noStrike" u="none">
                <a:solidFill>
                  <a:srgbClr val="ffffcc"/>
                </a:solidFill>
                <a:effectLst/>
                <a:uFillTx/>
                <a:latin typeface="Times New Roman"/>
              </a:rPr>
              <a:t>Chamou-me a Si, com amor real;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lnSpc>
                <a:spcPct val="100000"/>
              </a:lnSpc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pt-BR" sz="4400" strike="noStrike" u="none">
                <a:solidFill>
                  <a:srgbClr val="ffffcc"/>
                </a:solidFill>
                <a:effectLst/>
                <a:uFillTx/>
                <a:latin typeface="Times New Roman"/>
              </a:rPr>
              <a:t>Cheguei-me e achei a salvação.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lnSpc>
                <a:spcPct val="100000"/>
              </a:lnSpc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5a5c6c"/>
            </a:gs>
            <a:gs pos="100000">
              <a:srgbClr val="515361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/>
          </p:nvPr>
        </p:nvSpPr>
        <p:spPr>
          <a:xfrm>
            <a:off x="301680" y="1599840"/>
            <a:ext cx="8540640" cy="44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algn="ctr">
              <a:lnSpc>
                <a:spcPct val="100000"/>
              </a:lnSpc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pt-BR" sz="4400" strike="noStrike" u="none">
                <a:solidFill>
                  <a:srgbClr val="ffffcc"/>
                </a:solidFill>
                <a:effectLst/>
                <a:uFillTx/>
                <a:latin typeface="Times New Roman"/>
              </a:rPr>
              <a:t>Salvo por Cristo sou,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lnSpc>
                <a:spcPct val="100000"/>
              </a:lnSpc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pt-BR" sz="4400" strike="noStrike" u="none">
                <a:solidFill>
                  <a:srgbClr val="ffffcc"/>
                </a:solidFill>
                <a:effectLst/>
                <a:uFillTx/>
                <a:latin typeface="Times New Roman"/>
              </a:rPr>
              <a:t>Salvo por quem me amou!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lnSpc>
                <a:spcPct val="100000"/>
              </a:lnSpc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pt-BR" sz="4400" strike="noStrike" u="none">
                <a:solidFill>
                  <a:srgbClr val="ffffcc"/>
                </a:solidFill>
                <a:effectLst/>
                <a:uFillTx/>
                <a:latin typeface="Times New Roman"/>
              </a:rPr>
              <a:t>Perfeita paz, Ele agora me traz,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lnSpc>
                <a:spcPct val="100000"/>
              </a:lnSpc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pt-BR" sz="4400" strike="noStrike" u="none">
                <a:solidFill>
                  <a:srgbClr val="ffffcc"/>
                </a:solidFill>
                <a:effectLst/>
                <a:uFillTx/>
                <a:latin typeface="Times New Roman"/>
              </a:rPr>
              <a:t>Porque salvo estou!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5a5c6c"/>
            </a:gs>
            <a:gs pos="100000">
              <a:srgbClr val="515361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/>
          </p:nvPr>
        </p:nvSpPr>
        <p:spPr>
          <a:xfrm>
            <a:off x="301680" y="1599840"/>
            <a:ext cx="8540640" cy="4498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lnSpc>
                <a:spcPct val="100000"/>
              </a:lnSpc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pt-BR" sz="4400" strike="noStrike" u="none">
                <a:solidFill>
                  <a:srgbClr val="ffffcc"/>
                </a:solidFill>
                <a:effectLst/>
                <a:uFillTx/>
                <a:latin typeface="Times New Roman"/>
              </a:rPr>
              <a:t>Da morte eterna me resgatou,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lnSpc>
                <a:spcPct val="100000"/>
              </a:lnSpc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pt-BR" sz="4400" strike="noStrike" u="none">
                <a:solidFill>
                  <a:srgbClr val="ffffcc"/>
                </a:solidFill>
                <a:effectLst/>
                <a:uFillTx/>
                <a:latin typeface="Times New Roman"/>
              </a:rPr>
              <a:t>Da dura escravidão;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lnSpc>
                <a:spcPct val="100000"/>
              </a:lnSpc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pt-BR" sz="4400" strike="noStrike" u="none">
                <a:solidFill>
                  <a:srgbClr val="ffffcc"/>
                </a:solidFill>
                <a:effectLst/>
                <a:uFillTx/>
                <a:latin typeface="Times New Roman"/>
              </a:rPr>
              <a:t>Na rocha eterna seguro estou;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lnSpc>
                <a:spcPct val="100000"/>
              </a:lnSpc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pt-BR" sz="4400" strike="noStrike" u="none">
                <a:solidFill>
                  <a:srgbClr val="ffffcc"/>
                </a:solidFill>
                <a:effectLst/>
                <a:uFillTx/>
                <a:latin typeface="Times New Roman"/>
              </a:rPr>
              <a:t>Cantando vou, com gratidão.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5a5c6c"/>
            </a:gs>
            <a:gs pos="100000">
              <a:srgbClr val="515361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/>
          </p:nvPr>
        </p:nvSpPr>
        <p:spPr>
          <a:xfrm>
            <a:off x="301680" y="1599840"/>
            <a:ext cx="8540640" cy="44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algn="ctr">
              <a:lnSpc>
                <a:spcPct val="100000"/>
              </a:lnSpc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pt-BR" sz="4400" strike="noStrike" u="none">
                <a:solidFill>
                  <a:srgbClr val="ffffcc"/>
                </a:solidFill>
                <a:effectLst/>
                <a:uFillTx/>
                <a:latin typeface="Times New Roman"/>
              </a:rPr>
              <a:t>Salvo por Cristo sou,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lnSpc>
                <a:spcPct val="100000"/>
              </a:lnSpc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pt-BR" sz="4400" strike="noStrike" u="none">
                <a:solidFill>
                  <a:srgbClr val="ffffcc"/>
                </a:solidFill>
                <a:effectLst/>
                <a:uFillTx/>
                <a:latin typeface="Times New Roman"/>
              </a:rPr>
              <a:t>Salvo por quem me amou!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lnSpc>
                <a:spcPct val="100000"/>
              </a:lnSpc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pt-BR" sz="4400" strike="noStrike" u="none">
                <a:solidFill>
                  <a:srgbClr val="ffffcc"/>
                </a:solidFill>
                <a:effectLst/>
                <a:uFillTx/>
                <a:latin typeface="Times New Roman"/>
              </a:rPr>
              <a:t>Perfeita paz, Ele agora me traz,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lnSpc>
                <a:spcPct val="100000"/>
              </a:lnSpc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pt-BR" sz="4400" strike="noStrike" u="none">
                <a:solidFill>
                  <a:srgbClr val="ffffcc"/>
                </a:solidFill>
                <a:effectLst/>
                <a:uFillTx/>
                <a:latin typeface="Times New Roman"/>
              </a:rPr>
              <a:t>Porque salvo estou!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2005-07-02T18:41:47Z</dcterms:created>
  <dc:creator>Junior</dc:creator>
  <dc:description/>
  <dc:language>pt-BR</dc:language>
  <cp:lastModifiedBy>Junior</cp:lastModifiedBy>
  <dcterms:modified xsi:type="dcterms:W3CDTF">2005-07-02T19:58:48Z</dcterms:modified>
  <cp:revision>2</cp:revision>
  <dc:subject/>
  <dc:title>519 ACHEI JESUS, MEU SALVADOR</dc:title>
</cp:coreProperties>
</file>