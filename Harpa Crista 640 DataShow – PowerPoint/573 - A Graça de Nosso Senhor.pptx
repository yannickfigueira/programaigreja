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BEBDB-3E21-4CCD-A43B-23D218C645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67C500-2073-4456-9CD5-A426878F1D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BC6A9F-E42C-4BA7-A924-2883C67F59F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573 - A Graça de Nosso Senhor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de nosso Senhor,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amor de Deus,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comunhão do Espírito Santo,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Sejam conosco.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Amém, Amém.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2005-12-26T22:38:29Z</dcterms:created>
  <dc:creator>Junior</dc:creator>
  <dc:description/>
  <dc:language>pt-BR</dc:language>
  <cp:lastModifiedBy>Junior</cp:lastModifiedBy>
  <dcterms:modified xsi:type="dcterms:W3CDTF">2005-12-26T22:38:31Z</dcterms:modified>
  <cp:revision>1</cp:revision>
  <dc:subject/>
  <dc:title>573 - A Graça de Nosso Senhor</dc:title>
</cp:coreProperties>
</file>