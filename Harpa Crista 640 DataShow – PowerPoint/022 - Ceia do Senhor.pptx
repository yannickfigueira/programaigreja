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350B54-9346-4823-BAD3-33F757A336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A458DC-D90F-43C3-9DA6-624DECD4C8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6215A21-4438-467E-BAD2-9530FF20A80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22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CEIA DO SENHOR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Em nossa alma nós tomamos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O Teu corpo, ó Jesus!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Como oferta voluntária,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Que nos deste lá na cruz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Como pão do céu desces-te,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Vamos a Ti receber,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Pois unidos ao Teu corpo,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Nós queremos, sim, viver.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Em figura, o Teu sangue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Nós bebemos, ó Senhor,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Pois só nEle há virtude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Pra salvar o pecador.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Como pão do céu desceste, 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Vamos a Ti receber,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Pois unidos ao Teu corpo,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Nós queremos, sim, viver.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Vem concede a Tua igreja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O perdão do teu amor,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Para que nos dois emblemas,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Contemplemos-te, Senhor.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Como pão do céu desceste, 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Vamos a Ti receber,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Pois unidos ao Teu corpo,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Nós queremos, sim, viver.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Ó Senhor, por Teu Espírito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Em nós vem já residir,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Pra Teu corpo e Teu sangue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Nós podermos discernir.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Como pão do céu desceste, 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Vamos a Ti receber,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Pois unidos ao Teu corpo,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Perpetua"/>
              </a:rPr>
              <a:t>Nós queremos, sim, viver.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2005-06-28T01:05:53Z</dcterms:created>
  <dc:creator>Junior</dc:creator>
  <dc:description/>
  <dc:language>pt-BR</dc:language>
  <cp:lastModifiedBy>Junior</cp:lastModifiedBy>
  <dcterms:modified xsi:type="dcterms:W3CDTF">2005-06-28T01:06:34Z</dcterms:modified>
  <cp:revision>1</cp:revision>
  <dc:subject/>
  <dc:title>22 CEIA DO SENHOR</dc:title>
</cp:coreProperties>
</file>