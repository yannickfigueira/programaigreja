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117152-8C1C-4599-9A74-A8E381EEC62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0F38AB-96A1-4EF7-88E4-30DEA79CDC6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6D0197A-DA82-49DC-9594-3D772AB8A5F1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13012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338 – Quero Jesus, Tua Luz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629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Quero sempre, Jesus, receber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Tua luz, Revestir-me do Consolador;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um dia nos céus,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Junto ao trono de Deus,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Fruirei abundante amor!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629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Jesus, guarda o meu coração,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Nele faz Tua eterna habItação,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Quero sempre Teu nome louvar!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quiseste minh’aima resgatar!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629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 o sangue estarei abrigado da lei, Do pecado e da vil tentação;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Neste sangue há paz,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Gozo que satisfaz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certeza de vem perdão!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629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Jesus, guarda o meu coração,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Nele faz Tua eterna habItação,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Quero sempre Teu nome louvar!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quiseste minh’aima resgatar!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629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consolação eu terei em Sião, Vendo a face do meigo Jesus;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Um eterno louvor eu darei ao Senhor, Ao entrar na cidade da luz!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629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Jesus, guarda o meu coração,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Nele faz Tua eterna habItação,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Quero sempre Teu nome louvar!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quiseste minh’aima resgatar!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2005-12-26T18:45:29Z</dcterms:created>
  <dc:creator>Junior</dc:creator>
  <dc:description/>
  <dc:language>pt-BR</dc:language>
  <cp:lastModifiedBy>Junior</cp:lastModifiedBy>
  <dcterms:modified xsi:type="dcterms:W3CDTF">2005-12-26T18:45:30Z</dcterms:modified>
  <cp:revision>1</cp:revision>
  <dc:subject/>
  <dc:title>338 – Quero Jesus, Tua Luz</dc:title>
</cp:coreProperties>
</file>