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media/image1.jpeg" ContentType="image/jpeg"/>
  <Override PartName="/ppt/media/image2.png" ContentType="image/png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152280" y="0"/>
            <a:ext cx="1447920" cy="68580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cec8ba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2400" strike="noStrike" u="none">
              <a:solidFill>
                <a:srgbClr val="5b5249"/>
              </a:solidFill>
              <a:effectLst/>
              <a:uFillTx/>
              <a:latin typeface="Times New Roman"/>
            </a:endParaRPr>
          </a:p>
        </p:txBody>
      </p:sp>
      <p:sp>
        <p:nvSpPr>
          <p:cNvPr id="1" name=""/>
          <p:cNvSpPr/>
          <p:nvPr/>
        </p:nvSpPr>
        <p:spPr>
          <a:xfrm>
            <a:off x="1676520" y="0"/>
            <a:ext cx="7467480" cy="121932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cec8ba"/>
              </a:gs>
            </a:gsLst>
            <a:path path="rect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2400" strike="noStrike" u="none">
              <a:solidFill>
                <a:srgbClr val="5b5249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"/>
          <p:cNvSpPr/>
          <p:nvPr/>
        </p:nvSpPr>
        <p:spPr>
          <a:xfrm>
            <a:off x="457200" y="0"/>
            <a:ext cx="1219320" cy="762120"/>
          </a:xfrm>
          <a:prstGeom prst="rect">
            <a:avLst/>
          </a:prstGeom>
          <a:blipFill rotWithShape="0">
            <a:blip r:embed="rId2"/>
            <a:srcRect/>
            <a:tile tx="0" ty="0" sx="100000" sy="100000" algn="ctr"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2400" strike="noStrike" u="none">
              <a:solidFill>
                <a:srgbClr val="5b5249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blipFill rotWithShape="0">
            <a:blip r:embed="rId3"/>
            <a:srcRect/>
            <a:tile tx="0" ty="0" sx="100000" sy="100000" algn="ctr"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2400" strike="noStrike" u="none">
              <a:solidFill>
                <a:srgbClr val="5b5249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066680" y="8377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2a3d7a"/>
                </a:solidFill>
                <a:effectLst/>
                <a:uFillTx/>
                <a:latin typeface="Times New Roman"/>
              </a:rPr>
              <a:t>Clique para editar o formato do texto do título</a:t>
            </a:r>
            <a:endParaRPr b="0" lang="pt-BR" sz="4400" strike="noStrike" u="none">
              <a:solidFill>
                <a:srgbClr val="2a3d7a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dt" idx="1"/>
          </p:nvPr>
        </p:nvSpPr>
        <p:spPr>
          <a:xfrm>
            <a:off x="1066680" y="641340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2a3d7a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2a3d7a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ftr" idx="2"/>
          </p:nvPr>
        </p:nvSpPr>
        <p:spPr>
          <a:xfrm>
            <a:off x="3428640" y="641340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2a3d7a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2a3d7a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" name="anabnr2" descr=""/>
          <p:cNvPicPr/>
          <p:nvPr/>
        </p:nvPicPr>
        <p:blipFill>
          <a:blip r:embed="rId4"/>
          <a:stretch/>
        </p:blipFill>
        <p:spPr>
          <a:xfrm>
            <a:off x="1228680" y="0"/>
            <a:ext cx="7915320" cy="754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"/>
          <p:cNvSpPr/>
          <p:nvPr/>
        </p:nvSpPr>
        <p:spPr>
          <a:xfrm>
            <a:off x="304920" y="457200"/>
            <a:ext cx="2514600" cy="304920"/>
          </a:xfrm>
          <a:prstGeom prst="rect">
            <a:avLst/>
          </a:prstGeom>
          <a:solidFill>
            <a:srgbClr val="fac164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2400" strike="noStrike" u="none">
              <a:solidFill>
                <a:srgbClr val="5b5249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sldNum" idx="3"/>
          </p:nvPr>
        </p:nvSpPr>
        <p:spPr>
          <a:xfrm>
            <a:off x="8229600" y="6413400"/>
            <a:ext cx="9144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2400" strike="noStrike" u="none">
                <a:solidFill>
                  <a:srgbClr val="2a3d7a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A2312DC-C4D3-4B5A-9009-7A4670C94A76}" type="slidenum">
              <a:rPr b="0" lang="pt-BR" sz="2400" strike="noStrike" u="none">
                <a:solidFill>
                  <a:srgbClr val="2a3d7a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body"/>
          </p:nvPr>
        </p:nvSpPr>
        <p:spPr>
          <a:xfrm>
            <a:off x="1066680" y="21016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85000" lnSpcReduction="9999"/>
          </a:bodyPr>
          <a:p>
            <a:pPr marL="457200" indent="-457200">
              <a:spcBef>
                <a:spcPts val="799"/>
              </a:spcBef>
              <a:buClr>
                <a:srgbClr val="a50021"/>
              </a:buClr>
              <a:buSzPct val="7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5b5249"/>
                </a:solidFill>
                <a:effectLst/>
                <a:uFillTx/>
                <a:latin typeface="Times New Roman"/>
              </a:rPr>
              <a:t>Clique para editar o formato de texto dos tópicos</a:t>
            </a:r>
            <a:endParaRPr b="0" lang="pt-BR" sz="3200" strike="noStrike" u="none">
              <a:solidFill>
                <a:srgbClr val="5b5249"/>
              </a:solidFill>
              <a:effectLst/>
              <a:uFillTx/>
              <a:latin typeface="Times New Roman"/>
            </a:endParaRPr>
          </a:p>
          <a:p>
            <a:pPr lvl="1" marL="1027080" indent="-455400">
              <a:spcBef>
                <a:spcPts val="799"/>
              </a:spcBef>
              <a:buClr>
                <a:srgbClr val="fac164"/>
              </a:buClr>
              <a:buSzPct val="7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5b5249"/>
                </a:solidFill>
                <a:effectLst/>
                <a:uFillTx/>
                <a:latin typeface="Times New Roman"/>
              </a:rPr>
              <a:t>2.º nível de tópicos</a:t>
            </a:r>
            <a:endParaRPr b="0" lang="pt-BR" sz="3200" strike="noStrike" u="none">
              <a:solidFill>
                <a:srgbClr val="5b5249"/>
              </a:solidFill>
              <a:effectLst/>
              <a:uFillTx/>
              <a:latin typeface="Times New Roman"/>
            </a:endParaRPr>
          </a:p>
          <a:p>
            <a:pPr lvl="2" marL="1370160" indent="-228600">
              <a:spcBef>
                <a:spcPts val="799"/>
              </a:spcBef>
              <a:buClr>
                <a:srgbClr val="666699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5b5249"/>
                </a:solidFill>
                <a:effectLst/>
                <a:uFillTx/>
                <a:latin typeface="Times New Roman"/>
              </a:rPr>
              <a:t>3.º nível de tópicos</a:t>
            </a:r>
            <a:endParaRPr b="0" lang="pt-BR" sz="3200" strike="noStrike" u="none">
              <a:solidFill>
                <a:srgbClr val="5b5249"/>
              </a:solidFill>
              <a:effectLst/>
              <a:uFillTx/>
              <a:latin typeface="Times New Roman"/>
            </a:endParaRPr>
          </a:p>
          <a:p>
            <a:pPr lvl="3" marL="1712880" indent="-228600">
              <a:spcBef>
                <a:spcPts val="799"/>
              </a:spcBef>
              <a:buClr>
                <a:srgbClr val="5b5249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5b5249"/>
                </a:solidFill>
                <a:effectLst/>
                <a:uFillTx/>
                <a:latin typeface="Times New Roman"/>
              </a:rPr>
              <a:t>4.º nível de tópicos</a:t>
            </a:r>
            <a:endParaRPr b="0" lang="pt-BR" sz="3200" strike="noStrike" u="none">
              <a:solidFill>
                <a:srgbClr val="5b5249"/>
              </a:solidFill>
              <a:effectLst/>
              <a:uFillTx/>
              <a:latin typeface="Times New Roman"/>
            </a:endParaRPr>
          </a:p>
          <a:p>
            <a:pPr lvl="4" marL="2057400" indent="-228600">
              <a:spcBef>
                <a:spcPts val="799"/>
              </a:spcBef>
              <a:buClr>
                <a:srgbClr val="b0ae6a"/>
              </a:buClr>
              <a:buSzPct val="5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5b5249"/>
                </a:solidFill>
                <a:effectLst/>
                <a:uFillTx/>
                <a:latin typeface="Times New Roman"/>
              </a:rPr>
              <a:t>5.º nível de tópicos</a:t>
            </a:r>
            <a:endParaRPr b="0" lang="pt-BR" sz="3200" strike="noStrike" u="none">
              <a:solidFill>
                <a:srgbClr val="5b5249"/>
              </a:solidFill>
              <a:effectLst/>
              <a:uFillTx/>
              <a:latin typeface="Times New Roman"/>
            </a:endParaRPr>
          </a:p>
          <a:p>
            <a:pPr lvl="5" marL="2057400" indent="-228600">
              <a:spcBef>
                <a:spcPts val="799"/>
              </a:spcBef>
              <a:buClr>
                <a:srgbClr val="5b5249"/>
              </a:buClr>
              <a:buSzPct val="5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5b5249"/>
                </a:solidFill>
                <a:effectLst/>
                <a:uFillTx/>
                <a:latin typeface="Times New Roman"/>
              </a:rPr>
              <a:t>6.º nível de tópicos</a:t>
            </a:r>
            <a:endParaRPr b="0" lang="pt-BR" sz="3200" strike="noStrike" u="none">
              <a:solidFill>
                <a:srgbClr val="5b5249"/>
              </a:solidFill>
              <a:effectLst/>
              <a:uFillTx/>
              <a:latin typeface="Times New Roman"/>
            </a:endParaRPr>
          </a:p>
          <a:p>
            <a:pPr lvl="6" marL="2057400" indent="-228600">
              <a:spcBef>
                <a:spcPts val="799"/>
              </a:spcBef>
              <a:buClr>
                <a:srgbClr val="5b5249"/>
              </a:buClr>
              <a:buSzPct val="5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5b5249"/>
                </a:solidFill>
                <a:effectLst/>
                <a:uFillTx/>
                <a:latin typeface="Times New Roman"/>
              </a:rPr>
              <a:t>7.º nível de tópicos</a:t>
            </a:r>
            <a:endParaRPr b="0" lang="pt-BR" sz="3200" strike="noStrike" u="none">
              <a:solidFill>
                <a:srgbClr val="5b5249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990720" y="1980720"/>
            <a:ext cx="7772400" cy="1752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marL="838080" indent="-838080" algn="ctr">
              <a:buClr>
                <a:srgbClr val="2a3d7a"/>
              </a:buClr>
              <a:buFont typeface="Times New Roman"/>
              <a:buAutoNum type="arabicPlain" startAt="18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2a3d7a"/>
                </a:solidFill>
                <a:effectLst/>
                <a:uFillTx/>
                <a:latin typeface="Times New Roman"/>
              </a:rPr>
              <a:t> GRATA NOVA</a:t>
            </a:r>
            <a:endParaRPr b="0" lang="pt-BR" sz="4400" strike="noStrike" u="none">
              <a:solidFill>
                <a:srgbClr val="2a3d7a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/>
          </p:nvPr>
        </p:nvSpPr>
        <p:spPr>
          <a:xfrm>
            <a:off x="457200" y="837720"/>
            <a:ext cx="8686800" cy="571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457200" indent="-457200" algn="ctr">
              <a:lnSpc>
                <a:spcPct val="80000"/>
              </a:lnSpc>
              <a:spcBef>
                <a:spcPts val="11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600" strike="noStrike" u="none">
                <a:solidFill>
                  <a:srgbClr val="5b5249"/>
                </a:solidFill>
                <a:effectLst/>
                <a:uFillTx/>
                <a:latin typeface="Times New Roman"/>
              </a:rPr>
              <a:t>Grata nova Deus proclama</a:t>
            </a:r>
            <a:endParaRPr b="0" lang="pt-BR" sz="4600" strike="noStrike" u="none">
              <a:solidFill>
                <a:srgbClr val="5b5249"/>
              </a:solidFill>
              <a:effectLst/>
              <a:uFillTx/>
              <a:latin typeface="Times New Roman"/>
            </a:endParaRPr>
          </a:p>
          <a:p>
            <a:pPr marL="457200" indent="-457200" algn="ctr">
              <a:lnSpc>
                <a:spcPct val="80000"/>
              </a:lnSpc>
              <a:spcBef>
                <a:spcPts val="11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600" strike="noStrike" u="none">
                <a:solidFill>
                  <a:srgbClr val="5b5249"/>
                </a:solidFill>
                <a:effectLst/>
                <a:uFillTx/>
                <a:latin typeface="Times New Roman"/>
              </a:rPr>
              <a:t>Hoje, ao mundo pecador!</a:t>
            </a:r>
            <a:endParaRPr b="0" lang="pt-BR" sz="4600" strike="noStrike" u="none">
              <a:solidFill>
                <a:srgbClr val="5b5249"/>
              </a:solidFill>
              <a:effectLst/>
              <a:uFillTx/>
              <a:latin typeface="Times New Roman"/>
            </a:endParaRPr>
          </a:p>
          <a:p>
            <a:pPr marL="457200" indent="-457200" algn="ctr">
              <a:lnSpc>
                <a:spcPct val="80000"/>
              </a:lnSpc>
              <a:spcBef>
                <a:spcPts val="11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600" strike="noStrike" u="none">
                <a:solidFill>
                  <a:srgbClr val="5b5249"/>
                </a:solidFill>
                <a:effectLst/>
                <a:uFillTx/>
                <a:latin typeface="Times New Roman"/>
              </a:rPr>
              <a:t>Doce nova revelada,</a:t>
            </a:r>
            <a:endParaRPr b="0" lang="pt-BR" sz="4600" strike="noStrike" u="none">
              <a:solidFill>
                <a:srgbClr val="5b5249"/>
              </a:solidFill>
              <a:effectLst/>
              <a:uFillTx/>
              <a:latin typeface="Times New Roman"/>
            </a:endParaRPr>
          </a:p>
          <a:p>
            <a:pPr marL="457200" indent="-457200" algn="ctr">
              <a:lnSpc>
                <a:spcPct val="80000"/>
              </a:lnSpc>
              <a:spcBef>
                <a:spcPts val="11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600" strike="noStrike" u="none">
                <a:solidFill>
                  <a:srgbClr val="5b5249"/>
                </a:solidFill>
                <a:effectLst/>
                <a:uFillTx/>
                <a:latin typeface="Times New Roman"/>
              </a:rPr>
              <a:t>Lá na cruz do Salvador;</a:t>
            </a:r>
            <a:endParaRPr b="0" lang="pt-BR" sz="4600" strike="noStrike" u="none">
              <a:solidFill>
                <a:srgbClr val="5b5249"/>
              </a:solidFill>
              <a:effectLst/>
              <a:uFillTx/>
              <a:latin typeface="Times New Roman"/>
            </a:endParaRPr>
          </a:p>
          <a:p>
            <a:pPr marL="457200" indent="-457200" algn="ctr">
              <a:lnSpc>
                <a:spcPct val="80000"/>
              </a:lnSpc>
              <a:spcBef>
                <a:spcPts val="11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600" strike="noStrike" u="none">
                <a:solidFill>
                  <a:srgbClr val="5b5249"/>
                </a:solidFill>
                <a:effectLst/>
                <a:uFillTx/>
                <a:latin typeface="Times New Roman"/>
              </a:rPr>
              <a:t>Cego e desviado, o homem,</a:t>
            </a:r>
            <a:endParaRPr b="0" lang="pt-BR" sz="4600" strike="noStrike" u="none">
              <a:solidFill>
                <a:srgbClr val="5b5249"/>
              </a:solidFill>
              <a:effectLst/>
              <a:uFillTx/>
              <a:latin typeface="Times New Roman"/>
            </a:endParaRPr>
          </a:p>
          <a:p>
            <a:pPr marL="457200" indent="-457200" algn="ctr">
              <a:lnSpc>
                <a:spcPct val="80000"/>
              </a:lnSpc>
              <a:spcBef>
                <a:spcPts val="11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600" strike="noStrike" u="none">
                <a:solidFill>
                  <a:srgbClr val="5b5249"/>
                </a:solidFill>
                <a:effectLst/>
                <a:uFillTx/>
                <a:latin typeface="Times New Roman"/>
              </a:rPr>
              <a:t>Dos caminhos do Senhor,</a:t>
            </a:r>
            <a:endParaRPr b="0" lang="pt-BR" sz="4600" strike="noStrike" u="none">
              <a:solidFill>
                <a:srgbClr val="5b5249"/>
              </a:solidFill>
              <a:effectLst/>
              <a:uFillTx/>
              <a:latin typeface="Times New Roman"/>
            </a:endParaRPr>
          </a:p>
          <a:p>
            <a:pPr marL="457200" indent="-457200" algn="ctr">
              <a:lnSpc>
                <a:spcPct val="80000"/>
              </a:lnSpc>
              <a:spcBef>
                <a:spcPts val="11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600" strike="noStrike" u="none">
                <a:solidFill>
                  <a:srgbClr val="5b5249"/>
                </a:solidFill>
                <a:effectLst/>
                <a:uFillTx/>
                <a:latin typeface="Times New Roman"/>
              </a:rPr>
              <a:t>Desconhece e desconfia</a:t>
            </a:r>
            <a:endParaRPr b="0" lang="pt-BR" sz="4600" strike="noStrike" u="none">
              <a:solidFill>
                <a:srgbClr val="5b5249"/>
              </a:solidFill>
              <a:effectLst/>
              <a:uFillTx/>
              <a:latin typeface="Times New Roman"/>
            </a:endParaRPr>
          </a:p>
          <a:p>
            <a:pPr marL="457200" indent="-457200" algn="ctr">
              <a:lnSpc>
                <a:spcPct val="80000"/>
              </a:lnSpc>
              <a:spcBef>
                <a:spcPts val="11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600" strike="noStrike" u="none">
                <a:solidFill>
                  <a:srgbClr val="5b5249"/>
                </a:solidFill>
                <a:effectLst/>
                <a:uFillTx/>
                <a:latin typeface="Times New Roman"/>
              </a:rPr>
              <a:t>Deste Deus, o Deus de amor.</a:t>
            </a:r>
            <a:endParaRPr b="0" lang="pt-BR" sz="4600" strike="noStrike" u="none">
              <a:solidFill>
                <a:srgbClr val="5b5249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/>
          </p:nvPr>
        </p:nvSpPr>
        <p:spPr>
          <a:xfrm>
            <a:off x="990720" y="144792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457200" indent="-457200" algn="ctr">
              <a:spcBef>
                <a:spcPts val="11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600" strike="noStrike" u="none">
                <a:solidFill>
                  <a:srgbClr val="5b5249"/>
                </a:solidFill>
                <a:effectLst/>
                <a:uFillTx/>
                <a:latin typeface="Times New Roman"/>
              </a:rPr>
              <a:t>Grata nova, doce nova</a:t>
            </a:r>
            <a:endParaRPr b="0" lang="pt-BR" sz="4600" strike="noStrike" u="none">
              <a:solidFill>
                <a:srgbClr val="5b5249"/>
              </a:solidFill>
              <a:effectLst/>
              <a:uFillTx/>
              <a:latin typeface="Times New Roman"/>
            </a:endParaRPr>
          </a:p>
          <a:p>
            <a:pPr marL="457200" indent="-457200" algn="ctr">
              <a:spcBef>
                <a:spcPts val="11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600" strike="noStrike" u="none">
                <a:solidFill>
                  <a:srgbClr val="5b5249"/>
                </a:solidFill>
                <a:effectLst/>
                <a:uFillTx/>
                <a:latin typeface="Times New Roman"/>
              </a:rPr>
              <a:t>Vem dos lábios do Senhor,</a:t>
            </a:r>
            <a:endParaRPr b="0" lang="pt-BR" sz="4600" strike="noStrike" u="none">
              <a:solidFill>
                <a:srgbClr val="5b5249"/>
              </a:solidFill>
              <a:effectLst/>
              <a:uFillTx/>
              <a:latin typeface="Times New Roman"/>
            </a:endParaRPr>
          </a:p>
          <a:p>
            <a:pPr marL="457200" indent="-457200" algn="ctr">
              <a:spcBef>
                <a:spcPts val="11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600" strike="noStrike" u="none">
                <a:solidFill>
                  <a:srgbClr val="5b5249"/>
                </a:solidFill>
                <a:effectLst/>
                <a:uFillTx/>
                <a:latin typeface="Times New Roman"/>
              </a:rPr>
              <a:t>Escutai com alegria</a:t>
            </a:r>
            <a:endParaRPr b="0" lang="pt-BR" sz="4600" strike="noStrike" u="none">
              <a:solidFill>
                <a:srgbClr val="5b5249"/>
              </a:solidFill>
              <a:effectLst/>
              <a:uFillTx/>
              <a:latin typeface="Times New Roman"/>
            </a:endParaRPr>
          </a:p>
          <a:p>
            <a:pPr marL="457200" indent="-457200" algn="ctr">
              <a:spcBef>
                <a:spcPts val="11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600" strike="noStrike" u="none">
                <a:solidFill>
                  <a:srgbClr val="5b5249"/>
                </a:solidFill>
                <a:effectLst/>
                <a:uFillTx/>
                <a:latin typeface="Times New Roman"/>
              </a:rPr>
              <a:t>“Deus é luz, Deus é amor”.</a:t>
            </a:r>
            <a:endParaRPr b="0" lang="pt-BR" sz="4600" strike="noStrike" u="none">
              <a:solidFill>
                <a:srgbClr val="5b5249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/>
          </p:nvPr>
        </p:nvSpPr>
        <p:spPr>
          <a:xfrm>
            <a:off x="609120" y="838080"/>
            <a:ext cx="8534520" cy="5639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457200" indent="-457200" algn="ctr">
              <a:lnSpc>
                <a:spcPct val="80000"/>
              </a:lnSpc>
              <a:spcBef>
                <a:spcPts val="11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600" strike="noStrike" u="none">
                <a:solidFill>
                  <a:srgbClr val="5b5249"/>
                </a:solidFill>
                <a:effectLst/>
                <a:uFillTx/>
                <a:latin typeface="Times New Roman"/>
              </a:rPr>
              <a:t>Com ofertas e obras mortas,</a:t>
            </a:r>
            <a:endParaRPr b="0" lang="pt-BR" sz="4600" strike="noStrike" u="none">
              <a:solidFill>
                <a:srgbClr val="5b5249"/>
              </a:solidFill>
              <a:effectLst/>
              <a:uFillTx/>
              <a:latin typeface="Times New Roman"/>
            </a:endParaRPr>
          </a:p>
          <a:p>
            <a:pPr marL="457200" indent="-457200" algn="ctr">
              <a:lnSpc>
                <a:spcPct val="80000"/>
              </a:lnSpc>
              <a:spcBef>
                <a:spcPts val="11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600" strike="noStrike" u="none">
                <a:solidFill>
                  <a:srgbClr val="5b5249"/>
                </a:solidFill>
                <a:effectLst/>
                <a:uFillTx/>
                <a:latin typeface="Times New Roman"/>
              </a:rPr>
              <a:t>Sacrifícios sem valor,</a:t>
            </a:r>
            <a:endParaRPr b="0" lang="pt-BR" sz="4600" strike="noStrike" u="none">
              <a:solidFill>
                <a:srgbClr val="5b5249"/>
              </a:solidFill>
              <a:effectLst/>
              <a:uFillTx/>
              <a:latin typeface="Times New Roman"/>
            </a:endParaRPr>
          </a:p>
          <a:p>
            <a:pPr marL="457200" indent="-457200" algn="ctr">
              <a:lnSpc>
                <a:spcPct val="80000"/>
              </a:lnSpc>
              <a:spcBef>
                <a:spcPts val="11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600" strike="noStrike" u="none">
                <a:solidFill>
                  <a:srgbClr val="5b5249"/>
                </a:solidFill>
                <a:effectLst/>
                <a:uFillTx/>
                <a:latin typeface="Times New Roman"/>
              </a:rPr>
              <a:t>Enganado, pensa o homem,</a:t>
            </a:r>
            <a:endParaRPr b="0" lang="pt-BR" sz="4600" strike="noStrike" u="none">
              <a:solidFill>
                <a:srgbClr val="5b5249"/>
              </a:solidFill>
              <a:effectLst/>
              <a:uFillTx/>
              <a:latin typeface="Times New Roman"/>
            </a:endParaRPr>
          </a:p>
          <a:p>
            <a:pPr marL="457200" indent="-457200" algn="ctr">
              <a:lnSpc>
                <a:spcPct val="80000"/>
              </a:lnSpc>
              <a:spcBef>
                <a:spcPts val="11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600" strike="noStrike" u="none">
                <a:solidFill>
                  <a:srgbClr val="5b5249"/>
                </a:solidFill>
                <a:effectLst/>
                <a:uFillTx/>
                <a:latin typeface="Times New Roman"/>
              </a:rPr>
              <a:t>Propiciar seu Criador,</a:t>
            </a:r>
            <a:endParaRPr b="0" lang="pt-BR" sz="4600" strike="noStrike" u="none">
              <a:solidFill>
                <a:srgbClr val="5b5249"/>
              </a:solidFill>
              <a:effectLst/>
              <a:uFillTx/>
              <a:latin typeface="Times New Roman"/>
            </a:endParaRPr>
          </a:p>
          <a:p>
            <a:pPr marL="457200" indent="-457200" algn="ctr">
              <a:lnSpc>
                <a:spcPct val="80000"/>
              </a:lnSpc>
              <a:spcBef>
                <a:spcPts val="11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600" strike="noStrike" u="none">
                <a:solidFill>
                  <a:srgbClr val="5b5249"/>
                </a:solidFill>
                <a:effectLst/>
                <a:uFillTx/>
                <a:latin typeface="Times New Roman"/>
              </a:rPr>
              <a:t>Meios de salvar-se inventa;</a:t>
            </a:r>
            <a:endParaRPr b="0" lang="pt-BR" sz="4600" strike="noStrike" u="none">
              <a:solidFill>
                <a:srgbClr val="5b5249"/>
              </a:solidFill>
              <a:effectLst/>
              <a:uFillTx/>
              <a:latin typeface="Times New Roman"/>
            </a:endParaRPr>
          </a:p>
          <a:p>
            <a:pPr marL="457200" indent="-457200" algn="ctr">
              <a:lnSpc>
                <a:spcPct val="80000"/>
              </a:lnSpc>
              <a:spcBef>
                <a:spcPts val="11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600" strike="noStrike" u="none">
                <a:solidFill>
                  <a:srgbClr val="5b5249"/>
                </a:solidFill>
                <a:effectLst/>
                <a:uFillTx/>
                <a:latin typeface="Times New Roman"/>
              </a:rPr>
              <a:t>Clama, roga em seu favor,</a:t>
            </a:r>
            <a:endParaRPr b="0" lang="pt-BR" sz="4600" strike="noStrike" u="none">
              <a:solidFill>
                <a:srgbClr val="5b5249"/>
              </a:solidFill>
              <a:effectLst/>
              <a:uFillTx/>
              <a:latin typeface="Times New Roman"/>
            </a:endParaRPr>
          </a:p>
          <a:p>
            <a:pPr marL="457200" indent="-457200" algn="ctr">
              <a:lnSpc>
                <a:spcPct val="80000"/>
              </a:lnSpc>
              <a:spcBef>
                <a:spcPts val="11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600" strike="noStrike" u="none">
                <a:solidFill>
                  <a:srgbClr val="5b5249"/>
                </a:solidFill>
                <a:effectLst/>
                <a:uFillTx/>
                <a:latin typeface="Times New Roman"/>
              </a:rPr>
              <a:t>A supostos mediadores,</a:t>
            </a:r>
            <a:endParaRPr b="0" lang="pt-BR" sz="4600" strike="noStrike" u="none">
              <a:solidFill>
                <a:srgbClr val="5b5249"/>
              </a:solidFill>
              <a:effectLst/>
              <a:uFillTx/>
              <a:latin typeface="Times New Roman"/>
            </a:endParaRPr>
          </a:p>
          <a:p>
            <a:pPr marL="457200" indent="-457200" algn="ctr">
              <a:lnSpc>
                <a:spcPct val="80000"/>
              </a:lnSpc>
              <a:spcBef>
                <a:spcPts val="11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600" strike="noStrike" u="none">
                <a:solidFill>
                  <a:srgbClr val="5b5249"/>
                </a:solidFill>
                <a:effectLst/>
                <a:uFillTx/>
                <a:latin typeface="Times New Roman"/>
              </a:rPr>
              <a:t>Desprezando o Deus de amor.</a:t>
            </a:r>
            <a:endParaRPr b="0" lang="pt-BR" sz="4600" strike="noStrike" u="none">
              <a:solidFill>
                <a:srgbClr val="5b5249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/>
          </p:nvPr>
        </p:nvSpPr>
        <p:spPr>
          <a:xfrm>
            <a:off x="1066680" y="1294920"/>
            <a:ext cx="7772400" cy="4419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457200" indent="-457200" algn="ctr">
              <a:spcBef>
                <a:spcPts val="11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600" strike="noStrike" u="none">
                <a:solidFill>
                  <a:srgbClr val="5b5249"/>
                </a:solidFill>
                <a:effectLst/>
                <a:uFillTx/>
                <a:latin typeface="Times New Roman"/>
              </a:rPr>
              <a:t>Grata nova, doce nova</a:t>
            </a:r>
            <a:endParaRPr b="0" lang="pt-BR" sz="4600" strike="noStrike" u="none">
              <a:solidFill>
                <a:srgbClr val="5b5249"/>
              </a:solidFill>
              <a:effectLst/>
              <a:uFillTx/>
              <a:latin typeface="Times New Roman"/>
            </a:endParaRPr>
          </a:p>
          <a:p>
            <a:pPr marL="457200" indent="-457200" algn="ctr">
              <a:spcBef>
                <a:spcPts val="11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600" strike="noStrike" u="none">
                <a:solidFill>
                  <a:srgbClr val="5b5249"/>
                </a:solidFill>
                <a:effectLst/>
                <a:uFillTx/>
                <a:latin typeface="Times New Roman"/>
              </a:rPr>
              <a:t>Vem dos lábios do Senhor</a:t>
            </a:r>
            <a:endParaRPr b="0" lang="pt-BR" sz="4600" strike="noStrike" u="none">
              <a:solidFill>
                <a:srgbClr val="5b5249"/>
              </a:solidFill>
              <a:effectLst/>
              <a:uFillTx/>
              <a:latin typeface="Times New Roman"/>
            </a:endParaRPr>
          </a:p>
          <a:p>
            <a:pPr marL="457200" indent="-457200" algn="ctr">
              <a:spcBef>
                <a:spcPts val="11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600" strike="noStrike" u="none">
                <a:solidFill>
                  <a:srgbClr val="5b5249"/>
                </a:solidFill>
                <a:effectLst/>
                <a:uFillTx/>
                <a:latin typeface="Times New Roman"/>
              </a:rPr>
              <a:t>Escutai com alegria,</a:t>
            </a:r>
            <a:endParaRPr b="0" lang="pt-BR" sz="4600" strike="noStrike" u="none">
              <a:solidFill>
                <a:srgbClr val="5b5249"/>
              </a:solidFill>
              <a:effectLst/>
              <a:uFillTx/>
              <a:latin typeface="Times New Roman"/>
            </a:endParaRPr>
          </a:p>
          <a:p>
            <a:pPr marL="457200" indent="-457200" algn="ctr">
              <a:spcBef>
                <a:spcPts val="11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600" strike="noStrike" u="none">
                <a:solidFill>
                  <a:srgbClr val="5b5249"/>
                </a:solidFill>
                <a:effectLst/>
                <a:uFillTx/>
                <a:latin typeface="Times New Roman"/>
              </a:rPr>
              <a:t>“Deus é luz, Deus é amor”.</a:t>
            </a:r>
            <a:endParaRPr b="0" lang="pt-BR" sz="4600" strike="noStrike" u="none">
              <a:solidFill>
                <a:srgbClr val="5b5249"/>
              </a:solidFill>
              <a:effectLst/>
              <a:uFillTx/>
              <a:latin typeface="Times New Roman"/>
            </a:endParaRPr>
          </a:p>
          <a:p>
            <a:pPr marL="457200" indent="-457200" algn="ctr">
              <a:spcBef>
                <a:spcPts val="11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600" strike="noStrike" u="none">
              <a:solidFill>
                <a:srgbClr val="5b5249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/>
          </p:nvPr>
        </p:nvSpPr>
        <p:spPr>
          <a:xfrm>
            <a:off x="457200" y="609480"/>
            <a:ext cx="8686800" cy="609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lnSpcReduction="9999"/>
          </a:bodyPr>
          <a:p>
            <a:pPr marL="457200" indent="-457200" algn="ctr">
              <a:lnSpc>
                <a:spcPct val="90000"/>
              </a:lnSpc>
              <a:spcBef>
                <a:spcPts val="11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600" strike="noStrike" u="none">
                <a:solidFill>
                  <a:srgbClr val="5b5249"/>
                </a:solidFill>
                <a:effectLst/>
                <a:uFillTx/>
                <a:latin typeface="Times New Roman"/>
              </a:rPr>
              <a:t>Luz divina, resplandece!</a:t>
            </a:r>
            <a:endParaRPr b="0" lang="pt-BR" sz="4600" strike="noStrike" u="none">
              <a:solidFill>
                <a:srgbClr val="5b5249"/>
              </a:solidFill>
              <a:effectLst/>
              <a:uFillTx/>
              <a:latin typeface="Times New Roman"/>
            </a:endParaRPr>
          </a:p>
          <a:p>
            <a:pPr marL="457200" indent="-457200" algn="ctr">
              <a:lnSpc>
                <a:spcPct val="90000"/>
              </a:lnSpc>
              <a:spcBef>
                <a:spcPts val="11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600" strike="noStrike" u="none">
                <a:solidFill>
                  <a:srgbClr val="5b5249"/>
                </a:solidFill>
                <a:effectLst/>
                <a:uFillTx/>
                <a:latin typeface="Times New Roman"/>
              </a:rPr>
              <a:t>Mostra ao triste pecador,</a:t>
            </a:r>
            <a:endParaRPr b="0" lang="pt-BR" sz="4600" strike="noStrike" u="none">
              <a:solidFill>
                <a:srgbClr val="5b5249"/>
              </a:solidFill>
              <a:effectLst/>
              <a:uFillTx/>
              <a:latin typeface="Times New Roman"/>
            </a:endParaRPr>
          </a:p>
          <a:p>
            <a:pPr marL="457200" indent="-457200" algn="ctr">
              <a:lnSpc>
                <a:spcPct val="90000"/>
              </a:lnSpc>
              <a:spcBef>
                <a:spcPts val="11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600" strike="noStrike" u="none">
                <a:solidFill>
                  <a:srgbClr val="5b5249"/>
                </a:solidFill>
                <a:effectLst/>
                <a:uFillTx/>
                <a:latin typeface="Times New Roman"/>
              </a:rPr>
              <a:t>Que na cruz estão unidos,</a:t>
            </a:r>
            <a:endParaRPr b="0" lang="pt-BR" sz="4600" strike="noStrike" u="none">
              <a:solidFill>
                <a:srgbClr val="5b5249"/>
              </a:solidFill>
              <a:effectLst/>
              <a:uFillTx/>
              <a:latin typeface="Times New Roman"/>
            </a:endParaRPr>
          </a:p>
          <a:p>
            <a:pPr marL="457200" indent="-457200" algn="ctr">
              <a:lnSpc>
                <a:spcPct val="90000"/>
              </a:lnSpc>
              <a:spcBef>
                <a:spcPts val="11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600" strike="noStrike" u="none">
                <a:solidFill>
                  <a:srgbClr val="5b5249"/>
                </a:solidFill>
                <a:effectLst/>
                <a:uFillTx/>
                <a:latin typeface="Times New Roman"/>
              </a:rPr>
              <a:t>A justiça e o amor.</a:t>
            </a:r>
            <a:endParaRPr b="0" lang="pt-BR" sz="4600" strike="noStrike" u="none">
              <a:solidFill>
                <a:srgbClr val="5b5249"/>
              </a:solidFill>
              <a:effectLst/>
              <a:uFillTx/>
              <a:latin typeface="Times New Roman"/>
            </a:endParaRPr>
          </a:p>
          <a:p>
            <a:pPr marL="457200" indent="-457200" algn="ctr">
              <a:lnSpc>
                <a:spcPct val="90000"/>
              </a:lnSpc>
              <a:spcBef>
                <a:spcPts val="11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600" strike="noStrike" u="none">
                <a:solidFill>
                  <a:srgbClr val="5b5249"/>
                </a:solidFill>
                <a:effectLst/>
                <a:uFillTx/>
                <a:latin typeface="Times New Roman"/>
              </a:rPr>
              <a:t>Fala aos corações feridos,</a:t>
            </a:r>
            <a:endParaRPr b="0" lang="pt-BR" sz="4600" strike="noStrike" u="none">
              <a:solidFill>
                <a:srgbClr val="5b5249"/>
              </a:solidFill>
              <a:effectLst/>
              <a:uFillTx/>
              <a:latin typeface="Times New Roman"/>
            </a:endParaRPr>
          </a:p>
          <a:p>
            <a:pPr marL="457200" indent="-457200" algn="ctr">
              <a:lnSpc>
                <a:spcPct val="90000"/>
              </a:lnSpc>
              <a:spcBef>
                <a:spcPts val="11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600" strike="noStrike" u="none">
                <a:solidFill>
                  <a:srgbClr val="5b5249"/>
                </a:solidFill>
                <a:effectLst/>
                <a:uFillTx/>
                <a:latin typeface="Times New Roman"/>
              </a:rPr>
              <a:t>Mostra-te, Deus Salvador;</a:t>
            </a:r>
            <a:endParaRPr b="0" lang="pt-BR" sz="4600" strike="noStrike" u="none">
              <a:solidFill>
                <a:srgbClr val="5b5249"/>
              </a:solidFill>
              <a:effectLst/>
              <a:uFillTx/>
              <a:latin typeface="Times New Roman"/>
            </a:endParaRPr>
          </a:p>
          <a:p>
            <a:pPr marL="457200" indent="-457200" algn="ctr">
              <a:lnSpc>
                <a:spcPct val="90000"/>
              </a:lnSpc>
              <a:spcBef>
                <a:spcPts val="11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600" strike="noStrike" u="none">
                <a:solidFill>
                  <a:srgbClr val="5b5249"/>
                </a:solidFill>
                <a:effectLst/>
                <a:uFillTx/>
                <a:latin typeface="Times New Roman"/>
              </a:rPr>
              <a:t>E sem fim, proclamaremos:</a:t>
            </a:r>
            <a:endParaRPr b="0" lang="pt-BR" sz="4600" strike="noStrike" u="none">
              <a:solidFill>
                <a:srgbClr val="5b5249"/>
              </a:solidFill>
              <a:effectLst/>
              <a:uFillTx/>
              <a:latin typeface="Times New Roman"/>
            </a:endParaRPr>
          </a:p>
          <a:p>
            <a:pPr marL="457200" indent="-457200" algn="ctr">
              <a:lnSpc>
                <a:spcPct val="90000"/>
              </a:lnSpc>
              <a:spcBef>
                <a:spcPts val="11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600" strike="noStrike" u="none">
                <a:solidFill>
                  <a:srgbClr val="5b5249"/>
                </a:solidFill>
                <a:effectLst/>
                <a:uFillTx/>
                <a:latin typeface="Times New Roman"/>
              </a:rPr>
              <a:t>“Deus é luz! Deus é amor!”.</a:t>
            </a:r>
            <a:endParaRPr b="0" lang="pt-BR" sz="4600" strike="noStrike" u="none">
              <a:solidFill>
                <a:srgbClr val="5b5249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/>
          </p:nvPr>
        </p:nvSpPr>
        <p:spPr>
          <a:xfrm>
            <a:off x="1066680" y="1371600"/>
            <a:ext cx="7772400" cy="4648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457200" indent="-457200" algn="ctr">
              <a:spcBef>
                <a:spcPts val="11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600" strike="noStrike" u="none">
                <a:solidFill>
                  <a:srgbClr val="5b5249"/>
                </a:solidFill>
                <a:effectLst/>
                <a:uFillTx/>
                <a:latin typeface="Times New Roman"/>
              </a:rPr>
              <a:t>Grata nova, doce nova</a:t>
            </a:r>
            <a:endParaRPr b="0" lang="pt-BR" sz="4600" strike="noStrike" u="none">
              <a:solidFill>
                <a:srgbClr val="5b5249"/>
              </a:solidFill>
              <a:effectLst/>
              <a:uFillTx/>
              <a:latin typeface="Times New Roman"/>
            </a:endParaRPr>
          </a:p>
          <a:p>
            <a:pPr marL="457200" indent="-457200" algn="ctr">
              <a:spcBef>
                <a:spcPts val="11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600" strike="noStrike" u="none">
                <a:solidFill>
                  <a:srgbClr val="5b5249"/>
                </a:solidFill>
                <a:effectLst/>
                <a:uFillTx/>
                <a:latin typeface="Times New Roman"/>
              </a:rPr>
              <a:t>Vem dos lábios do Senhor</a:t>
            </a:r>
            <a:endParaRPr b="0" lang="pt-BR" sz="4600" strike="noStrike" u="none">
              <a:solidFill>
                <a:srgbClr val="5b5249"/>
              </a:solidFill>
              <a:effectLst/>
              <a:uFillTx/>
              <a:latin typeface="Times New Roman"/>
            </a:endParaRPr>
          </a:p>
          <a:p>
            <a:pPr marL="457200" indent="-457200" algn="ctr">
              <a:spcBef>
                <a:spcPts val="11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600" strike="noStrike" u="none">
                <a:solidFill>
                  <a:srgbClr val="5b5249"/>
                </a:solidFill>
                <a:effectLst/>
                <a:uFillTx/>
                <a:latin typeface="Times New Roman"/>
              </a:rPr>
              <a:t>Escutai com alegria</a:t>
            </a:r>
            <a:endParaRPr b="0" lang="pt-BR" sz="4600" strike="noStrike" u="none">
              <a:solidFill>
                <a:srgbClr val="5b5249"/>
              </a:solidFill>
              <a:effectLst/>
              <a:uFillTx/>
              <a:latin typeface="Times New Roman"/>
            </a:endParaRPr>
          </a:p>
          <a:p>
            <a:pPr marL="457200" indent="-457200" algn="ctr">
              <a:spcBef>
                <a:spcPts val="11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600" strike="noStrike" u="none">
                <a:solidFill>
                  <a:srgbClr val="5b5249"/>
                </a:solidFill>
                <a:effectLst/>
                <a:uFillTx/>
                <a:latin typeface="Times New Roman"/>
              </a:rPr>
              <a:t>“Deus é luz, Deus é amor”.</a:t>
            </a:r>
            <a:endParaRPr b="0" lang="pt-BR" sz="4600" strike="noStrike" u="none">
              <a:solidFill>
                <a:srgbClr val="5b5249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2005-05-06T16:50:14Z</dcterms:created>
  <dc:creator>eu</dc:creator>
  <dc:description/>
  <dc:language>pt-BR</dc:language>
  <cp:lastModifiedBy>User041</cp:lastModifiedBy>
  <dcterms:modified xsi:type="dcterms:W3CDTF">2006-11-25T18:58:54Z</dcterms:modified>
  <cp:revision>4</cp:revision>
  <dc:subject/>
  <dc:title> GRATA NOVA</dc:title>
</cp:coreProperties>
</file>