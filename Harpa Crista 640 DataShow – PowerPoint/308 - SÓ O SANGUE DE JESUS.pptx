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533A5B-4D52-429F-9A00-3210DE275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3A549A-E58F-4F82-BF22-A2A44B2DE4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9FC814-1DA4-4323-959C-736C48DA2FE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tem poder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nos lavar,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toda mancha nos limpar;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que lavado for nesse sangue expiador,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mais teme a morte nem a 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pode libertar,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nos lavar;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vamos nós alcançar,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morada de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guarda-nos da corrupção,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nos livra da vil tentação;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Esse sangue tem valor,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é preço do amor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que resgatou-nos o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pode libertar,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nos lavar;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vamos nós alcançar,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morada de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tem poder de preservar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fiel que a Deus quer agradar;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ouro é sem valor p'ra pagar o gran favor,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eterno e divino amor!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E.C.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pode libertar,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nos lavar;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vamos nós alcançar,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morada de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2005-10-19T02:39:38Z</dcterms:created>
  <dc:creator>Montagna</dc:creator>
  <dc:description/>
  <dc:language>pt-BR</dc:language>
  <cp:lastModifiedBy>Junior</cp:lastModifiedBy>
  <dcterms:modified xsi:type="dcterms:W3CDTF">2006-03-26T19:18:28Z</dcterms:modified>
  <cp:revision>3</cp:revision>
  <dc:subject/>
  <dc:title>308 - SÓ O SANGUE DE JESUS</dc:title>
</cp:coreProperties>
</file>