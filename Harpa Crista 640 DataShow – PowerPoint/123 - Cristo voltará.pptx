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9425B4-AFBD-41A0-8F02-C2B3A9257F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6B63F0-5237-408E-86C5-7EB5030E35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443EFC-1682-4CAB-855D-522504CE13C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123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Cristo Voltará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487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Um dia, Cristo voltará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Ao ascender prometeu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 modo que surgiu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Há de ver  Rei Jesus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 povo seu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914040"/>
            <a:ext cx="9144000" cy="441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Mui breve sim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o verás seu povo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Velando todos,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Devem sempre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Afim de vê-lo voltar.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609120"/>
            <a:ext cx="9144000" cy="495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Os mensageiros do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Afirmam que Jesus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o poder consolador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As fiéis promessas nos revelará.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Mui breve sim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o verás seu povo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Velando todos,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Devem sempre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Afim de vê-lo voltar.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Oh! Gozo sem comparação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No dia do meu Salvador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a mui grande multidão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Subiremos ao encontro do Senhor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240" y="274320"/>
            <a:ext cx="8458200" cy="528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Mui breve sim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o verás seu povo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Velando todos,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Devem sempre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Afim de vê-lo voltar.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Bem-vindo sejas, meu Senhor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tua gloriosa luz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nossa fé terá valor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Nós dizemos: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“Ora, vem o Senhor Jesus”.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" descr=""/>
          <p:cNvPicPr/>
          <p:nvPr/>
        </p:nvPicPr>
        <p:blipFill>
          <a:blip r:embed="rId1"/>
          <a:stretch/>
        </p:blipFill>
        <p:spPr>
          <a:xfrm>
            <a:off x="-304920" y="-228600"/>
            <a:ext cx="9753840" cy="731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Mui breve sim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Jesus virá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Alegre o verás seu povo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Velando todos, 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Devem sempre estar</a:t>
            </a:r>
            <a:br>
              <a:rPr sz="4400"/>
            </a:b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Afim de vê-lo voltar.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2005-09-25T19:26:49Z</dcterms:created>
  <dc:creator>Junior</dc:creator>
  <dc:description/>
  <dc:language>pt-BR</dc:language>
  <cp:lastModifiedBy>User041</cp:lastModifiedBy>
  <dcterms:modified xsi:type="dcterms:W3CDTF">2006-04-22T19:33:37Z</dcterms:modified>
  <cp:revision>4</cp:revision>
  <dc:subject/>
  <dc:title>123 Cristo Voltará</dc:title>
</cp:coreProperties>
</file>