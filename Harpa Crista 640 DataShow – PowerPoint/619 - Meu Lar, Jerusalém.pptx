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slide4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6941CBA-053B-4DAF-82C1-F6D47A3FBBC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5B187A-7E6A-4EF2-B763-5A37E914AD9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0899589-D093-47FC-AF4F-373E7A06423B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619 – Meu Lar, Jerusalém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Feliz Jerusalém, meu lar!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ti almejo estar!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Sentir a calma em glória ali,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teu prazer gozar.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lar feliz de amor e paz!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Jardim sem outro igual!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teu fulgor de glória e luz,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Jamais o viu mortal.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 em breve irá voltar,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 paz do lar de além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Irá, então, em ti reinar,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Meu lar - Jerusalém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2005-12-27T14:56:00Z</dcterms:created>
  <dc:creator>Junior</dc:creator>
  <dc:description/>
  <dc:language>pt-BR</dc:language>
  <cp:lastModifiedBy>Junior</cp:lastModifiedBy>
  <dcterms:modified xsi:type="dcterms:W3CDTF">2005-12-27T14:56:02Z</dcterms:modified>
  <cp:revision>1</cp:revision>
  <dc:subject/>
  <dc:title>619 – Meu Lar, Jerusalém</dc:title>
</cp:coreProperties>
</file>