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CBEF0B-B4CB-4FCE-B995-E520B45C39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B81A88-C23F-4521-A924-B66A6E98057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626 - Tríplice Amém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 </a:t>
            </a:r>
            <a:br>
              <a:rPr sz="4400"/>
            </a:br>
            <a:br>
              <a:rPr sz="4400"/>
            </a:b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Amém, Amém, Amém!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2005-12-27T14:58:13Z</dcterms:created>
  <dc:creator>Junior</dc:creator>
  <dc:description/>
  <dc:language>pt-BR</dc:language>
  <cp:lastModifiedBy>Junior</cp:lastModifiedBy>
  <dcterms:modified xsi:type="dcterms:W3CDTF">2005-12-27T14:58:15Z</dcterms:modified>
  <cp:revision>1</cp:revision>
  <dc:subject/>
  <dc:title>626 - Tríplice Amém      Amém, Amém, Amém! </dc:title>
</cp:coreProperties>
</file>