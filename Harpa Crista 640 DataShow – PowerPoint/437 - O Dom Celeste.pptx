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18618C-5CF4-4DF2-8B16-5F949532B0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8EF1E5-740E-4279-8DF0-9A0BB542A0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290DCAE-8715-47F5-B729-B0EA88F346B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437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DOM CELESTE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que Deus me batizou,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alma viu mais luz,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dom celeste o Pai mandou,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dar louvor ao meu Rei Jesus,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 testemunha do meu Senhor,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sempre dEle vou falar;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do selo de amor,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o meu cálice faz transbordar.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Louvado seja Jesus, o Cristo,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continua a batizar,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língua estranha, nós temos visto,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dom celeste, o Pai mandar!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caminho vou trilhar,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eu quiser obedecer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Evangelho, à luz sem par,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Aonde vida vou receber,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 Cristo eu falarei,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é dos homens Salvador;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vinde hoje e recebei,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Divina graça do meu Senhor.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Louvado seja Jesus, o Cristo,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continua a batizar,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língua estranha, nós temos visto,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dom celeste, o Pai mandar!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2005-10-21T04:26:56Z</dcterms:created>
  <dc:creator>Montagna</dc:creator>
  <dc:description/>
  <dc:language>pt-BR</dc:language>
  <cp:lastModifiedBy>Montagna</cp:lastModifiedBy>
  <dcterms:modified xsi:type="dcterms:W3CDTF">2005-10-21T04:27:12Z</dcterms:modified>
  <cp:revision>2</cp:revision>
  <dc:subject/>
  <dc:title>437 - O DOM CELESTE</dc:title>
</cp:coreProperties>
</file>