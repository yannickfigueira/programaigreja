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8F0C28-E411-44F6-8086-0951664366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BBD748-B667-4718-9054-11093EE9F9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F3F84A1-0243-48AF-B506-D18E532C5563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13336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341 - A Aspiração da alma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Minh’alma aspira habitar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átrios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para sempre ouvir soar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voz do meu Redentor.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Descanso não se encontrará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lar do pecador;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em Jesus se achará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Justiça, paz e amor.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09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vinde, crentes, vamos já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casa do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Ele nos ensinará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Servi-Lo com mui fervor!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2005-12-26T18:42:43Z</dcterms:created>
  <dc:creator>Junior</dc:creator>
  <dc:description/>
  <dc:language>pt-BR</dc:language>
  <cp:lastModifiedBy>Junior</cp:lastModifiedBy>
  <dcterms:modified xsi:type="dcterms:W3CDTF">2005-12-26T18:42:45Z</dcterms:modified>
  <cp:revision>1</cp:revision>
  <dc:subject/>
  <dc:title>341 - A Aspiração da alma</dc:title>
</cp:coreProperties>
</file>