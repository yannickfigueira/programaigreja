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FFF144-6550-4DA5-99C0-32DB94B6F3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5A408C-FD36-4E6C-8D02-EFE2AF75F45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3C7E208-5E15-499E-B009-059EA460A98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450 - O Sol da Justiça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sol da justiça vamos proclamar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Sua luz resplandece em qualquer lugar,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fulgor dourado de amor e paz,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Salvação completa aos caídos traz.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Resplandece, ó sol verdadeiro!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Teus celestes raios vamos espalhar;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Resplandece, ó sol verdadeiro!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Tão formosos raios vamos proclamar!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Resplendor celeste brilha desde os céus.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Fala-nos de Cristo, do amor de Deus;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Jesus nós vamos, todos, trabalhar,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céu aos perdidos o esplendor levar.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Resplandece, ó sol verdadeiro!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Teus celestes raios vamos espalhar;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Resplandece, ó sol verdadeiro!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Tão formosos raios vamos proclamar!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uns raios fortes deste resplendor,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Toda a terra podem inundar de amor;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Podem dum deserto fazer um jardim;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Resplendor do sol. ó brilha para mim.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Resplandece, ó sol verdadeiro!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Teus celestes raios vamos espalhar;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Resplandece, ó sol verdadeiro!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Tão formosos raios vamos proclamar!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2005-12-26T15:31:32Z</dcterms:created>
  <dc:creator>Junior</dc:creator>
  <dc:description/>
  <dc:language>pt-BR</dc:language>
  <cp:lastModifiedBy>Junior</cp:lastModifiedBy>
  <dcterms:modified xsi:type="dcterms:W3CDTF">2005-12-26T15:31:34Z</dcterms:modified>
  <cp:revision>1</cp:revision>
  <dc:subject/>
  <dc:title>450 - O Sol da Justiça </dc:title>
</cp:coreProperties>
</file>