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5621F-8A7B-4EF2-A313-C2374F76A2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59377-E9AB-41C0-A411-F17BADDC68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39F588-6E32-4F8D-A3A0-110B0A7A778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310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 EU VOU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o Redentor,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nos salvar,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mundo de horror,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ondas deste mar;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que crer vitória lhe dará,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real poder,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gozo lhe trará.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 eu vou, avante eu vou,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entrar no céu,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divinal mansão;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gozo mui profundo;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 coração,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olhando para o mundo,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 eu vou.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meu Salvador, ao céu me levará,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destruidor, o corpo esmagará,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caro Redentor, fiel aqui serei,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Ele, com fervor, somente seguirei.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Trombeta soará do nosso Criador;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grei se elevará dos santos do Senhor;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e poder Jesus regressará,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servos hão de O ver, pois breve voltará.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virá Jesus,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me levar,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desfrutar em luz,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amor sem par;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Abraão, (saque e Jó ali no céu verei,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lado de Jacó, com eles cearei.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2005-10-19T02:47:21Z</dcterms:created>
  <dc:creator>Montagna</dc:creator>
  <dc:description/>
  <dc:language>pt-BR</dc:language>
  <cp:lastModifiedBy>Montagna</cp:lastModifiedBy>
  <dcterms:modified xsi:type="dcterms:W3CDTF">2005-10-19T02:48:09Z</dcterms:modified>
  <cp:revision>2</cp:revision>
  <dc:subject/>
  <dc:title>310 - AVANTE EU VOU</dc:title>
</cp:coreProperties>
</file>