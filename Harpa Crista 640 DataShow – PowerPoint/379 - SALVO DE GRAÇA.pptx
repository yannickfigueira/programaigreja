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B9B430-4675-4516-85FF-6168BADCE3E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1CF94E-C637-405B-A0AE-69959327F55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E37F855-2479-4400-B82C-9D7B7E4F3DCF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379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SALVO DE GRAÇA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250920" y="274320"/>
            <a:ext cx="864216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alegria, Jesus me salvou,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Sua graça, pois Ele levou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meus pecados, cravando-os na cruz,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Fazendo brilhar sobre mim a luz.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250920" y="274320"/>
            <a:ext cx="864216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Salvo de graça por meu Jesus!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Salvo de graça, já tenho a luz!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Demos-Lhe glória por grande vitória,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por mim ganhou o Senhor Jesus.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errante no mundo andei,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Longe de Deus, dos preceitos da lei,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me promete o gozo sem par,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Também liberdade aqui me dar.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250920" y="274320"/>
            <a:ext cx="864216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Salvo de graça por meu Jesus!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Salvo de graça, já tenho a luz!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Demos-Lhe glória por grande vitória,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por mim ganhou o Senhor Jesus.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Choro e prantos não podem valer,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Nem seus esforços, nem grande saber,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um perdido sedento de luz,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ele não crer no Senhor Jesus.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250920" y="274320"/>
            <a:ext cx="864216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Salvo de graça por meu Jesus!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Salvo de graça, já tenho a luz!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Demos-Lhe glória por grande vitória,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por mim ganhou o Senhor Jesus.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Tenho descanso do céu, gozo enfim,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Jesus Cristo salvou-me a mim;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eu entrar no Seu reino de luz,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Melhor vou louvar o Senhor Jesus.</a:t>
            </a: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F.V.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250920" y="274320"/>
            <a:ext cx="864216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Salvo de graça por meu Jesus!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Salvo de graça, já tenho a luz!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Demos-Lhe glória por grande vitória,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por mim ganhou o Senhor Jesus.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2005-10-21T02:22:54Z</dcterms:created>
  <dc:creator>Montagna</dc:creator>
  <dc:description/>
  <dc:language>pt-BR</dc:language>
  <cp:lastModifiedBy>Montagna</cp:lastModifiedBy>
  <dcterms:modified xsi:type="dcterms:W3CDTF">2005-10-21T02:28:47Z</dcterms:modified>
  <cp:revision>3</cp:revision>
  <dc:subject/>
  <dc:title>379 - SALVO DE GRAÇA</dc:title>
</cp:coreProperties>
</file>