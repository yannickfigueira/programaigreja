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5331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Clique para editar o formato do texto do título</a:t>
            </a:r>
            <a:endParaRPr b="0" lang="pt-BR" sz="4400" strike="noStrike" u="none">
              <a:solidFill>
                <a:srgbClr val="42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828800"/>
            <a:ext cx="8229600" cy="430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469800" indent="-469800">
              <a:spcBef>
                <a:spcPts val="799"/>
              </a:spcBef>
              <a:buClr>
                <a:srgbClr val="660000"/>
              </a:buClr>
              <a:buSzPct val="70000"/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907920" indent="-436320">
              <a:spcBef>
                <a:spcPts val="799"/>
              </a:spcBef>
              <a:buClr>
                <a:srgbClr val="999966"/>
              </a:buClr>
              <a:buSzPct val="7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1378080" indent="-468360">
              <a:spcBef>
                <a:spcPts val="799"/>
              </a:spcBef>
              <a:buClr>
                <a:srgbClr val="660000"/>
              </a:buClr>
              <a:buSzPct val="65000"/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1827360" indent="-438120">
              <a:spcBef>
                <a:spcPts val="799"/>
              </a:spcBef>
              <a:buClr>
                <a:srgbClr val="999966"/>
              </a:buClr>
              <a:buSzPct val="7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4" marL="2297160" indent="-468360">
              <a:spcBef>
                <a:spcPts val="799"/>
              </a:spcBef>
              <a:buClr>
                <a:srgbClr val="cccc00"/>
              </a:buClr>
              <a:buSzPct val="50000"/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5" marL="2297160" indent="-468360">
              <a:spcBef>
                <a:spcPts val="799"/>
              </a:spcBef>
              <a:buClr>
                <a:srgbClr val="000000"/>
              </a:buClr>
              <a:buSzPct val="50000"/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6" marL="2297160" indent="-468360">
              <a:spcBef>
                <a:spcPts val="799"/>
              </a:spcBef>
              <a:buClr>
                <a:srgbClr val="000000"/>
              </a:buClr>
              <a:buSzPct val="50000"/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8520"/>
            <a:ext cx="16765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7816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94B72DB-F8F3-4BA9-9F05-134A1642237A}" type="slidenum"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5" name=""/>
          <p:cNvGrpSpPr/>
          <p:nvPr/>
        </p:nvGrpSpPr>
        <p:grpSpPr>
          <a:xfrm>
            <a:off x="279360" y="152280"/>
            <a:ext cx="8686800" cy="1600200"/>
            <a:chOff x="279360" y="152280"/>
            <a:chExt cx="8686800" cy="1600200"/>
          </a:xfrm>
        </p:grpSpPr>
        <p:sp>
          <p:nvSpPr>
            <p:cNvPr id="6" name=""/>
            <p:cNvSpPr/>
            <p:nvPr/>
          </p:nvSpPr>
          <p:spPr>
            <a:xfrm flipH="1">
              <a:off x="457200" y="1752480"/>
              <a:ext cx="8305920" cy="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8737560" y="152280"/>
              <a:ext cx="228600" cy="228600"/>
            </a:xfrm>
            <a:prstGeom prst="rect">
              <a:avLst/>
            </a:prstGeom>
            <a:solidFill>
              <a:srgbClr val="660000"/>
            </a:solidFill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279360" y="152280"/>
              <a:ext cx="8454960" cy="228600"/>
            </a:xfrm>
            <a:prstGeom prst="rect">
              <a:avLst/>
            </a:prstGeom>
            <a:solidFill>
              <a:srgbClr val="999966"/>
            </a:solidFill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279360" y="380880"/>
              <a:ext cx="8454960" cy="139680"/>
            </a:xfrm>
            <a:prstGeom prst="rect">
              <a:avLst/>
            </a:prstGeom>
            <a:solidFill>
              <a:srgbClr val="660000"/>
            </a:solidFill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8737560" y="382680"/>
              <a:ext cx="228600" cy="136440"/>
            </a:xfrm>
            <a:prstGeom prst="rect">
              <a:avLst/>
            </a:prstGeom>
            <a:solidFill>
              <a:srgbClr val="999966"/>
            </a:solidFill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/>
          <p:nvPr/>
        </p:nvSpPr>
        <p:spPr>
          <a:xfrm>
            <a:off x="380880" y="990720"/>
            <a:ext cx="76320" cy="5105160"/>
          </a:xfrm>
          <a:prstGeom prst="rect">
            <a:avLst/>
          </a:prstGeom>
          <a:solidFill>
            <a:srgbClr val="66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62120" y="1371240"/>
            <a:ext cx="7696080" cy="2057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Clique para editar o formato do texto do título</a:t>
            </a:r>
            <a:endParaRPr b="0" lang="pt-BR" sz="5400" strike="noStrike" u="none">
              <a:solidFill>
                <a:srgbClr val="42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dt" idx="4"/>
          </p:nvPr>
        </p:nvSpPr>
        <p:spPr>
          <a:xfrm>
            <a:off x="45684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5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6"/>
          </p:nvPr>
        </p:nvSpPr>
        <p:spPr>
          <a:xfrm>
            <a:off x="655272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1" lang="en-US" sz="10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646FF0E-AFC0-406B-9709-2986A5FD2C69}" type="slidenum">
              <a:rPr b="1" lang="en-US" sz="1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6" name=""/>
          <p:cNvGrpSpPr/>
          <p:nvPr/>
        </p:nvGrpSpPr>
        <p:grpSpPr>
          <a:xfrm>
            <a:off x="380880" y="304920"/>
            <a:ext cx="8391600" cy="5790960"/>
            <a:chOff x="380880" y="304920"/>
            <a:chExt cx="8391600" cy="5790960"/>
          </a:xfrm>
        </p:grpSpPr>
        <p:sp>
          <p:nvSpPr>
            <p:cNvPr id="17" name=""/>
            <p:cNvSpPr/>
            <p:nvPr/>
          </p:nvSpPr>
          <p:spPr>
            <a:xfrm flipV="1">
              <a:off x="8312040" y="304560"/>
              <a:ext cx="457200" cy="457200"/>
            </a:xfrm>
            <a:prstGeom prst="rect">
              <a:avLst/>
            </a:prstGeom>
            <a:solidFill>
              <a:srgbClr val="660000"/>
            </a:solidFill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 rot="10800000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 flipV="1">
              <a:off x="380880" y="304560"/>
              <a:ext cx="7944120" cy="457200"/>
            </a:xfrm>
            <a:prstGeom prst="rect">
              <a:avLst/>
            </a:prstGeom>
            <a:solidFill>
              <a:srgbClr val="999966"/>
            </a:solidFill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"/>
            <p:cNvSpPr/>
            <p:nvPr/>
          </p:nvSpPr>
          <p:spPr>
            <a:xfrm flipV="1">
              <a:off x="380880" y="761040"/>
              <a:ext cx="7944120" cy="228600"/>
            </a:xfrm>
            <a:prstGeom prst="rect">
              <a:avLst/>
            </a:prstGeom>
            <a:solidFill>
              <a:srgbClr val="660000"/>
            </a:solidFill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 rot="10800000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"/>
            <p:cNvSpPr/>
            <p:nvPr/>
          </p:nvSpPr>
          <p:spPr>
            <a:xfrm flipV="1">
              <a:off x="8321760" y="761400"/>
              <a:ext cx="447480" cy="228600"/>
            </a:xfrm>
            <a:prstGeom prst="rect">
              <a:avLst/>
            </a:prstGeom>
            <a:solidFill>
              <a:srgbClr val="999966"/>
            </a:solidFill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"/>
            <p:cNvSpPr/>
            <p:nvPr/>
          </p:nvSpPr>
          <p:spPr>
            <a:xfrm flipH="1">
              <a:off x="762120" y="3581280"/>
              <a:ext cx="7696080" cy="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"/>
            <p:cNvSpPr/>
            <p:nvPr/>
          </p:nvSpPr>
          <p:spPr>
            <a:xfrm>
              <a:off x="380880" y="304920"/>
              <a:ext cx="8391600" cy="5790960"/>
            </a:xfrm>
            <a:prstGeom prst="rect">
              <a:avLst/>
            </a:prstGeom>
            <a:noFill/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 indent="144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909720" algn="ctr">
              <a:spcBef>
                <a:spcPts val="601"/>
              </a:spcBef>
              <a:buClr>
                <a:srgbClr val="660000"/>
              </a:buClr>
              <a:buSzPct val="65000"/>
              <a:buFont typeface="Wingdings" charset="2"/>
              <a:buChar char="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1371600" indent="17640" algn="ctr">
              <a:spcBef>
                <a:spcPts val="499"/>
              </a:spcBef>
              <a:buClr>
                <a:srgbClr val="999966"/>
              </a:buClr>
              <a:buSzPct val="75000"/>
              <a:buFont typeface="Wingdings" charset="2"/>
              <a:buChar char="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4" marL="1828800" algn="ctr">
              <a:spcBef>
                <a:spcPts val="499"/>
              </a:spcBef>
              <a:buClr>
                <a:srgbClr val="cccc00"/>
              </a:buClr>
              <a:buSzPct val="50000"/>
              <a:buFont typeface="Wingdings" charset="2"/>
              <a:buChar char="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SzPct val="50000"/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SzPct val="50000"/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120" y="1371240"/>
            <a:ext cx="8077320" cy="2057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212</a:t>
            </a:r>
            <a:br>
              <a:rPr sz="4000"/>
            </a:br>
            <a:r>
              <a:rPr b="0" lang="pt-BR" sz="40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OS GUERREIROS SE PREPARAM</a:t>
            </a:r>
            <a:endParaRPr b="0" lang="pt-BR" sz="4000" strike="noStrike" u="none">
              <a:solidFill>
                <a:srgbClr val="42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0" y="1676520"/>
            <a:ext cx="9144000" cy="358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Os Guerreiros se preparam</a:t>
            </a:r>
            <a:br>
              <a:rPr sz="4400"/>
            </a:br>
            <a:r>
              <a:rPr b="0" lang="pt-BR" sz="44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Para a grande luta</a:t>
            </a:r>
            <a:br>
              <a:rPr sz="4400"/>
            </a:br>
            <a:r>
              <a:rPr b="0" lang="pt-BR" sz="44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É Jesus o capitão, que avante os levará</a:t>
            </a:r>
            <a:br>
              <a:rPr sz="4400"/>
            </a:br>
            <a:r>
              <a:rPr b="0" lang="pt-BR" sz="44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A milícia dos remidos marcha impoluta</a:t>
            </a:r>
            <a:br>
              <a:rPr sz="4400"/>
            </a:br>
            <a:r>
              <a:rPr b="0" lang="pt-BR" sz="44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Certa que a vitória alcançará!</a:t>
            </a:r>
            <a:endParaRPr b="0" lang="pt-BR" sz="4400" strike="noStrike" u="none">
              <a:solidFill>
                <a:srgbClr val="42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0" y="1904760"/>
            <a:ext cx="9144000" cy="4267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Eu quero estar com Cristo</a:t>
            </a:r>
            <a:br>
              <a:rPr sz="4000"/>
            </a:br>
            <a:r>
              <a:rPr b="0" lang="pt-BR" sz="40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Onde a luta se travar</a:t>
            </a:r>
            <a:br>
              <a:rPr sz="4000"/>
            </a:br>
            <a:r>
              <a:rPr b="0" lang="pt-BR" sz="40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No lance imprevisto</a:t>
            </a:r>
            <a:br>
              <a:rPr sz="4000"/>
            </a:br>
            <a:r>
              <a:rPr b="0" lang="pt-BR" sz="40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Na frente me encontrar </a:t>
            </a:r>
            <a:br>
              <a:rPr sz="4000"/>
            </a:br>
            <a:r>
              <a:rPr b="0" lang="pt-BR" sz="40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Até que eu possa, ver na glória</a:t>
            </a:r>
            <a:br>
              <a:rPr sz="4000"/>
            </a:br>
            <a:r>
              <a:rPr b="0" lang="pt-BR" sz="40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Se alegrando da vitória</a:t>
            </a:r>
            <a:br>
              <a:rPr sz="4000"/>
            </a:br>
            <a:r>
              <a:rPr b="0" lang="pt-BR" sz="40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Onde Deus vai me coroar!</a:t>
            </a:r>
            <a:endParaRPr b="0" lang="pt-BR" sz="4000" strike="noStrike" u="none">
              <a:solidFill>
                <a:srgbClr val="42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1599840"/>
            <a:ext cx="9144000" cy="480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Eis os batalhões de Cristo</a:t>
            </a:r>
            <a:br>
              <a:rPr sz="4400"/>
            </a:br>
            <a:r>
              <a:rPr b="0" lang="pt-BR" sz="44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Prosseguindo avante</a:t>
            </a:r>
            <a:br>
              <a:rPr sz="4400"/>
            </a:br>
            <a:r>
              <a:rPr b="0" lang="pt-BR" sz="44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Não os vês com que valor</a:t>
            </a:r>
            <a:br>
              <a:rPr sz="4400"/>
            </a:br>
            <a:r>
              <a:rPr b="0" lang="pt-BR" sz="44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Combatem contra o mal?</a:t>
            </a:r>
            <a:br>
              <a:rPr sz="4400"/>
            </a:br>
            <a:r>
              <a:rPr b="0" lang="pt-BR" sz="44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Podes tu ficar dormindo </a:t>
            </a:r>
            <a:br>
              <a:rPr sz="4400"/>
            </a:br>
            <a:r>
              <a:rPr b="0" lang="pt-BR" sz="44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Mesmo vacilante</a:t>
            </a:r>
            <a:br>
              <a:rPr sz="4400"/>
            </a:br>
            <a:r>
              <a:rPr b="0" lang="pt-BR" sz="44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Quando atacam todos a Belial?</a:t>
            </a:r>
            <a:endParaRPr b="0" lang="pt-BR" sz="4400" strike="noStrike" u="none">
              <a:solidFill>
                <a:srgbClr val="42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0" y="1828440"/>
            <a:ext cx="9144000" cy="434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Eu quero estar com Cristo</a:t>
            </a:r>
            <a:br>
              <a:rPr sz="4000"/>
            </a:br>
            <a:r>
              <a:rPr b="0" lang="pt-BR" sz="40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Onde a luta se travar</a:t>
            </a:r>
            <a:br>
              <a:rPr sz="4000"/>
            </a:br>
            <a:r>
              <a:rPr b="0" lang="pt-BR" sz="40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No lance imprevisto</a:t>
            </a:r>
            <a:br>
              <a:rPr sz="4000"/>
            </a:br>
            <a:r>
              <a:rPr b="0" lang="pt-BR" sz="40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Na frente me encontrar </a:t>
            </a:r>
            <a:br>
              <a:rPr sz="4000"/>
            </a:br>
            <a:r>
              <a:rPr b="0" lang="pt-BR" sz="40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Até que eu possa, ver na glória</a:t>
            </a:r>
            <a:br>
              <a:rPr sz="4000"/>
            </a:br>
            <a:r>
              <a:rPr b="0" lang="pt-BR" sz="40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Se alegrando da vitória</a:t>
            </a:r>
            <a:br>
              <a:rPr sz="4000"/>
            </a:br>
            <a:r>
              <a:rPr b="0" lang="pt-BR" sz="40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Onde Deus vai me coroar!</a:t>
            </a:r>
            <a:endParaRPr b="0" lang="pt-BR" sz="4000" strike="noStrike" u="none">
              <a:solidFill>
                <a:srgbClr val="42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1752480"/>
            <a:ext cx="91440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Dá-te pressa não vaciles, </a:t>
            </a:r>
            <a:br>
              <a:rPr sz="4400"/>
            </a:br>
            <a:r>
              <a:rPr b="0" lang="pt-BR" sz="44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Hoje Deus te chama</a:t>
            </a:r>
            <a:br>
              <a:rPr sz="4400"/>
            </a:br>
            <a:r>
              <a:rPr b="0" lang="pt-BR" sz="44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Para vires pelejar ao lado do Senhor;</a:t>
            </a:r>
            <a:br>
              <a:rPr sz="4400"/>
            </a:br>
            <a:r>
              <a:rPr b="0" lang="pt-BR" sz="44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Entra na batalha </a:t>
            </a:r>
            <a:br>
              <a:rPr sz="4400"/>
            </a:br>
            <a:r>
              <a:rPr b="0" lang="pt-BR" sz="44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Onde mais o fogo inflama,</a:t>
            </a:r>
            <a:br>
              <a:rPr sz="4400"/>
            </a:br>
            <a:r>
              <a:rPr b="0" lang="pt-BR" sz="44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E peleja contra o vil tentador!</a:t>
            </a:r>
            <a:endParaRPr b="0" lang="pt-BR" sz="4400" strike="noStrike" u="none">
              <a:solidFill>
                <a:srgbClr val="42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0" y="1676160"/>
            <a:ext cx="9144000" cy="434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Eu quero estar com Cristo</a:t>
            </a:r>
            <a:br>
              <a:rPr sz="4000"/>
            </a:br>
            <a:r>
              <a:rPr b="0" lang="pt-BR" sz="40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Onde a luta se travar</a:t>
            </a:r>
            <a:br>
              <a:rPr sz="4000"/>
            </a:br>
            <a:r>
              <a:rPr b="0" lang="pt-BR" sz="40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No lance imprevisto</a:t>
            </a:r>
            <a:br>
              <a:rPr sz="4000"/>
            </a:br>
            <a:r>
              <a:rPr b="0" lang="pt-BR" sz="40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Na frente me encontrar </a:t>
            </a:r>
            <a:br>
              <a:rPr sz="4000"/>
            </a:br>
            <a:r>
              <a:rPr b="0" lang="pt-BR" sz="40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Até que eu possa, ver na glória</a:t>
            </a:r>
            <a:br>
              <a:rPr sz="4000"/>
            </a:br>
            <a:r>
              <a:rPr b="0" lang="pt-BR" sz="40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Se alegrando da vitória</a:t>
            </a:r>
            <a:br>
              <a:rPr sz="4000"/>
            </a:br>
            <a:r>
              <a:rPr b="0" lang="pt-BR" sz="40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Onde Deus vai me coroar!</a:t>
            </a:r>
            <a:endParaRPr b="0" lang="pt-BR" sz="4000" strike="noStrike" u="none">
              <a:solidFill>
                <a:srgbClr val="42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0" y="1599840"/>
            <a:ext cx="9144000" cy="4267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A peleja é tremenda, torna-se renhida</a:t>
            </a:r>
            <a:br>
              <a:rPr sz="4400"/>
            </a:br>
            <a:r>
              <a:rPr b="0" lang="pt-BR" sz="44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Mais são poucos os soldados </a:t>
            </a:r>
            <a:br>
              <a:rPr sz="4400"/>
            </a:br>
            <a:r>
              <a:rPr b="0" lang="pt-BR" sz="44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Para batalhar;</a:t>
            </a:r>
            <a:br>
              <a:rPr sz="4400"/>
            </a:br>
            <a:r>
              <a:rPr b="0" lang="pt-BR" sz="44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Ó vem libertar as pobres </a:t>
            </a:r>
            <a:br>
              <a:rPr sz="4400"/>
            </a:br>
            <a:r>
              <a:rPr b="0" lang="pt-BR" sz="44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Almas oprimidas</a:t>
            </a:r>
            <a:br>
              <a:rPr sz="4400"/>
            </a:br>
            <a:r>
              <a:rPr b="0" lang="pt-BR" sz="44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De quem furioso as quer tragar!</a:t>
            </a:r>
            <a:endParaRPr b="0" lang="pt-BR" sz="4400" strike="noStrike" u="none">
              <a:solidFill>
                <a:srgbClr val="42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0" y="1752480"/>
            <a:ext cx="9144000" cy="426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Eu quero estar com Cristo</a:t>
            </a:r>
            <a:br>
              <a:rPr sz="4000"/>
            </a:br>
            <a:r>
              <a:rPr b="0" lang="pt-BR" sz="40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Onde a luta se travar</a:t>
            </a:r>
            <a:br>
              <a:rPr sz="4000"/>
            </a:br>
            <a:r>
              <a:rPr b="0" lang="pt-BR" sz="40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No lance imprevisto</a:t>
            </a:r>
            <a:br>
              <a:rPr sz="4000"/>
            </a:br>
            <a:r>
              <a:rPr b="0" lang="pt-BR" sz="40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Na frente me encontrar </a:t>
            </a:r>
            <a:br>
              <a:rPr sz="4000"/>
            </a:br>
            <a:r>
              <a:rPr b="0" lang="pt-BR" sz="40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Até que eu possa, ver na glória</a:t>
            </a:r>
            <a:br>
              <a:rPr sz="4000"/>
            </a:br>
            <a:r>
              <a:rPr b="0" lang="pt-BR" sz="40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Se alegrando da vitória</a:t>
            </a:r>
            <a:br>
              <a:rPr sz="4000"/>
            </a:br>
            <a:r>
              <a:rPr b="0" lang="pt-BR" sz="4000" strike="noStrike" u="none">
                <a:solidFill>
                  <a:srgbClr val="420000"/>
                </a:solidFill>
                <a:effectLst/>
                <a:uFillTx/>
                <a:latin typeface="Times New Roman"/>
              </a:rPr>
              <a:t>Onde Deus vai me coroar!</a:t>
            </a:r>
            <a:endParaRPr b="0" lang="pt-BR" sz="4000" strike="noStrike" u="none">
              <a:solidFill>
                <a:srgbClr val="42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2005-09-26T22:28:09Z</dcterms:created>
  <dc:creator>Junior</dc:creator>
  <dc:description/>
  <dc:language>pt-BR</dc:language>
  <cp:lastModifiedBy>User041</cp:lastModifiedBy>
  <dcterms:modified xsi:type="dcterms:W3CDTF">2006-06-18T19:16:35Z</dcterms:modified>
  <cp:revision>2</cp:revision>
  <dc:subject/>
  <dc:title>212 OS GUERREROS SE PREPARAM</dc:title>
</cp:coreProperties>
</file>