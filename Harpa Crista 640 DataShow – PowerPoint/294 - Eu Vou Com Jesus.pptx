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3CB376E-4F05-4571-B509-4ACE9EB98D2D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23E9C3D-D17C-4EB9-B8A3-CB60185D6967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2500" lnSpcReduction="9999"/>
          </a:bodyPr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&lt;data/hora&gt;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4366B224-B3D2-4EBD-9F1B-4173A0ED1DCB}" type="slidenum"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&lt;número&gt;</a:t>
            </a:fld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294 - Eu Vou Com Jesus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400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Mui triste em pecado, vagava sem luz,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Mas já vivo alegre, pois a Cristo achei,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Em todos os dias, eu canto a Jesus,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Eu sigo com Cristo, meu Mestre,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Meu Rei. </a:t>
            </a:r>
            <a:br>
              <a:rPr sz="4000"/>
            </a:b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0" y="-360"/>
            <a:ext cx="9144000" cy="6553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Eu vou com Jesus; Aleluia!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Eu sigo com Cristo, o Rei;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Não vago Jamais, eu quero seguir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 Cristo Jesus, o meu Rei.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0" y="-360"/>
            <a:ext cx="9144000" cy="6553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Por anos e anos, sem Cristo, a sós,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Eu nunca, no mundo feliz me achei; Mas já com as aves elevo a voz,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canto feliz, pois eu vou como Rei. 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0" y="-360"/>
            <a:ext cx="9144000" cy="6553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Eu vou com Jesus; Aleluia!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Eu sigo com Cristo, o Rei;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Não vago Jamais, eu quero seguir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 Cristo Jesus, o meu Rei.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0" y="-360"/>
            <a:ext cx="9144000" cy="6553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Ó alma que vivas no vala sem luz,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 olhas pra cima, verás um farol;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Ó sobe depressa, vem já pra Jesus;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De Cristo, a luz brilha mais que o sol.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0" y="-360"/>
            <a:ext cx="9144000" cy="6553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Eu vou com Jesus; Aleluia!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Eu sigo com Cristo, o Rei;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Não vago Jamais, eu quero seguir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 Cristo Jesus, o meu Rei.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LibreOffice/25.2.6.1$Windows_X86_64 LibreOffice_project/13f8d05e475a6b6572cdd8fe3af1421c659c51c2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2005-12-26T19:24:54Z</dcterms:created>
  <dc:creator>Junior</dc:creator>
  <dc:description/>
  <dc:language>pt-BR</dc:language>
  <cp:lastModifiedBy>Junior</cp:lastModifiedBy>
  <dcterms:modified xsi:type="dcterms:W3CDTF">2005-12-26T19:24:56Z</dcterms:modified>
  <cp:revision>1</cp:revision>
  <dc:subject/>
  <dc:title>294 - Eu Vou Com Jesus </dc:title>
</cp:coreProperties>
</file>