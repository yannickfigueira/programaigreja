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20CCC9-12AD-426A-8693-27D8B799CD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74D248-6246-4987-9922-CF16D862DA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95FAC44-EA34-4D70-BC5B-5CA62CC5B2B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203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DEIXAI AS ILUSÕES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mundo de ilusão deixei,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senda de pecado e dor,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ir ao meu glorioso lar;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há gozo, paz e amor.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mundo não está meu lar,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Aqui não posso descansar;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quero sempre avançar: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em breve hei de entrar.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Alguns procuram m'impedir,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senda gloriosa andar,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quero sempre avançar,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no lar poder entrar.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mundo não está meu lar,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Aqui não posso descansar;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quero sempre avançar: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em breve hei de entrar.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Amigo que no mundo estás,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queres me acompanhar,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À terra do eterno amor?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deseja te livrar.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mundo não está meu lar,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Aqui não posso descansar;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quero sempre avançar: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em breve hei de entrar.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2005-12-23T15:59:06Z</dcterms:created>
  <dc:creator>Junior</dc:creator>
  <dc:description/>
  <dc:language>pt-BR</dc:language>
  <cp:lastModifiedBy>Junior</cp:lastModifiedBy>
  <dcterms:modified xsi:type="dcterms:W3CDTF">2005-12-23T15:59:16Z</dcterms:modified>
  <cp:revision>1</cp:revision>
  <dc:subject/>
  <dc:title>203 DEIXAI AS ILUSÕES </dc:title>
</cp:coreProperties>
</file>