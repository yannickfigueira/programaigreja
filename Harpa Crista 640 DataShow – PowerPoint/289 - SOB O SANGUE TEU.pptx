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59EE13-D83D-469E-A30A-91BAAF0DA9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E4C7DA-5480-41CC-BF1F-D94F1B1C15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C4D7AC-A695-491B-9598-01B1FD0354D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Asperge hoje meu coração,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sangue Teu, ó Redentor!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Liberta-me da vil tentação,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sangue Teu, Senhor!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Teu, Senhor,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Guarda-me da corrupção!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expiador,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proteção!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todas dúvidas, do temor,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Teu, vem me lavar,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males do grande tentador,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queiras me livrar!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Teu, Senhor,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Guarda-me da corrupção!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expiador,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proteção!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Refúgio acha o pecador,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Teu, ó meu Jesus;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Asperge-me sempre, ó Senhor,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sangue, lá da cruz!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Teu, Senhor,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Guarda-me da corrupção!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expiador,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proteção!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 me enchendo do Teu vigor,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manar do sangue Teu;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Fazendo-me mais que vencedor,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poder de Deus.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Teu, Senhor,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Guarda-me da corrupção!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expiador,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proteção!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Concede-me a perfeita paz,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cruz e sangue Teu;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ricos dons, ó me satisfaz,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faz-me ver o céu.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Teu, Senhor,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Guarda-me da corrupção!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expiador,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proteção!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2005-10-18T22:01:05Z</dcterms:created>
  <dc:creator>Montagna</dc:creator>
  <dc:description/>
  <dc:language>pt-BR</dc:language>
  <cp:lastModifiedBy>Montagna</cp:lastModifiedBy>
  <dcterms:modified xsi:type="dcterms:W3CDTF">2005-10-18T22:01:51Z</dcterms:modified>
  <cp:revision>3</cp:revision>
  <dc:subject/>
  <dc:title>289 - SOB O SANGUE TEU</dc:title>
</cp:coreProperties>
</file>