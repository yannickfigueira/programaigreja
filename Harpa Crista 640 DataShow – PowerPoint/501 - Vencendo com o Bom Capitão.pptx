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FBA603-920E-4331-8949-63DCBA6F96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FCFF8-3850-4EE4-BD46-D361D442B8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DFE572-7B2C-4BF8-A5F6-6F3B566C0C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501 – Vencendo com o Bom Capitão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serve a Deus de coração, vence o mal;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vencer terá um galardão eternal;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não queiras mais desanimar, quando vier a provação;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quem puro conservar seu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todo o fervor, contra o tentador,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 então, co’o bom Capitão!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Nada poderá a fé tirar, que dá Deus;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seu povo sempre vai guiar para os céus;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 Ele tudo confessar, nunca lutará em vão,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quem puro conservar seu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Eis que as armas para combater vêm dos céus,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as armas d’eficaz poder do bom Deus;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espada pode pelejar e vencer a tentação,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quem puro conservar seu coração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2005-12-24T19:12:36Z</dcterms:created>
  <dc:creator>Junior</dc:creator>
  <dc:description/>
  <dc:language>pt-BR</dc:language>
  <cp:lastModifiedBy>Junior</cp:lastModifiedBy>
  <dcterms:modified xsi:type="dcterms:W3CDTF">2005-12-24T19:12:39Z</dcterms:modified>
  <cp:revision>1</cp:revision>
  <dc:subject/>
  <dc:title>501 – Vencendo com o Bom Capitão </dc:title>
</cp:coreProperties>
</file>