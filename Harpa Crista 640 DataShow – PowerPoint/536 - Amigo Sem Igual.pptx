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7E31A7-A6BD-495A-86EF-7529FB5EF3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400893-DC6A-45B3-B300-EF371643C31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E322DB3-9E5B-4020-8AF0-8905A07F1F2F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536 – Amigo Sem Igual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sem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sem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morreu, em meu lugar,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fim de me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sem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sem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grande amor não mudará,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nunca falhará.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sem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sem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perto está e quer salvar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nele confiar.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sem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Amigo sem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Convida com imenso amor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todo o pecador.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2005-12-26T20:17:20Z</dcterms:created>
  <dc:creator>Junior</dc:creator>
  <dc:description/>
  <dc:language>pt-BR</dc:language>
  <cp:lastModifiedBy>Junior</cp:lastModifiedBy>
  <dcterms:modified xsi:type="dcterms:W3CDTF">2005-12-26T20:17:21Z</dcterms:modified>
  <cp:revision>1</cp:revision>
  <dc:subject/>
  <dc:title>536 – Amigo Sem Igual </dc:title>
</cp:coreProperties>
</file>