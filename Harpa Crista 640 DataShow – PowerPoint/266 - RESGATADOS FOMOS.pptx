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A8342E-4BEF-417E-A716-4F8DF30261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2E68B6-CCF3-4CF0-864B-B1AA6589B8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586E1F-EB84-4207-9321-F3F499873D7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266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resgatados fomos,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quem nos quis salvar;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livres somos,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livres somos,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fomos já eleitos,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céu, p'ra desfrutar;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por Deus aceitos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por Deus aceitos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imortalidade Havemos de gozar,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temos liberdade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temos liberdade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meio dos remidos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vou louvar,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tê-Lo recebido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tê-Lo recebido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Resgatados fomos,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nunca mais pecar!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2005-10-18T21:31:17Z</dcterms:created>
  <dc:creator>Montagna</dc:creator>
  <dc:description/>
  <dc:language>pt-BR</dc:language>
  <cp:lastModifiedBy>Montagna</cp:lastModifiedBy>
  <dcterms:modified xsi:type="dcterms:W3CDTF">2005-10-18T21:32:07Z</dcterms:modified>
  <cp:revision>2</cp:revision>
  <dc:subject/>
  <dc:title>266-RESGATADOS FOMOS</dc:title>
</cp:coreProperties>
</file>