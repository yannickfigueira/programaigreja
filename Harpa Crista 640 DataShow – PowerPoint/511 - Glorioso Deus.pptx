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01D703-30A0-4ED6-84EA-F44EEA197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BDA718-933B-4CD9-A483-FEC5640865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51B1B9-CF88-4154-81DA-39F1C5881A8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511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Glorioso Deus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Glorioso Deus, que está nos céu,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Conselheiro é contra o revés.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aqui trevas há, me iluminará;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tribulação, nEle os crentes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Firmados estão.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bom é o nosso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preparou pra os seus,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Ele chegarão,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Satisfeitos à Sua mansão.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Vindo a morte dar golpe em meu lar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eu bem sei onde acharei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que satisfaz,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me traz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é mister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que possa aqui conter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bom é o nosso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preparou pra os seus,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Ele chegarão,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Satisfeitos à Sua mansão.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do meu lar, sinto eu pesar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 bom Jesus, dá-me sua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minha alma diz: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“Estas em mim feliz,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Estou contigo aqui”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Estarás sim, comigo ali.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bom é o nosso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preparou pra os seus,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Ele chegarão,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Satisfeitos à Sua mansão.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Peregrino sou, mas eu estarei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ficarei sempre com Sua grei;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hei de gozar Seu amor sem par,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Grato cantarei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Aleluias ao grande Rei.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bom é o nosso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preparou pra os seus,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Ele chegarão,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Satisfeitos à Sua mansão.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2005-10-12T11:20:24Z</dcterms:created>
  <dc:creator>Junior</dc:creator>
  <dc:description/>
  <dc:language>pt-BR</dc:language>
  <cp:lastModifiedBy>Junior</cp:lastModifiedBy>
  <dcterms:modified xsi:type="dcterms:W3CDTF">2005-10-17T13:35:38Z</dcterms:modified>
  <cp:revision>2</cp:revision>
  <dc:subject/>
  <dc:title>511 Glorioso Deus</dc:title>
</cp:coreProperties>
</file>