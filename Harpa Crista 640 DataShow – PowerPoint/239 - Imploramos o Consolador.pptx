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782E78-9909-4D66-98F6-A4F7C301DB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862996-8D7B-4ED3-B4E8-F139581133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3F446B-992B-4528-AB43-BA2ABA933C2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IMPLORAMOS O CONSOLADOR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á Senhor, e completa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obra Tua em mim: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 a minha alma dileta,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Enchendo-me de Ti.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manda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Te implora,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amado Senhor!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tanto tempo Te espero.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caro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hoje mesmo eu quero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manda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Te implora,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amado Senhor!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me tirado pra fora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mundo sedutor;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selar-me agora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Glorioso Redentor.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manda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Te implora,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amado Senhor!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 pertence a glória,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Benigno Salvador;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me dás a vitória,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Teu imenso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manda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Te implora,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amado Senhor!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2005-12-23T20:39:54Z</dcterms:created>
  <dc:creator>Junior</dc:creator>
  <dc:description/>
  <dc:language>pt-BR</dc:language>
  <cp:lastModifiedBy>Junior</cp:lastModifiedBy>
  <dcterms:modified xsi:type="dcterms:W3CDTF">2005-12-23T20:40:06Z</dcterms:modified>
  <cp:revision>1</cp:revision>
  <dc:subject/>
  <dc:title>239 IMPLORAMOS O CONSOLADOR </dc:title>
</cp:coreProperties>
</file>