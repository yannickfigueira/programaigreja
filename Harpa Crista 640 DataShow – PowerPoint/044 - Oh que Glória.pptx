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F4BCA6-A445-451B-90EB-135A09B26E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CEF174-610F-4FA0-B3EF-F719EC812B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7C9990-7E49-4C76-904F-1120EC13C03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 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Senhor, que me salvaste,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Teu, e Teu somente, eu sou;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sangue me saraste; Glória, glória a Ti Te dou.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crendo, tenho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Seu sangue achei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crendo, tenho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Seu sangue achei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obter tão grande gozo,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Muito e muito trabalhei;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debalde todo esforço,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Crendo só é que o achei.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crendo, tenho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Seu sangue achei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Confiando, confiando,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Sempre e só, Jesus, em Ti,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poder e Tua graça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Podem bem guardar-me a mim.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crendo, tenho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Seu sangue achei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Consagrado ao Teu serviço,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eu pra Ti viver;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Dando sempre o testemunho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Tua graça e Teu poder.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486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E, crendo, tenho salvação.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Que glória! Oh! Que glória!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em meu coração!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confio em Jesus,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em Seu sangue achei perdão.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2005-12-22T22:33:48Z</dcterms:created>
  <dc:creator>Junior</dc:creator>
  <dc:description/>
  <dc:language>pt-BR</dc:language>
  <cp:lastModifiedBy>Junior</cp:lastModifiedBy>
  <dcterms:modified xsi:type="dcterms:W3CDTF">2005-12-22T22:34:22Z</dcterms:modified>
  <cp:revision>1</cp:revision>
  <dc:subject/>
  <dc:title>44 OH! QUE GLÓRIA!  </dc:title>
</cp:coreProperties>
</file>