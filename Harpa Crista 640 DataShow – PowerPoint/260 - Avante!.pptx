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0DEFB6-E201-4CB5-80A0-AB61732EBA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F9D9BF-2135-468C-BD84-E2E28B5038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810809-E6BF-458B-97DE-947B45F3CE2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260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Irmãos avante, avante com nosso Capitão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Seremos triunfantes, não lutareis em vão!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esperamos, vitória Deus dará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firmes pelejarmos, sim, contra Goliá.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avante,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dissipai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Supremo Capitão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Avante! Vitória alcançai!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Lugares deleitosos, a sorte nos tocou;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jugos tão penosos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nos libertou;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Herança foi-nos dada, herança de valor;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é conservada por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avante,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dissipai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Supremo Capitão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Avante! Vitória alcançai!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nosso Comandante, avante, pelejai!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Alegres, exultantes, por Cristo, avançai!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temos a Espada, não temos que temer!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Bíblia Sagrada p´ra todo mal vencer.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J.A.S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Avante, avante,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trevas dissipai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Supremo Capitão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Avante! Vitória alcançai!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2006-06-18T19:15:39Z</dcterms:created>
  <dc:creator>User041</dc:creator>
  <dc:description/>
  <dc:language>pt-BR</dc:language>
  <cp:lastModifiedBy>User041</cp:lastModifiedBy>
  <dcterms:modified xsi:type="dcterms:W3CDTF">2006-06-18T19:15:53Z</dcterms:modified>
  <cp:revision>1</cp:revision>
  <dc:subject/>
  <dc:title>260</dc:title>
</cp:coreProperties>
</file>