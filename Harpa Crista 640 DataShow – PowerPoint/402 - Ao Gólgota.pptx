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E04D9-BA5C-468F-A773-64C5DCB35D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91453-8B3B-4E1D-8807-6C0177950C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2F710C-EE62-4208-AA99-ED6422BE0DD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402 - Ao Gólgota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Gólgota ascende alma minha,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Contempla ali teu Senhor,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a agonia que tinha,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Sofrendo por ti com amor;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vês uma rubra torrente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Cobrindo a terra de horror?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sangue de Cristo inocente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Vertido por mim, pecador.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Minh'alma, te lava contente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do teu Redentor!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 a senda somente.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leva ao repouso de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Jubila no onipotente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toda a Sua mercê,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pelo dom excelente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 em todo o que crê!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Minh’alma, ó sobe p'ra o alto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Ali ouvirás o falar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D'Aquele a quem eu exalto;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sabes que vê teu penar?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graça divina medita,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tens em Jesus, teu Senhor; Recebe a glória bendita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Orando a Deus, com fervor!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 ao onisciente!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veio aqui pra salvar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Minh'alma da "velha serpente”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anda no mundo a tentar;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 a Deus entoemos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Sua Palavra de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 e glória rendemos,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Jesus, o Senhor.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2005-12-26T17:15:17Z</dcterms:created>
  <dc:creator>Junior</dc:creator>
  <dc:description/>
  <dc:language>pt-BR</dc:language>
  <cp:lastModifiedBy>Junior</cp:lastModifiedBy>
  <dcterms:modified xsi:type="dcterms:W3CDTF">2005-12-26T17:15:19Z</dcterms:modified>
  <cp:revision>1</cp:revision>
  <dc:subject/>
  <dc:title>402 - Ao Gólgota </dc:title>
</cp:coreProperties>
</file>