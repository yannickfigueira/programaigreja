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B2B42D-CC9D-4AAE-9750-03903A75AC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87104-C28E-4481-A731-96B3400B46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38A528-DFA6-4541-B600-95DB85D9533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r>
            <a:br>
              <a:rPr sz="3600"/>
            </a:br>
            <a:r>
              <a:rPr b="0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P’RA MIM 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descanso em Jesus encontrei! Cristo p'ra mim! Cristo p'ra mim!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tesouros infindos achei!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p'ra mim! Cristo p'ra mim!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'Scolham os outros o mundo pra si. Busquem riquezas, delicias aqui;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acolherei, ó Jesus, sempre a Ti!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p'ra mim! Cristo p'ra mim!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na aflição, na doença ou na dor: Cristo p’ra mim! Cristo p'ra mim!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na saúde, na força ou vigor;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p’ra mim! Cristo p'ra mim!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ao meu lado pra me socorrer,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amor, sim, e com Seu poder;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cada transe pronto a me valer;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p'ra mim! Cristo p'ra mim!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dia amargo da perseguição: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p’ra mim! Cristo p’ra mim!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duras provas e na tentação: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p’ra mim! Cristo p’ra mim!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Ele, o pecado e o mundo venceu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Quando, por mim, no Calvário morreu;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da vitória a certeza me deu;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p'ra mim! Cristo p'ra mim!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no vale da morte eu entrar,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p'ra mim! Cristo p'ra mim!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perante meu Deus m’encontrar: Cristo p'ra mim! Cristo p’ra mim!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no Teu sangue confio,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Só no Teu sempre imutável amor! Inda outra vez cantarei, Salvador: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p'ra mim! Cristo p'ra mim!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H.M.W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2005-12-22T22:15:42Z</dcterms:created>
  <dc:creator>Junior</dc:creator>
  <dc:description/>
  <dc:language>pt-BR</dc:language>
  <cp:lastModifiedBy>User041</cp:lastModifiedBy>
  <dcterms:modified xsi:type="dcterms:W3CDTF">2006-07-02T19:09:54Z</dcterms:modified>
  <cp:revision>2</cp:revision>
  <dc:subject/>
  <dc:title>37 CRISTO P’RA MIM  </dc:title>
</cp:coreProperties>
</file>