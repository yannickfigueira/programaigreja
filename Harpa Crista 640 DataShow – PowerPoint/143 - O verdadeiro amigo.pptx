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3B9687-A797-463C-969C-E50DE2D29F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67E83D-8155-4CE0-9311-FA4CF7C9C1D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5EFBD21-E151-48F7-98C3-4C32BEED1A7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143</a:t>
            </a:r>
            <a:br>
              <a:rPr sz="3600"/>
            </a:br>
            <a:r>
              <a:rPr b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VERDADEIRO AMIGO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és pra mim o verdadeiro amigo,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em Ti, meu Redentor, vou confiar,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Defende-me do mundo, do perigo;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Ansioso, eu Te quero encontrar.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levar me para perto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Teu grande e bondoso coração;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avante e bem certo,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Jesus, eu vou andando p'ra Sião.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já, Senhor, com Tua graça imensa Ajudar-me a levar a minha cruz, Fazendo-me sentir real presença,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Consolador divino, ó Jesus!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levar me para perto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Teu grande e bondoso coração;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avante e bem certo,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Jesus, eu vou andando p'ra Sião.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Tu és a minha esperança,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contente eu desejo Te seguir;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Ti orando, com perseverança,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que me guardes sempre de cair.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levar me para perto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Teu grande e bondoso coração;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avante e bem certo,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Jesus, eu vou andando p'ra Sião.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2005-12-23T12:24:22Z</dcterms:created>
  <dc:creator>Junior</dc:creator>
  <dc:description/>
  <dc:language>pt-BR</dc:language>
  <cp:lastModifiedBy>Junior</cp:lastModifiedBy>
  <dcterms:modified xsi:type="dcterms:W3CDTF">2005-12-23T12:24:31Z</dcterms:modified>
  <cp:revision>1</cp:revision>
  <dc:subject/>
  <dc:title>143 O VERDADEIRO AMIGO </dc:title>
</cp:coreProperties>
</file>