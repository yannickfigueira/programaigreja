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522BFCD-FB57-4147-83CE-D2C029B5829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36B3976-D3FF-4198-8A92-9153442AFE3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9D2B75A-8E19-4F93-B948-31AF628EE6BD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267</a:t>
            </a:r>
            <a:br>
              <a:rPr sz="4400"/>
            </a:b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JESUS, MINHA FORÇA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5891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Vai chegando mais perto e causando terror,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predita enchente de pecados e dor;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eu sei que potente é a mão do Senhor,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isso, tranquilo, não tenho temor.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596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É Jesus minha força, meu amado Senhor, </a:t>
            </a:r>
            <a:br>
              <a:rPr sz="3200"/>
            </a:br>
            <a:r>
              <a:rPr b="1" i="1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Ele é o guarda, não tenho temor;</a:t>
            </a:r>
            <a:br>
              <a:rPr sz="3200"/>
            </a:br>
            <a:r>
              <a:rPr b="1" i="1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desejo encher-me do Seu grande amor, </a:t>
            </a:r>
            <a:br>
              <a:rPr sz="3200"/>
            </a:br>
            <a:r>
              <a:rPr b="1" i="1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Vivendo na graça do meu Salvador.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Mais chegado a Cristo eu desejo ficar;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Mais alegre e contente quero sempre andar,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Nos Seus passos seguindo para nunca errar,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Até que um dia eu vá descansar.</a:t>
            </a: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P.L.M.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596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É Jesus minha força, meu amado Senhor, </a:t>
            </a:r>
            <a:br>
              <a:rPr sz="3200"/>
            </a:br>
            <a:r>
              <a:rPr b="1" i="1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Ele é o guarda, não tenho temor;</a:t>
            </a:r>
            <a:br>
              <a:rPr sz="3200"/>
            </a:br>
            <a:r>
              <a:rPr b="1" i="1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desejo encher-me do Seu grande amor, </a:t>
            </a:r>
            <a:br>
              <a:rPr sz="3200"/>
            </a:br>
            <a:r>
              <a:rPr b="1" i="1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Vivendo na graça do meu Salvador.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2005-10-18T21:35:22Z</dcterms:created>
  <dc:creator>Montagna</dc:creator>
  <dc:description/>
  <dc:language>pt-BR</dc:language>
  <cp:lastModifiedBy>Montagna</cp:lastModifiedBy>
  <dcterms:modified xsi:type="dcterms:W3CDTF">2005-10-18T21:35:34Z</dcterms:modified>
  <cp:revision>2</cp:revision>
  <dc:subject/>
  <dc:title>267 - JESUS, MINHA FORÇA</dc:title>
</cp:coreProperties>
</file>