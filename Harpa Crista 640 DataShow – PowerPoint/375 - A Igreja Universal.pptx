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CAE9345-5E9A-4235-B142-D5C1F2AD4CF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9808D0D-D353-4179-980E-12ECE7192E0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0AD9831-8D93-4522-BCED-E9C2FDC97EB4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375 - A Igreja Universal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rocha firme, triunfal.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Está a Igreja universal;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Fundada foi por Ti, Jesus,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expirares lá na cruz.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Teu poder, enche meu ser;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Deus de amor, dá-me fervor;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Remido estou, Teu filho sou,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Teu poder, ó vem me encher.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A graça imensa do bom Deus,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Lugar me deu, de filho Seu,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plena paz no coração,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Amor veraz, e salvação.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Teu poder, enche meu ser;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Deus de amor, dá-me fervor;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Remido estou, Teu filho sou,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Teu poder, ó vem me encher.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Eis, pedra viva agora sou;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templo Seu me colocou;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corpo Seu, um membro sou,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sangue Seu me consagrou.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Teu poder, enche meu ser;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Deus de amor, dá-me fervor;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Remido estou, Teu filho sou,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Teu poder, ó vem me encher.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rocha, não vai se abalar,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Tua Igreja e vencerá;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este mundo se acabar, Contigo, ela reinará.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Teu poder, enche meu ser;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Deus de amor, dá-me fervor;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Remido estou, Teu filho sou,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Teu poder, ó vem me encher.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2005-12-26T19:41:47Z</dcterms:created>
  <dc:creator>Junior</dc:creator>
  <dc:description/>
  <dc:language>pt-BR</dc:language>
  <cp:lastModifiedBy>Junior</cp:lastModifiedBy>
  <dcterms:modified xsi:type="dcterms:W3CDTF">2005-12-26T19:41:49Z</dcterms:modified>
  <cp:revision>1</cp:revision>
  <dc:subject/>
  <dc:title>375 - A Igreja Universal</dc:title>
</cp:coreProperties>
</file>