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D2E04-DD8D-4855-AE64-7B78141D05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C844F-356D-441F-97AE-3034AE782D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B02A07-1C49-42B7-9E8F-7E4A258B031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SANTA BÍBLIA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Santa Bíblia, para mim,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o meu tesouro, sim;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conténs a lei de Deus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mostras lindos céus;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me dizes quem eu sou,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Donde vim, p'ra onde vou!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repreendes meu falar,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exortas sem cessar.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Alumias os meus pés,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guias, pela fé,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fontes de amor,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bendito Salvador!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voz dos altos céus,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Espírito de Deus.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vigor p'ra alma dá,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em aflição está;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ensinas triunfar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Dentre os mortos, do pecar!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santa letra sei,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com Cristo reinarei;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 tão indigno sou,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Tua luz, ao céu eu vou;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Santa Bíblia para mim,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o meu tesouro, sim!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2005-10-21T07:06:05Z</dcterms:created>
  <dc:creator>Montagna</dc:creator>
  <dc:description/>
  <dc:language>pt-BR</dc:language>
  <cp:lastModifiedBy>Montagna</cp:lastModifiedBy>
  <dcterms:modified xsi:type="dcterms:W3CDTF">2005-10-21T07:06:25Z</dcterms:modified>
  <cp:revision>2</cp:revision>
  <dc:subject/>
  <dc:title>499 - A SANTA BÍBLIA</dc:title>
</cp:coreProperties>
</file>