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982A29-DB16-47E0-B5DA-74CD0F1C91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A116B1-1847-464D-B0EB-11F5D19726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B65941D-E4F3-47E8-8327-01F2EB090BA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209680"/>
            <a:ext cx="91440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492 - Jesus Virá do céu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em breve virá do céu,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Cumprir o que subindo prometeu,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revela que virá presto,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Ele iremos pra o reino Seu.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com sangue me tem comprado,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pelo Espírito me tem selado;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‘Stou remido, tenho o penhor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minha herança em meu Senhor.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E, pelo mundo sem descansar,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mensageiros 'stão a anunciar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Evangelho do Filho amado,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 este mundo quis resgatar!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Do mundo inteiro já vão chegar!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breve tu não achas mais lugar;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vir desejas, não te demores,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vem depressa pra te salvar.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 Já vem o dia, clareando está,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 trombeta em breve soará,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Sua Noiva em vestes brancas,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pra glória conduzirá.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2005-12-24T19:23:38Z</dcterms:created>
  <dc:creator>Junior</dc:creator>
  <dc:description/>
  <dc:language>pt-BR</dc:language>
  <cp:lastModifiedBy>Junior</cp:lastModifiedBy>
  <dcterms:modified xsi:type="dcterms:W3CDTF">2005-12-24T19:23:40Z</dcterms:modified>
  <cp:revision>1</cp:revision>
  <dc:subject/>
  <dc:title>492 - Jesus Virá do céu </dc:title>
</cp:coreProperties>
</file>