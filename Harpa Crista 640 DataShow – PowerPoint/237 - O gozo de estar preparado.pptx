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1B19A6-2466-40EF-B33F-133857783C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A1CE62-DDD7-4FB1-91EC-A9A2D28F4C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D0F1C2-BE45-43BE-8844-E86577AFB32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-360" y="2130120"/>
            <a:ext cx="8915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237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GOZO DE ESTAR PREPARADO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Noivo estamos prontos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encontrar,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do céu virá.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nossas luzes vamos esperar,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não tardará!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preparado está,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servos do Senhor Jesus;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Cristo do céu voltará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gloriosa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Coroa nós teremos lá no céu,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Cristo em nós viver;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breve Ele vem rompendo o véu,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mal vem desfazer!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preparado está,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servos do Senhor Jesus;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Cristo do céu voltará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gloriosa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em Sião nós vamos encontrar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nosso Redentor;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glória eterna vamos desfrutar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divinal amor!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preparado está,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servos do Senhor Jesus;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Cristo do céu voltará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gloriosa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2005-12-23T20:26:10Z</dcterms:created>
  <dc:creator>Junior</dc:creator>
  <dc:description/>
  <dc:language>pt-BR</dc:language>
  <cp:lastModifiedBy>Junior</cp:lastModifiedBy>
  <dcterms:modified xsi:type="dcterms:W3CDTF">2005-12-23T20:26:22Z</dcterms:modified>
  <cp:revision>1</cp:revision>
  <dc:subject/>
  <dc:title>237 O GOZO DE ESTAR PREPARADO </dc:title>
</cp:coreProperties>
</file>