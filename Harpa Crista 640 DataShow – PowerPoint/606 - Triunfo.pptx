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AD5A25-ECCB-4A1C-A7A2-60853EF219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EBA011-4777-4EA5-A77A-3A235020479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606 - Triunfo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triunfarei pelo sangue de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triunfarei pela sua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2005-12-27T14:35:50Z</dcterms:created>
  <dc:creator>Junior</dc:creator>
  <dc:description/>
  <dc:language>pt-BR</dc:language>
  <cp:lastModifiedBy>Junior</cp:lastModifiedBy>
  <dcterms:modified xsi:type="dcterms:W3CDTF">2005-12-27T14:35:51Z</dcterms:modified>
  <cp:revision>1</cp:revision>
  <dc:subject/>
  <dc:title>606 - Triunfo    Eu triunfarei pelo sangue de Jesus; Sim, triunfarei pela sua cruz. </dc:title>
</cp:coreProperties>
</file>