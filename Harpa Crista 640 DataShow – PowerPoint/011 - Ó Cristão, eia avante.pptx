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FEDE2B-C46A-469D-8D24-35CEB53DCA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5E6A79-F269-4F9D-A569-CD5A7C7A39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D1EF29-8CC9-4EA2-BB00-8169B6DCAFF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11</a:t>
            </a:r>
            <a:br>
              <a:rPr sz="4400"/>
            </a:b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CRISTÃO, EIA AVANTE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Cristãos, eia avante, eia avante!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Por Jesus e Sua Igreja a lutar;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Co'a Palavra, essa espada flamante,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Vamos, vamos, irmãos, pelejar.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Cristão, sempre avante na lida! O Evangelho com fé a pregar;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Ao trabalho o Senhor nos convida,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Vamos, pois, com Jesus pelejar.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63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cristãos, eia avante, eia avante!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Boa nova aos perdidos levar;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Por cidades e vilas adiante, 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Salvação vamos nós proclamar.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Cristão, sempre avante na lida! O Evangelho com fé a pregar;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Ao trabalho o Senhor nos convida,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Vamos, pois, com Jesus pelejar.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562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Cristãos, eia avante, eia avante!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Pois a aurora já vemos raiar,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Desse dia em que Cristo, triunfante. 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Neste mundo há de sempre reinar.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Cristão, sempre avante na lida! O Evangelho com fé a pregar;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Ao trabalho o Senhor nos convida,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Vamos, pois, com Jesus pelejar.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cristãos, eia avante, eia avante!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Vexilários da fé vamos ser;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E a vanguarda do exército brilhante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Que gloriosa vitória há de ter!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Cristão, sempre avante na lida! O Evangelho com fé a pregar;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Ao trabalho o Senhor nos convida,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Vamos, pois, com Jesus pelejar.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790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</a:t>
            </a: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cristãos, eia avante, eia avante! 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Com coragem, sem nada temer;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Com Jesus, divinal comandante,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 </a:t>
            </a:r>
            <a:br>
              <a:rPr sz="4400"/>
            </a:b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Nós havemos, irmãos, de vencer.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456840"/>
            <a:ext cx="9144000" cy="571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Ó Cristão, sempre avante na lida! O Evangelho com fé a pregar;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Ao trabalho o Senhor nos convida, </a:t>
            </a:r>
            <a:br>
              <a:rPr sz="4400"/>
            </a:br>
            <a:r>
              <a:rPr b="1" i="1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Vamos, pois, com Jesus pelejar.</a:t>
            </a:r>
            <a:r>
              <a:rPr b="0" lang="en-US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2005-12-22T17:09:24Z</dcterms:created>
  <dc:creator>Junior</dc:creator>
  <dc:description/>
  <dc:language>pt-BR</dc:language>
  <cp:lastModifiedBy>Junior</cp:lastModifiedBy>
  <dcterms:modified xsi:type="dcterms:W3CDTF">2006-01-14T18:57:46Z</dcterms:modified>
  <cp:revision>2</cp:revision>
  <dc:subject/>
  <dc:title>11 Ó CRISTÃO, EIA AVANTE</dc:title>
</cp:coreProperties>
</file>