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410E6F-81F3-407A-8DE6-D462D216FA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BDDB0C-44E5-4986-88C8-2409F1882F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D862AEF-1610-4C65-B64A-781F2973E1C9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603 – Método de Deus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bom falar com alguém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Cristo, de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bom falar com alguém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hoje e traze alguém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Cristo, a Cristo,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vai e traze alguém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hoje orar por alguém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Cristo. a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vai orar por alguém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Alguém assim salvarás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Cristo, por Cristo.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grande gozo terás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2005-12-27T14:30:42Z</dcterms:created>
  <dc:creator>Junior</dc:creator>
  <dc:description/>
  <dc:language>pt-BR</dc:language>
  <cp:lastModifiedBy>Junior</cp:lastModifiedBy>
  <dcterms:modified xsi:type="dcterms:W3CDTF">2005-12-27T14:30:43Z</dcterms:modified>
  <cp:revision>1</cp:revision>
  <dc:subject/>
  <dc:title>603 – Método de Deus</dc:title>
</cp:coreProperties>
</file>