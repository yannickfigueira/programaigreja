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media/image1.jpeg" ContentType="image/jpeg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2F75708-6813-4A14-BE5A-3246D0202E6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4A2BFD6-E1AF-4341-974F-AC5BC7F5659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0312DE7-6FF3-4AC4-9EEF-577FC00AEC6F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" descr=""/>
          <p:cNvPicPr/>
          <p:nvPr/>
        </p:nvPicPr>
        <p:blipFill>
          <a:blip r:embed="rId1"/>
          <a:stretch/>
        </p:blipFill>
        <p:spPr>
          <a:xfrm>
            <a:off x="-304920" y="-228600"/>
            <a:ext cx="9753840" cy="731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1371600" y="2205000"/>
            <a:ext cx="7772400" cy="147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358</a:t>
            </a:r>
            <a:br>
              <a:rPr sz="4000"/>
            </a:br>
            <a:r>
              <a:rPr b="1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SENHOR, MANDA TEU PODER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" descr=""/>
          <p:cNvPicPr/>
          <p:nvPr/>
        </p:nvPicPr>
        <p:blipFill>
          <a:blip r:embed="rId1"/>
          <a:stretch/>
        </p:blipFill>
        <p:spPr>
          <a:xfrm>
            <a:off x="-304920" y="-228600"/>
            <a:ext cx="9753840" cy="731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99640" y="260280"/>
            <a:ext cx="8013960" cy="610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Os fiéis oravam unidos </a:t>
            </a:r>
            <a:br>
              <a:rPr sz="4000"/>
            </a:b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Num cenác'lo ao Senhor, </a:t>
            </a:r>
            <a:br>
              <a:rPr sz="4000"/>
            </a:b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Quando foi do céu descido </a:t>
            </a:r>
            <a:br>
              <a:rPr sz="4000"/>
            </a:b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0 real Consolador!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br>
              <a:rPr sz="4000"/>
            </a:b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Senhor, manda já o Teu poder. </a:t>
            </a:r>
            <a:br>
              <a:rPr sz="4000"/>
            </a:br>
            <a:r>
              <a:rPr b="1" i="1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Senhor, manda já o Teu poder. </a:t>
            </a:r>
            <a:br>
              <a:rPr sz="4000"/>
            </a:br>
            <a:r>
              <a:rPr b="1" i="1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Senhor, manda já o Teu poder, </a:t>
            </a:r>
            <a:br>
              <a:rPr sz="4000"/>
            </a:br>
            <a:r>
              <a:rPr b="1" i="1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 batiza cada um!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" descr=""/>
          <p:cNvPicPr/>
          <p:nvPr/>
        </p:nvPicPr>
        <p:blipFill>
          <a:blip r:embed="rId1"/>
          <a:stretch/>
        </p:blipFill>
        <p:spPr>
          <a:xfrm>
            <a:off x="-304920" y="-228600"/>
            <a:ext cx="9753840" cy="731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863280" y="260280"/>
            <a:ext cx="8280360" cy="610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Qual um vento veemente,</a:t>
            </a:r>
            <a:br>
              <a:rPr sz="4000"/>
            </a:b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 poder a casa encheu;</a:t>
            </a:r>
            <a:br>
              <a:rPr sz="4000"/>
            </a:b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Línguas vieram sobre os crentes, </a:t>
            </a:r>
            <a:br>
              <a:rPr sz="4000"/>
            </a:b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Mas de fogo, lá do céu</a:t>
            </a: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!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400"/>
            </a:br>
            <a:br>
              <a:rPr sz="4400"/>
            </a:b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Senhor, manda já o Teu poder. </a:t>
            </a:r>
            <a:br>
              <a:rPr sz="4000"/>
            </a:br>
            <a:r>
              <a:rPr b="1" i="1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Senhor, manda já o Teu poder. </a:t>
            </a:r>
            <a:br>
              <a:rPr sz="4000"/>
            </a:br>
            <a:r>
              <a:rPr b="1" i="1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Senhor, manda já o Teu poder, </a:t>
            </a:r>
            <a:br>
              <a:rPr sz="4000"/>
            </a:br>
            <a:r>
              <a:rPr b="1" i="1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 batiza cada um!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" descr=""/>
          <p:cNvPicPr/>
          <p:nvPr/>
        </p:nvPicPr>
        <p:blipFill>
          <a:blip r:embed="rId1"/>
          <a:stretch/>
        </p:blipFill>
        <p:spPr>
          <a:xfrm>
            <a:off x="-304920" y="-228600"/>
            <a:ext cx="9753840" cy="731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719280" y="333000"/>
            <a:ext cx="8424720" cy="617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Noutras línguas, sim, falaram, </a:t>
            </a:r>
            <a:br>
              <a:rPr sz="4000"/>
            </a:b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Como Cristo concedeu;</a:t>
            </a:r>
            <a:br>
              <a:rPr sz="4000"/>
            </a:b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Do Espírito transbordaram, </a:t>
            </a:r>
            <a:br>
              <a:rPr sz="4000"/>
            </a:b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Exaltando o Rei do céu!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400"/>
            </a:br>
            <a:br>
              <a:rPr sz="4400"/>
            </a:b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Senhor, manda já o Teu poder. </a:t>
            </a:r>
            <a:br>
              <a:rPr sz="4000"/>
            </a:br>
            <a:r>
              <a:rPr b="1" i="1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Senhor, manda já o Teu poder. </a:t>
            </a:r>
            <a:br>
              <a:rPr sz="4000"/>
            </a:br>
            <a:r>
              <a:rPr b="1" i="1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Senhor, manda já o Teu poder, </a:t>
            </a:r>
            <a:br>
              <a:rPr sz="4000"/>
            </a:br>
            <a:r>
              <a:rPr b="1" i="1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 batiza cada um!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" descr=""/>
          <p:cNvPicPr/>
          <p:nvPr/>
        </p:nvPicPr>
        <p:blipFill>
          <a:blip r:embed="rId1"/>
          <a:stretch/>
        </p:blipFill>
        <p:spPr>
          <a:xfrm>
            <a:off x="-304920" y="-228600"/>
            <a:ext cx="9753840" cy="731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61680" y="333000"/>
            <a:ext cx="8481960" cy="6048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 poder foi prometido</a:t>
            </a:r>
            <a:br>
              <a:rPr sz="4000"/>
            </a:b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Para os servos do Senhor: </a:t>
            </a:r>
            <a:br>
              <a:rPr sz="4000"/>
            </a:b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 p'ra todos concedido, </a:t>
            </a:r>
            <a:br>
              <a:rPr sz="4000"/>
            </a:b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 o pedirem com fervor!</a:t>
            </a:r>
            <a:br>
              <a:rPr sz="4000"/>
            </a:br>
            <a:br>
              <a:rPr sz="4000"/>
            </a:b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1" i="1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Senhor, manda já o Teu poder. </a:t>
            </a:r>
            <a:br>
              <a:rPr sz="4000"/>
            </a:br>
            <a:r>
              <a:rPr b="1" i="1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Senhor, manda já o Teu poder. </a:t>
            </a:r>
            <a:br>
              <a:rPr sz="4000"/>
            </a:br>
            <a:r>
              <a:rPr b="1" i="1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Senhor, manda já o Teu poder, </a:t>
            </a:r>
            <a:br>
              <a:rPr sz="4000"/>
            </a:br>
            <a:r>
              <a:rPr b="1" i="1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 batiza cada um!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" name="" descr=""/>
          <p:cNvPicPr/>
          <p:nvPr/>
        </p:nvPicPr>
        <p:blipFill>
          <a:blip r:embed="rId1"/>
          <a:stretch/>
        </p:blipFill>
        <p:spPr>
          <a:xfrm>
            <a:off x="-304920" y="-228600"/>
            <a:ext cx="9753840" cy="731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" name=""/>
          <p:cNvSpPr/>
          <p:nvPr/>
        </p:nvSpPr>
        <p:spPr>
          <a:xfrm>
            <a:off x="971640" y="1700280"/>
            <a:ext cx="7812000" cy="253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Senhor, manda já o Teu poder. </a:t>
            </a:r>
            <a:br>
              <a:rPr sz="4000"/>
            </a:br>
            <a:r>
              <a:rPr b="1" i="1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Senhor, manda já o Teu poder. </a:t>
            </a:r>
            <a:br>
              <a:rPr sz="4000"/>
            </a:br>
            <a:r>
              <a:rPr b="1" i="1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Senhor, manda já o Teu poder, </a:t>
            </a:r>
            <a:br>
              <a:rPr sz="4000"/>
            </a:br>
            <a:r>
              <a:rPr b="1" i="1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 batiza cada um!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2005-10-20T01:54:32Z</dcterms:created>
  <dc:creator>Montagna</dc:creator>
  <dc:description/>
  <dc:language>pt-BR</dc:language>
  <cp:lastModifiedBy>User041</cp:lastModifiedBy>
  <dcterms:modified xsi:type="dcterms:W3CDTF">2006-05-21T19:59:00Z</dcterms:modified>
  <cp:revision>4</cp:revision>
  <dc:subject/>
  <dc:title>358 - SENHOR, MANDA TEU PODER</dc:title>
</cp:coreProperties>
</file>