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99A948-6441-44F2-A8D9-5A09118BF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E35A0-2584-4C7E-9100-444C27BAA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C0B739-8C6B-46B9-93CF-1FB7599BB3D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CONFIANÇA EM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Débil, pobre, cego sou,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pode me valer;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Teus pés, ansioso vou,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graça obter.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vou confiar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Jesus, meu Salvador,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Teus braços descansar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fruir o Teu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tempo o mal em mim,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reinado, sem cessar;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Eu, Senhor, acudo a Ti,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Desejando descansar.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vou confiar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Jesus, meu Salvador,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Teus braços descansar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fruir o Teu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Toma meu fraquinho ser,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faz habitação;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deixes me reter,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ardis da tentação.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vou confiar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Jesus, meu Salvador,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Teus braços descansar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fruir o Teu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vem ao coração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males dissipar: Dá-me hoje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perdão, Vem minh'alma consolar.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vou confiar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Jesus, meu Salvador,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Teus braços descansar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fruir o Teu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2005-10-20T20:02:14Z</dcterms:created>
  <dc:creator>Montagna</dc:creator>
  <dc:description/>
  <dc:language>pt-BR</dc:language>
  <cp:lastModifiedBy>Montagna</cp:lastModifiedBy>
  <dcterms:modified xsi:type="dcterms:W3CDTF">2005-10-20T20:02:26Z</dcterms:modified>
  <cp:revision>2</cp:revision>
  <dc:subject/>
  <dc:title>365 - CONFIANÇA EM JESUS</dc:title>
</cp:coreProperties>
</file>