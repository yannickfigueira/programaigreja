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926387-50BB-4477-A94A-3D9B9AE071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9FC2DD-5686-4F4A-9E61-EEE6416004B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6267B5B-E241-4D6E-B4B9-075FE064444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130120"/>
            <a:ext cx="7848720" cy="1755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69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QUEBROU OS MEUS GRILHÕES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quebrou os meus grilhões,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sangue me comprou;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minha alma, de prisões,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Eterna resgatou.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salva o perdido pecador!</a:t>
            </a:r>
            <a:br>
              <a:rPr sz="4400"/>
            </a:b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salva o perdido com amor!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minha paz, e proteção,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bom Consolador;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Auxílio certo na aflição,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Remédio para a dor,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salva o perdido pecador!</a:t>
            </a:r>
            <a:br>
              <a:rPr sz="4400"/>
            </a:b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salva o perdido com amor!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Nenhum perigo temerei,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Estando em Jesus;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dores não mais sofrerei;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é minha luz.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salva o perdido pecador!</a:t>
            </a:r>
            <a:br>
              <a:rPr sz="4400"/>
            </a:b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salva o perdido com amor!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Teu nome louvarei,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todo o coração;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Alegre ao mundo anunciarei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Tão grande salvação.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salva o perdido pecador!</a:t>
            </a:r>
            <a:br>
              <a:rPr sz="4400"/>
            </a:b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salva o perdido com amor!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2005-12-23T09:28:31Z</dcterms:created>
  <dc:creator>Junior</dc:creator>
  <dc:description/>
  <dc:language>pt-BR</dc:language>
  <cp:lastModifiedBy>User041</cp:lastModifiedBy>
  <dcterms:modified xsi:type="dcterms:W3CDTF">2006-07-30T19:12:34Z</dcterms:modified>
  <cp:revision>3</cp:revision>
  <dc:subject/>
  <dc:title>69 JESUS QUEBROU OS MEUS GRILHÕES </dc:title>
</cp:coreProperties>
</file>