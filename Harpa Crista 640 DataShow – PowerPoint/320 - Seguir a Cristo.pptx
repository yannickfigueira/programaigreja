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FB0DF-5FFB-4128-912A-784FEC2256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1BF57-A829-4F70-A781-5290812E1D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5C5502-02A4-4240-A7CD-7D3E8FA0B8E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320 – Seguir a Cristo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tu seguir a Cristo,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andar na Sua luz?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sempre visto,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levar a sua cruz?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hoje dar o passo,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seres um cristão?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quebranta triste laço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 e sedução.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cidade na montanha,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pode esconder,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também, até tamanha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à vida deu poder.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Amas tu a Jesus Cristo,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ti Sua vida deu?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então, declara isto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Júbilo terás no céu.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Ó vê bem o teu intento,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Custa tua vida, sim!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resistas! Com alento,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a luz sem fim.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confessa teus pecados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à cruz do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Pede graça de segui-Lo,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coragem 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Considera o grande gozo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céu espera, sim;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lutas, lá repouso,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Galardão terás enfim.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2005-12-26T19:15:13Z</dcterms:created>
  <dc:creator>Junior</dc:creator>
  <dc:description/>
  <dc:language>pt-BR</dc:language>
  <cp:lastModifiedBy>Junior</cp:lastModifiedBy>
  <dcterms:modified xsi:type="dcterms:W3CDTF">2005-12-26T19:15:14Z</dcterms:modified>
  <cp:revision>1</cp:revision>
  <dc:subject/>
  <dc:title>320 – Seguir a Cristo </dc:title>
</cp:coreProperties>
</file>