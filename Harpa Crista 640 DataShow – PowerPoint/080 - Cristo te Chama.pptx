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856560"/>
            <a:chOff x="0" y="0"/>
            <a:chExt cx="9144000" cy="6856560"/>
          </a:xfrm>
        </p:grpSpPr>
        <p:sp>
          <p:nvSpPr>
            <p:cNvPr id="1" name=""/>
            <p:cNvSpPr/>
            <p:nvPr/>
          </p:nvSpPr>
          <p:spPr>
            <a:xfrm>
              <a:off x="0" y="19080"/>
              <a:ext cx="9140760" cy="5195880"/>
            </a:xfrm>
            <a:custGeom>
              <a:avLst/>
              <a:gdLst/>
              <a:ahLst/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236520" y="0"/>
              <a:ext cx="8904240" cy="5148360"/>
            </a:xfrm>
            <a:custGeom>
              <a:avLst/>
              <a:gdLst/>
              <a:ahLst/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5450040"/>
              <a:ext cx="6410160" cy="303120"/>
            </a:xfrm>
            <a:custGeom>
              <a:avLst/>
              <a:gdLst/>
              <a:ahLst/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6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410160" y="5678640"/>
              <a:ext cx="2730600" cy="102960"/>
            </a:xfrm>
            <a:custGeom>
              <a:avLst/>
              <a:gdLst/>
              <a:ahLst/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5915160"/>
              <a:ext cx="7594560" cy="522000"/>
            </a:xfrm>
            <a:custGeom>
              <a:avLst/>
              <a:gdLst/>
              <a:ahLst/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594560" y="5877000"/>
              <a:ext cx="1546200" cy="160200"/>
            </a:xfrm>
            <a:custGeom>
              <a:avLst/>
              <a:gdLst/>
              <a:ahLst/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5745240" y="6056280"/>
              <a:ext cx="3395520" cy="314280"/>
            </a:xfrm>
            <a:custGeom>
              <a:avLst/>
              <a:gdLst/>
              <a:ahLst/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6303960"/>
              <a:ext cx="5745240" cy="552600"/>
            </a:xfrm>
            <a:custGeom>
              <a:avLst/>
              <a:gdLst/>
              <a:ahLst/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328920" y="6418440"/>
              <a:ext cx="3990960" cy="438120"/>
            </a:xfrm>
            <a:custGeom>
              <a:avLst/>
              <a:gdLst/>
              <a:ahLst/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12000" y="6141960"/>
              <a:ext cx="2228760" cy="600120"/>
            </a:xfrm>
            <a:custGeom>
              <a:avLst/>
              <a:gdLst/>
              <a:ahLst/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7079b"/>
                </a:gs>
                <a:gs pos="100000">
                  <a:srgbClr val="0000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7985160" y="5002200"/>
              <a:ext cx="1155600" cy="380880"/>
            </a:xfrm>
            <a:custGeom>
              <a:avLst/>
              <a:gdLst/>
              <a:ahLst/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2359080"/>
              <a:ext cx="7985160" cy="2652480"/>
            </a:xfrm>
            <a:custGeom>
              <a:avLst/>
              <a:gdLst/>
              <a:ahLst/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7985160" y="4840200"/>
              <a:ext cx="1155600" cy="505080"/>
            </a:xfrm>
            <a:custGeom>
              <a:avLst/>
              <a:gdLst/>
              <a:ahLst/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1454040"/>
              <a:ext cx="7985160" cy="3471840"/>
            </a:xfrm>
            <a:custGeom>
              <a:avLst/>
              <a:gdLst/>
              <a:ahLst/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5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641760" y="0"/>
              <a:ext cx="5014800" cy="4325760"/>
            </a:xfrm>
            <a:custGeom>
              <a:avLst/>
              <a:gdLst/>
              <a:ahLst/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628120" y="4289400"/>
              <a:ext cx="512640" cy="474840"/>
            </a:xfrm>
            <a:custGeom>
              <a:avLst/>
              <a:gdLst/>
              <a:ahLst/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e0e9e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694720" y="4108320"/>
              <a:ext cx="446040" cy="532080"/>
            </a:xfrm>
            <a:custGeom>
              <a:avLst/>
              <a:gdLst/>
              <a:ahLst/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895560" y="0"/>
              <a:ext cx="4951440" cy="4251240"/>
            </a:xfrm>
            <a:custGeom>
              <a:avLst/>
              <a:gdLst/>
              <a:ahLst/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931240" y="4022640"/>
              <a:ext cx="209520" cy="209520"/>
            </a:xfrm>
            <a:custGeom>
              <a:avLst/>
              <a:gdLst/>
              <a:ahLst/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4940280" y="0"/>
              <a:ext cx="3990960" cy="4022640"/>
            </a:xfrm>
            <a:custGeom>
              <a:avLst/>
              <a:gdLst/>
              <a:ahLst/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537160" y="0"/>
              <a:ext cx="3489480" cy="3936960"/>
            </a:xfrm>
            <a:custGeom>
              <a:avLst/>
              <a:gdLst/>
              <a:ahLst/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007560" y="392760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1616a1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8894880" y="1349280"/>
              <a:ext cx="245880" cy="819360"/>
            </a:xfrm>
            <a:custGeom>
              <a:avLst/>
              <a:gdLst/>
              <a:ahLst/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8107200" y="0"/>
              <a:ext cx="909720" cy="1654200"/>
            </a:xfrm>
            <a:custGeom>
              <a:avLst/>
              <a:gdLst/>
              <a:ahLst/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8589960" y="0"/>
              <a:ext cx="541440" cy="1263600"/>
            </a:xfrm>
            <a:custGeom>
              <a:avLst/>
              <a:gdLst/>
              <a:ahLst/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9045720" y="1036800"/>
              <a:ext cx="95040" cy="493560"/>
            </a:xfrm>
            <a:custGeom>
              <a:avLst/>
              <a:gdLst/>
              <a:ahLst/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240" y="2541600"/>
              <a:ext cx="9131400" cy="2959200"/>
            </a:xfrm>
            <a:custGeom>
              <a:avLst/>
              <a:gdLst/>
              <a:ahLst/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134640" y="5529240"/>
              <a:ext cx="9360" cy="9720"/>
            </a:xfrm>
            <a:custGeom>
              <a:avLst/>
              <a:gdLst/>
              <a:ahLst/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080" bIns="-3708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3240" y="3416400"/>
              <a:ext cx="9131400" cy="2122560"/>
            </a:xfrm>
            <a:custGeom>
              <a:avLst/>
              <a:gdLst/>
              <a:ahLst/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3240" y="5043600"/>
              <a:ext cx="9131400" cy="657000"/>
            </a:xfrm>
            <a:custGeom>
              <a:avLst/>
              <a:gdLst/>
              <a:ahLst/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58840" y="0"/>
              <a:ext cx="7075800" cy="5043600"/>
            </a:xfrm>
            <a:custGeom>
              <a:avLst/>
              <a:gdLst/>
              <a:ahLst/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5272200" y="0"/>
              <a:ext cx="3862440" cy="4149720"/>
            </a:xfrm>
            <a:custGeom>
              <a:avLst/>
              <a:gdLst/>
              <a:ahLst/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270480" y="0"/>
              <a:ext cx="2864160" cy="3911760"/>
            </a:xfrm>
            <a:custGeom>
              <a:avLst/>
              <a:gdLst/>
              <a:ahLst/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7174080" y="0"/>
              <a:ext cx="1960560" cy="3292560"/>
            </a:xfrm>
            <a:custGeom>
              <a:avLst/>
              <a:gdLst/>
              <a:ahLst/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7451640" y="0"/>
              <a:ext cx="1683000" cy="3073320"/>
            </a:xfrm>
            <a:custGeom>
              <a:avLst/>
              <a:gdLst/>
              <a:ahLst/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7907400" y="0"/>
              <a:ext cx="1227240" cy="2360520"/>
            </a:xfrm>
            <a:custGeom>
              <a:avLst/>
              <a:gdLst/>
              <a:ahLst/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" name=""/>
            <p:cNvGrpSpPr/>
            <p:nvPr/>
          </p:nvGrpSpPr>
          <p:grpSpPr>
            <a:xfrm>
              <a:off x="0" y="2590920"/>
              <a:ext cx="9140760" cy="2949480"/>
              <a:chOff x="0" y="2590920"/>
              <a:chExt cx="9140760" cy="2949480"/>
            </a:xfrm>
          </p:grpSpPr>
          <p:sp>
            <p:nvSpPr>
              <p:cNvPr id="38" name=""/>
              <p:cNvSpPr/>
              <p:nvPr/>
            </p:nvSpPr>
            <p:spPr>
              <a:xfrm>
                <a:off x="0" y="2590920"/>
                <a:ext cx="5826240" cy="2084400"/>
              </a:xfrm>
              <a:custGeom>
                <a:avLst/>
                <a:gdLst/>
                <a:ahLst/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00006e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5788080" y="4437000"/>
                <a:ext cx="3352680" cy="1103400"/>
              </a:xfrm>
              <a:custGeom>
                <a:avLst/>
                <a:gdLst/>
                <a:ahLst/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616a1"/>
                  </a:gs>
                  <a:gs pos="100000">
                    <a:srgbClr val="0000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SzPct val="100000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SzPct val="100000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SzPct val="100000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SzPct val="100000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SzPct val="100000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06D950-91CE-4FF6-8036-870B8B861846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"/>
          <p:cNvGrpSpPr/>
          <p:nvPr/>
        </p:nvGrpSpPr>
        <p:grpSpPr>
          <a:xfrm>
            <a:off x="0" y="0"/>
            <a:ext cx="9144000" cy="6856560"/>
            <a:chOff x="0" y="0"/>
            <a:chExt cx="9144000" cy="6856560"/>
          </a:xfrm>
        </p:grpSpPr>
        <p:sp>
          <p:nvSpPr>
            <p:cNvPr id="1" name=""/>
            <p:cNvSpPr/>
            <p:nvPr/>
          </p:nvSpPr>
          <p:spPr>
            <a:xfrm>
              <a:off x="0" y="19080"/>
              <a:ext cx="9140760" cy="5195880"/>
            </a:xfrm>
            <a:custGeom>
              <a:avLst/>
              <a:gdLst/>
              <a:ahLst/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236520" y="0"/>
              <a:ext cx="8904240" cy="5148360"/>
            </a:xfrm>
            <a:custGeom>
              <a:avLst/>
              <a:gdLst/>
              <a:ahLst/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5450040"/>
              <a:ext cx="6410160" cy="303120"/>
            </a:xfrm>
            <a:custGeom>
              <a:avLst/>
              <a:gdLst/>
              <a:ahLst/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6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410160" y="5678640"/>
              <a:ext cx="2730600" cy="102960"/>
            </a:xfrm>
            <a:custGeom>
              <a:avLst/>
              <a:gdLst/>
              <a:ahLst/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5915160"/>
              <a:ext cx="7594560" cy="522000"/>
            </a:xfrm>
            <a:custGeom>
              <a:avLst/>
              <a:gdLst/>
              <a:ahLst/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594560" y="5877000"/>
              <a:ext cx="1546200" cy="160200"/>
            </a:xfrm>
            <a:custGeom>
              <a:avLst/>
              <a:gdLst/>
              <a:ahLst/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5745240" y="6056280"/>
              <a:ext cx="3395520" cy="314280"/>
            </a:xfrm>
            <a:custGeom>
              <a:avLst/>
              <a:gdLst/>
              <a:ahLst/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6303960"/>
              <a:ext cx="5745240" cy="552600"/>
            </a:xfrm>
            <a:custGeom>
              <a:avLst/>
              <a:gdLst/>
              <a:ahLst/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328920" y="6418440"/>
              <a:ext cx="3990960" cy="438120"/>
            </a:xfrm>
            <a:custGeom>
              <a:avLst/>
              <a:gdLst/>
              <a:ahLst/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12000" y="6141960"/>
              <a:ext cx="2228760" cy="600120"/>
            </a:xfrm>
            <a:custGeom>
              <a:avLst/>
              <a:gdLst/>
              <a:ahLst/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7079b"/>
                </a:gs>
                <a:gs pos="100000">
                  <a:srgbClr val="0000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7985160" y="5002200"/>
              <a:ext cx="1155600" cy="380880"/>
            </a:xfrm>
            <a:custGeom>
              <a:avLst/>
              <a:gdLst/>
              <a:ahLst/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2359080"/>
              <a:ext cx="7985160" cy="2652480"/>
            </a:xfrm>
            <a:custGeom>
              <a:avLst/>
              <a:gdLst/>
              <a:ahLst/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7985160" y="4840200"/>
              <a:ext cx="1155600" cy="505080"/>
            </a:xfrm>
            <a:custGeom>
              <a:avLst/>
              <a:gdLst/>
              <a:ahLst/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1454040"/>
              <a:ext cx="7985160" cy="3471840"/>
            </a:xfrm>
            <a:custGeom>
              <a:avLst/>
              <a:gdLst/>
              <a:ahLst/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5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641760" y="0"/>
              <a:ext cx="5014800" cy="4325760"/>
            </a:xfrm>
            <a:custGeom>
              <a:avLst/>
              <a:gdLst/>
              <a:ahLst/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628120" y="4289400"/>
              <a:ext cx="512640" cy="474840"/>
            </a:xfrm>
            <a:custGeom>
              <a:avLst/>
              <a:gdLst/>
              <a:ahLst/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e0e9e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694720" y="4108320"/>
              <a:ext cx="446040" cy="532080"/>
            </a:xfrm>
            <a:custGeom>
              <a:avLst/>
              <a:gdLst/>
              <a:ahLst/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895560" y="0"/>
              <a:ext cx="4951440" cy="4251240"/>
            </a:xfrm>
            <a:custGeom>
              <a:avLst/>
              <a:gdLst/>
              <a:ahLst/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931240" y="4022640"/>
              <a:ext cx="209520" cy="209520"/>
            </a:xfrm>
            <a:custGeom>
              <a:avLst/>
              <a:gdLst/>
              <a:ahLst/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4940280" y="0"/>
              <a:ext cx="3990960" cy="4022640"/>
            </a:xfrm>
            <a:custGeom>
              <a:avLst/>
              <a:gdLst/>
              <a:ahLst/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537160" y="0"/>
              <a:ext cx="3489480" cy="3936960"/>
            </a:xfrm>
            <a:custGeom>
              <a:avLst/>
              <a:gdLst/>
              <a:ahLst/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007560" y="392760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1616a1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8894880" y="1349280"/>
              <a:ext cx="245880" cy="819360"/>
            </a:xfrm>
            <a:custGeom>
              <a:avLst/>
              <a:gdLst/>
              <a:ahLst/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8107200" y="0"/>
              <a:ext cx="909720" cy="1654200"/>
            </a:xfrm>
            <a:custGeom>
              <a:avLst/>
              <a:gdLst/>
              <a:ahLst/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8589960" y="0"/>
              <a:ext cx="541440" cy="1263600"/>
            </a:xfrm>
            <a:custGeom>
              <a:avLst/>
              <a:gdLst/>
              <a:ahLst/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9045720" y="1036800"/>
              <a:ext cx="95040" cy="493560"/>
            </a:xfrm>
            <a:custGeom>
              <a:avLst/>
              <a:gdLst/>
              <a:ahLst/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240" y="2541600"/>
              <a:ext cx="9131400" cy="2959200"/>
            </a:xfrm>
            <a:custGeom>
              <a:avLst/>
              <a:gdLst/>
              <a:ahLst/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134640" y="5529240"/>
              <a:ext cx="9360" cy="9720"/>
            </a:xfrm>
            <a:custGeom>
              <a:avLst/>
              <a:gdLst/>
              <a:ahLst/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080" bIns="-3708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3240" y="3416400"/>
              <a:ext cx="9131400" cy="2122560"/>
            </a:xfrm>
            <a:custGeom>
              <a:avLst/>
              <a:gdLst/>
              <a:ahLst/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3240" y="5043600"/>
              <a:ext cx="9131400" cy="657000"/>
            </a:xfrm>
            <a:custGeom>
              <a:avLst/>
              <a:gdLst/>
              <a:ahLst/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58840" y="0"/>
              <a:ext cx="7075800" cy="5043600"/>
            </a:xfrm>
            <a:custGeom>
              <a:avLst/>
              <a:gdLst/>
              <a:ahLst/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5272200" y="0"/>
              <a:ext cx="3862440" cy="4149720"/>
            </a:xfrm>
            <a:custGeom>
              <a:avLst/>
              <a:gdLst/>
              <a:ahLst/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270480" y="0"/>
              <a:ext cx="2864160" cy="3911760"/>
            </a:xfrm>
            <a:custGeom>
              <a:avLst/>
              <a:gdLst/>
              <a:ahLst/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7174080" y="0"/>
              <a:ext cx="1960560" cy="3292560"/>
            </a:xfrm>
            <a:custGeom>
              <a:avLst/>
              <a:gdLst/>
              <a:ahLst/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7451640" y="0"/>
              <a:ext cx="1683000" cy="3073320"/>
            </a:xfrm>
            <a:custGeom>
              <a:avLst/>
              <a:gdLst/>
              <a:ahLst/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7907400" y="0"/>
              <a:ext cx="1227240" cy="2360520"/>
            </a:xfrm>
            <a:custGeom>
              <a:avLst/>
              <a:gdLst/>
              <a:ahLst/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" name=""/>
            <p:cNvGrpSpPr/>
            <p:nvPr/>
          </p:nvGrpSpPr>
          <p:grpSpPr>
            <a:xfrm>
              <a:off x="0" y="2590920"/>
              <a:ext cx="9140760" cy="2949480"/>
              <a:chOff x="0" y="2590920"/>
              <a:chExt cx="9140760" cy="2949480"/>
            </a:xfrm>
          </p:grpSpPr>
          <p:sp>
            <p:nvSpPr>
              <p:cNvPr id="38" name=""/>
              <p:cNvSpPr/>
              <p:nvPr/>
            </p:nvSpPr>
            <p:spPr>
              <a:xfrm>
                <a:off x="0" y="2590920"/>
                <a:ext cx="5826240" cy="2084400"/>
              </a:xfrm>
              <a:custGeom>
                <a:avLst/>
                <a:gdLst/>
                <a:ahLst/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00006e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5788080" y="4437000"/>
                <a:ext cx="3352680" cy="1103400"/>
              </a:xfrm>
              <a:custGeom>
                <a:avLst/>
                <a:gdLst/>
                <a:ahLst/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616a1"/>
                  </a:gs>
                  <a:gs pos="100000">
                    <a:srgbClr val="0000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SzPct val="100000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SzPct val="100000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SzPct val="100000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SzPct val="100000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SzPct val="100000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937A89-7308-4202-A263-DCBB08D04620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"/>
          <p:cNvGrpSpPr/>
          <p:nvPr/>
        </p:nvGrpSpPr>
        <p:grpSpPr>
          <a:xfrm>
            <a:off x="0" y="0"/>
            <a:ext cx="9144000" cy="6856560"/>
            <a:chOff x="0" y="0"/>
            <a:chExt cx="9144000" cy="6856560"/>
          </a:xfrm>
        </p:grpSpPr>
        <p:sp>
          <p:nvSpPr>
            <p:cNvPr id="53" name=""/>
            <p:cNvSpPr/>
            <p:nvPr/>
          </p:nvSpPr>
          <p:spPr>
            <a:xfrm>
              <a:off x="0" y="19080"/>
              <a:ext cx="9140760" cy="5195880"/>
            </a:xfrm>
            <a:custGeom>
              <a:avLst/>
              <a:gdLst/>
              <a:ahLst/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236520" y="0"/>
              <a:ext cx="8904240" cy="5148360"/>
            </a:xfrm>
            <a:custGeom>
              <a:avLst/>
              <a:gdLst/>
              <a:ahLst/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0" y="5450040"/>
              <a:ext cx="6410160" cy="303120"/>
            </a:xfrm>
            <a:custGeom>
              <a:avLst/>
              <a:gdLst/>
              <a:ahLst/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6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6410160" y="5678640"/>
              <a:ext cx="2730600" cy="102960"/>
            </a:xfrm>
            <a:custGeom>
              <a:avLst/>
              <a:gdLst/>
              <a:ahLst/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0" y="5915160"/>
              <a:ext cx="7594560" cy="522000"/>
            </a:xfrm>
            <a:custGeom>
              <a:avLst/>
              <a:gdLst/>
              <a:ahLst/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7594560" y="5877000"/>
              <a:ext cx="1546200" cy="160200"/>
            </a:xfrm>
            <a:custGeom>
              <a:avLst/>
              <a:gdLst/>
              <a:ahLst/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5745240" y="6056280"/>
              <a:ext cx="3395520" cy="314280"/>
            </a:xfrm>
            <a:custGeom>
              <a:avLst/>
              <a:gdLst/>
              <a:ahLst/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0" y="6303960"/>
              <a:ext cx="5745240" cy="552600"/>
            </a:xfrm>
            <a:custGeom>
              <a:avLst/>
              <a:gdLst/>
              <a:ahLst/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3328920" y="6418440"/>
              <a:ext cx="3990960" cy="438120"/>
            </a:xfrm>
            <a:custGeom>
              <a:avLst/>
              <a:gdLst/>
              <a:ahLst/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6912000" y="6141960"/>
              <a:ext cx="2228760" cy="600120"/>
            </a:xfrm>
            <a:custGeom>
              <a:avLst/>
              <a:gdLst/>
              <a:ahLst/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7079b"/>
                </a:gs>
                <a:gs pos="100000">
                  <a:srgbClr val="0000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7985160" y="5002200"/>
              <a:ext cx="1155600" cy="380880"/>
            </a:xfrm>
            <a:custGeom>
              <a:avLst/>
              <a:gdLst/>
              <a:ahLst/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0" y="2359080"/>
              <a:ext cx="7985160" cy="2652480"/>
            </a:xfrm>
            <a:custGeom>
              <a:avLst/>
              <a:gdLst/>
              <a:ahLst/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985160" y="4840200"/>
              <a:ext cx="1155600" cy="505080"/>
            </a:xfrm>
            <a:custGeom>
              <a:avLst/>
              <a:gdLst/>
              <a:ahLst/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0" y="1454040"/>
              <a:ext cx="7985160" cy="3471840"/>
            </a:xfrm>
            <a:custGeom>
              <a:avLst/>
              <a:gdLst/>
              <a:ahLst/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5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3641760" y="0"/>
              <a:ext cx="5014800" cy="4325760"/>
            </a:xfrm>
            <a:custGeom>
              <a:avLst/>
              <a:gdLst/>
              <a:ahLst/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8628120" y="4289400"/>
              <a:ext cx="512640" cy="474840"/>
            </a:xfrm>
            <a:custGeom>
              <a:avLst/>
              <a:gdLst/>
              <a:ahLst/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e0e9e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694720" y="4108320"/>
              <a:ext cx="446040" cy="532080"/>
            </a:xfrm>
            <a:custGeom>
              <a:avLst/>
              <a:gdLst/>
              <a:ahLst/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3895560" y="0"/>
              <a:ext cx="4951440" cy="4251240"/>
            </a:xfrm>
            <a:custGeom>
              <a:avLst/>
              <a:gdLst/>
              <a:ahLst/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8931240" y="4022640"/>
              <a:ext cx="209520" cy="209520"/>
            </a:xfrm>
            <a:custGeom>
              <a:avLst/>
              <a:gdLst/>
              <a:ahLst/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4940280" y="0"/>
              <a:ext cx="3990960" cy="4022640"/>
            </a:xfrm>
            <a:custGeom>
              <a:avLst/>
              <a:gdLst/>
              <a:ahLst/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5537160" y="0"/>
              <a:ext cx="3489480" cy="3936960"/>
            </a:xfrm>
            <a:custGeom>
              <a:avLst/>
              <a:gdLst/>
              <a:ahLst/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9007560" y="392760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1616a1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8894880" y="1349280"/>
              <a:ext cx="245880" cy="819360"/>
            </a:xfrm>
            <a:custGeom>
              <a:avLst/>
              <a:gdLst/>
              <a:ahLst/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8107200" y="0"/>
              <a:ext cx="909720" cy="1654200"/>
            </a:xfrm>
            <a:custGeom>
              <a:avLst/>
              <a:gdLst/>
              <a:ahLst/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8589960" y="0"/>
              <a:ext cx="541440" cy="1263600"/>
            </a:xfrm>
            <a:custGeom>
              <a:avLst/>
              <a:gdLst/>
              <a:ahLst/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9045720" y="1036800"/>
              <a:ext cx="95040" cy="493560"/>
            </a:xfrm>
            <a:custGeom>
              <a:avLst/>
              <a:gdLst/>
              <a:ahLst/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3240" y="2541600"/>
              <a:ext cx="9131400" cy="2959200"/>
            </a:xfrm>
            <a:custGeom>
              <a:avLst/>
              <a:gdLst/>
              <a:ahLst/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9134640" y="5529240"/>
              <a:ext cx="9360" cy="9720"/>
            </a:xfrm>
            <a:custGeom>
              <a:avLst/>
              <a:gdLst/>
              <a:ahLst/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080" bIns="-3708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3240" y="3416400"/>
              <a:ext cx="9131400" cy="2122560"/>
            </a:xfrm>
            <a:custGeom>
              <a:avLst/>
              <a:gdLst/>
              <a:ahLst/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3240" y="5043600"/>
              <a:ext cx="9131400" cy="657000"/>
            </a:xfrm>
            <a:custGeom>
              <a:avLst/>
              <a:gdLst/>
              <a:ahLst/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2058840" y="0"/>
              <a:ext cx="7075800" cy="5043600"/>
            </a:xfrm>
            <a:custGeom>
              <a:avLst/>
              <a:gdLst/>
              <a:ahLst/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272200" y="0"/>
              <a:ext cx="3862440" cy="4149720"/>
            </a:xfrm>
            <a:custGeom>
              <a:avLst/>
              <a:gdLst/>
              <a:ahLst/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6270480" y="0"/>
              <a:ext cx="2864160" cy="3911760"/>
            </a:xfrm>
            <a:custGeom>
              <a:avLst/>
              <a:gdLst/>
              <a:ahLst/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7174080" y="0"/>
              <a:ext cx="1960560" cy="3292560"/>
            </a:xfrm>
            <a:custGeom>
              <a:avLst/>
              <a:gdLst/>
              <a:ahLst/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7451640" y="0"/>
              <a:ext cx="1683000" cy="3073320"/>
            </a:xfrm>
            <a:custGeom>
              <a:avLst/>
              <a:gdLst/>
              <a:ahLst/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7907400" y="0"/>
              <a:ext cx="1227240" cy="2360520"/>
            </a:xfrm>
            <a:custGeom>
              <a:avLst/>
              <a:gdLst/>
              <a:ahLst/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" name=""/>
            <p:cNvGrpSpPr/>
            <p:nvPr/>
          </p:nvGrpSpPr>
          <p:grpSpPr>
            <a:xfrm>
              <a:off x="0" y="2590920"/>
              <a:ext cx="9140760" cy="2949480"/>
              <a:chOff x="0" y="2590920"/>
              <a:chExt cx="9140760" cy="2949480"/>
            </a:xfrm>
          </p:grpSpPr>
          <p:sp>
            <p:nvSpPr>
              <p:cNvPr id="90" name=""/>
              <p:cNvSpPr/>
              <p:nvPr/>
            </p:nvSpPr>
            <p:spPr>
              <a:xfrm>
                <a:off x="0" y="2590920"/>
                <a:ext cx="5826240" cy="2084400"/>
              </a:xfrm>
              <a:custGeom>
                <a:avLst/>
                <a:gdLst/>
                <a:ahLst/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00006e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5788080" y="4437000"/>
                <a:ext cx="3352680" cy="1103400"/>
              </a:xfrm>
              <a:custGeom>
                <a:avLst/>
                <a:gdLst/>
                <a:ahLst/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616a1"/>
                  </a:gs>
                  <a:gs pos="100000">
                    <a:srgbClr val="0000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dt" idx="7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9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13A1A0-75F7-4038-B1A4-941DFA969475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7b46d0"/>
              </a:buClr>
              <a:buSzPct val="9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45c984"/>
              </a:buClr>
              <a:buSzPct val="90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9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9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80</a:t>
            </a:r>
            <a:br>
              <a:rPr sz="4400"/>
            </a:b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48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a ti, pecador,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chama a ti, com voz de amor; Deixa os pecados, e vem ao Senhor.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48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te chama a ti!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ó vem pecador!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com voz de amor.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43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Deixa as sendas do mundo d'horror,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 a Jesus, vem com amor;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salva, ó vem, pecador;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260280"/>
            <a:ext cx="9144000" cy="518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te chama a ti!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ó vem pecador!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com voz de amor.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404640"/>
            <a:ext cx="9144000" cy="482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glorioso virá com poder;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Pronta estás para scender?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por Seu sangue tu podes vencer.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692280"/>
            <a:ext cx="9144000" cy="424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te chama a ti!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ó vem pecador!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com voz de amor.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1125000"/>
            <a:ext cx="9144000" cy="43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compassiva voz do Salvador,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Chama-te já com santo amor;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 para a fonte, ó vem pecador,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P.L,M.</a:t>
            </a:r>
            <a:br>
              <a:rPr sz="4000"/>
            </a:b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692280"/>
            <a:ext cx="9144000" cy="47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te chama a ti!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chama, ó vem pecador!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com voz de amor.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te chama a ti!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2005-10-15T21:47:35Z</dcterms:created>
  <dc:creator>Montagna</dc:creator>
  <dc:description/>
  <dc:language>pt-BR</dc:language>
  <cp:lastModifiedBy>Junior</cp:lastModifiedBy>
  <dcterms:modified xsi:type="dcterms:W3CDTF">2005-10-16T14:24:22Z</dcterms:modified>
  <cp:revision>2</cp:revision>
  <dc:subject/>
  <dc:title>80 </dc:title>
</cp:coreProperties>
</file>