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0B137B-F57D-48C3-A771-C8548CA86E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E58CEA-CDED-41A7-B2BC-A965273166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B67A3D1-DE41-4DB6-989F-CFBECC654C3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384 - Sinto Vida do Senhor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Sinto que vivo no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veio me salvar;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Sua lei, por Seu amor,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Desejo sempre guardar.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Habitarei sempre em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Firmá-Lo-ei no coração;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Deus, pela fé, em mim produz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Perfeição!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Sinto que vivo no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liberdade já,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cobre de favor,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Repouso sempre me dá.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Habitarei sempre em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Firmá-Lo-ei no coração;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Deus, pela fé, em mim produz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Perfeição!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Sinto que vivo no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rocha eternal,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sustenta com vigor,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tempestades do mal.  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Habitarei sempre em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Firmá-Lo-ei no coração;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Deus, pela fé, em mim produz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Perfeição!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Sinto que vivo no Senhor.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sempre viverei;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poder consolador,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Deus permanecerei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Habitarei sempre em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Firmá-Lo-ei no coração;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Deus, pela fé, em mim produz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Perfeição!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2005-12-26T18:03:31Z</dcterms:created>
  <dc:creator>Junior</dc:creator>
  <dc:description/>
  <dc:language>pt-BR</dc:language>
  <cp:lastModifiedBy>Junior</cp:lastModifiedBy>
  <dcterms:modified xsi:type="dcterms:W3CDTF">2005-12-26T18:03:32Z</dcterms:modified>
  <cp:revision>1</cp:revision>
  <dc:subject/>
  <dc:title>384 - Sinto Vida do Senhor </dc:title>
</cp:coreProperties>
</file>