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2443C-229A-4715-A8C5-93EDC2D6CC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B687FA1-C8E9-46E8-9C29-439565D6FA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FB55D7-C5EC-40E4-AF95-C8FB27CBF52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490 – Passando Está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fatigado coração,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está passando;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Ele estende tua mão,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amor, confiando.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Passando está - passando está...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amoroso Salvador!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tu a Ele, ó pecador!</a:t>
            </a:r>
            <a:br>
              <a:rPr sz="4400"/>
            </a:b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Passa aqui - Chama por ti.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Vem, oprimido pecador,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está passando;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receber do Seu amor,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te está ofertando!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Vem, ó faminto, te fartar!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está passando;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pão da vida vem tomar;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estás demorando?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Vem, pecador, sem demorar,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está passando;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Seus vem te lançar,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te está chamando.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2005-12-24T19:25:36Z</dcterms:created>
  <dc:creator>Junior</dc:creator>
  <dc:description/>
  <dc:language>pt-BR</dc:language>
  <cp:lastModifiedBy>Junior</cp:lastModifiedBy>
  <dcterms:modified xsi:type="dcterms:W3CDTF">2005-12-24T19:25:38Z</dcterms:modified>
  <cp:revision>1</cp:revision>
  <dc:subject/>
  <dc:title>490 – Passando Está</dc:title>
</cp:coreProperties>
</file>