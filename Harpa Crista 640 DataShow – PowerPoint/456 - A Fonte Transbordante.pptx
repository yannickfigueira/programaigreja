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E78FF4-5E36-439D-99A5-BAA8431EE2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6AA05-5DFE-483D-B0F9-09F5F91C04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F8C7B6-638A-4A33-96C2-14B98979C0F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FONTE TRANSBORDANTE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fonte transbordante!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profunda que o mar.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Deus, o amor imenso,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me veio dar.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 abriu a porta,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reconciliou,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derramado;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Deus me consagrou.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a pomba perseguida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cansada estava eu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Jesus jamais rejeita,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buscar abrigo Seu.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 abriu a porta,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reconciliou,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derramado;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Deus me consagrou.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 abundantemente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mim já derramou;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abundou pecado,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 superabundou.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 abriu a porta,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reconciliou,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derramado;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Deus me consagrou.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alvorecer meu dia.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irei p'ro céu;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O exaltarei p'ra sempre,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salvou um perdido réu.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 abriu a porta,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reconciliou,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derramado;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Deus me consagrou.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2005-10-21T04:40:50Z</dcterms:created>
  <dc:creator>Montagna</dc:creator>
  <dc:description/>
  <dc:language>pt-BR</dc:language>
  <cp:lastModifiedBy>Montagna</cp:lastModifiedBy>
  <dcterms:modified xsi:type="dcterms:W3CDTF">2005-10-21T04:40:59Z</dcterms:modified>
  <cp:revision>2</cp:revision>
  <dc:subject/>
  <dc:title>456 - A FONTE TRANSBORDANTE</dc:title>
</cp:coreProperties>
</file>