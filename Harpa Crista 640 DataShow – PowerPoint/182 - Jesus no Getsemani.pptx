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70FA2B-553D-4E53-8474-D1C1638E97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9B3F58-4681-4F4F-A9FA-D4BC277DCA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E58E4B-EC93-4CA9-A339-AEE1C1DFAC1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209680"/>
            <a:ext cx="77724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182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 GETSÊMANE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 Getsêmane foi ligado,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pelos ímpios foi arrastado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corte, onde foi muito insultado,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atingido, por meu pecado;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sentença da turba foi o brado: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"Que seja Crista crucificado." Vituperado e flagelado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sofreu o meu pecado.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Vituperado e flagelado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sofreu o meu pecado.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na cruz, foi o Cristo pendurado E duma lança foi traspassado;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Ali estava Jesus ensangüentado,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meus pecados atormentado!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“Deus meu, Deus meu, por que tens m’abandonado?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 Clamava Cristo crucificado;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“Perdoa o povo tão enganado,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cometeu um tal pecado”.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“Perdoa o povo tão enganado,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cometeu um tal pecado".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Jesus Cristo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da cruz tirado,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sepulcro foi carregado;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santos, Seu corpo foi embalsamado,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entre ricos foi sepultado;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Cristo Jesus já enterrado;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sepulcro foi bem guardado; Após três dias, Jesus amado.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morte foi ressuscitado.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Após três dias Jesus amado,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morte foi ressuscitado.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2005-12-23T13:44:14Z</dcterms:created>
  <dc:creator>Junior</dc:creator>
  <dc:description/>
  <dc:language>pt-BR</dc:language>
  <cp:lastModifiedBy>Junior</cp:lastModifiedBy>
  <dcterms:modified xsi:type="dcterms:W3CDTF">2005-12-23T13:45:12Z</dcterms:modified>
  <cp:revision>2</cp:revision>
  <dc:subject/>
  <dc:title>182 JESUS NO GETSÊMANE </dc:title>
</cp:coreProperties>
</file>