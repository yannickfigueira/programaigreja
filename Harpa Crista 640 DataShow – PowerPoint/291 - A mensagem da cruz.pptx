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F287B0-579D-49EF-948D-D4D2EBDE65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E55543-638C-494D-9AFA-32B93B5FE3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F9B0E05-E4C5-4F13-A19C-076293768C7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291</a:t>
            </a:r>
            <a:br>
              <a:rPr sz="4000"/>
            </a:br>
            <a:r>
              <a:rPr b="0" i="1" lang="pt-BR" sz="4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MENSAGEM DA CRUZ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/>
          </p:nvPr>
        </p:nvSpPr>
        <p:spPr>
          <a:xfrm>
            <a:off x="0" y="837720"/>
            <a:ext cx="9144000" cy="4038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RUDE CRUZ SE ERIGIU</a:t>
            </a:r>
            <a:r>
              <a:rPr b="0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DELA O DIA FUGIU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COMO EMBLEMA DE VERGONHA E DOR;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MAS CONTEMPLO ESTA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PORQUE NELA JESUS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DEU A VIDA POR MIM, PECADOR.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SIM EU AMO A MENSAGEM DA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MORRER EU A VOU PROCLAMAR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LEVAREI EU TAMBÉM MINHA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POR UMA COROA TROCAR.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/>
          </p:nvPr>
        </p:nvSpPr>
        <p:spPr>
          <a:xfrm>
            <a:off x="228240" y="990720"/>
            <a:ext cx="89154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DESDE A GLÓRIA DOS CÉUS,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O CORDEIRO DE DEUS.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AO CALVÁRIO HUMILHANTE BAIXOU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ESSA CRUZ TEM PRA MIM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ATRATIVOS SEM FIM,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PORQUE NELA JESUS ME SALVOU.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/>
          </p:nvPr>
        </p:nvSpPr>
        <p:spPr>
          <a:xfrm>
            <a:off x="457200" y="1599840"/>
            <a:ext cx="8229600" cy="335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SIM EU AMO A MENSAGEM DA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MORRER EU A VOU PROCLAMAR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LEVAREI EU TAMBÉM MINHA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POR UMA COROA TROCAR.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/>
          </p:nvPr>
        </p:nvSpPr>
        <p:spPr>
          <a:xfrm>
            <a:off x="228600" y="1295280"/>
            <a:ext cx="876312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NESTA CRUZ PADECEU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POR MIM JÁ MORREU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MEU JESUS PARA DAR-ME O PERDÃO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EU ME ALEGRO NA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DELA VEM GRAÇA E LUZ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PARA MINHA SANTIFICAÇÃO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SIM EU AMO A MENSAGEM DA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MORRER EU A VOU PROCLAMAR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LEVAREI EU TAMBÉM MINHA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POR UMA COROA TROCAR.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/>
          </p:nvPr>
        </p:nvSpPr>
        <p:spPr>
          <a:xfrm>
            <a:off x="304920" y="1143000"/>
            <a:ext cx="861048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EU AQUI COM JESUS 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A VERGONHA DA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QUERO SEMPRE LEVAR E SOFRER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CRISTO VEM ME BUSCAR,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E COM ELE, NO LAR,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UMA PARTE DA GLÓRIA HEI DE TER.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SIM EU AMO A MENSAGEM DA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MORRER EU A VOU PROCLAMAR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LEVAREI EU TAMBÉM MINHA CRUZ</a:t>
            </a: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100000"/>
              </a:lnSpc>
              <a:spcBef>
                <a:spcPts val="9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TÉ POR UMA COROA TROCAR.</a:t>
            </a:r>
            <a:br>
              <a:rPr sz="3600"/>
            </a:br>
            <a:endParaRPr b="0" lang="pt-BR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2005-07-02T16:06:26Z</dcterms:created>
  <dc:creator>Junior</dc:creator>
  <dc:description/>
  <dc:language>pt-BR</dc:language>
  <cp:lastModifiedBy>User041</cp:lastModifiedBy>
  <dcterms:modified xsi:type="dcterms:W3CDTF">2006-10-07T21:11:46Z</dcterms:modified>
  <cp:revision>2</cp:revision>
  <dc:subject/>
  <dc:title>291 A MENSAGEM DA CRUZ</dc:title>
</cp:coreProperties>
</file>