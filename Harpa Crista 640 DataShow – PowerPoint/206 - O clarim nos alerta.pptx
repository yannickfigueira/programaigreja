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961460-BF1D-468A-AAAE-38FDB62C2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0831F9-7B67-44A7-A522-6F466DDDE6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B4E2E6-425C-40F6-B9A7-9988153D6A9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CLARIM NOS ALERTA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clarim já nos alerta,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coração desperta,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vinda é bem certa de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mil anjos rodeado,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crente preparado,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volta coroado.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irmão por Deus liberto,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estás coberto;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o teu perdão bem certo,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estás;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Voz de júbilo ouviremos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céu nós cantaremos,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breve nós veremos. Aleluia!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nas bodas do Cordeiro,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Sentaremos prazenteiros;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verdadeiro com Jesus! Pois no céu não há mais pranto,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tudo será canto;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vem buscar os santos.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irmão por Deus liberto,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estás coberto;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o teu perdão bem certo,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estás;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Voz de júbilo ouviremos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céu nós cantaremos,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breve nós veremos. Aleluia!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 à mesa sentaremos,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Cristo cearemos;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felizes nós seremos com Jesus! Para sempre gozaremos,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Cristo reinaremos,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glória fruiremos.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irmão por Deus liberto,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estás coberto;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o teu perdão bem certo,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estás;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Voz de júbilo ouviremos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céu nós cantaremos,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breve nós veremos. Aleluia!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2005-12-23T17:10:59Z</dcterms:created>
  <dc:creator>Junior</dc:creator>
  <dc:description/>
  <dc:language>pt-BR</dc:language>
  <cp:lastModifiedBy>Junior</cp:lastModifiedBy>
  <dcterms:modified xsi:type="dcterms:W3CDTF">2005-12-23T17:11:12Z</dcterms:modified>
  <cp:revision>1</cp:revision>
  <dc:subject/>
  <dc:title>206 O CLARIM NOS ALERTA </dc:title>
</cp:coreProperties>
</file>