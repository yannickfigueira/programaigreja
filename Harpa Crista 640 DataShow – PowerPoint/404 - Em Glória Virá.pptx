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B39A98-2F12-472F-98D7-450B26176C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5ADEB0-7D23-4550-9C5B-B142473F574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8D312B6-DD02-4547-BD7D-6D096CB8F86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404 – Em Glória Virá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Espera do céu, seu Senhor, o fiel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Aguarda orando, pois há de voltar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nuvem, em glória o Emanuel,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grande poder, a fim de o buscar.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glória virá o Filho de Deus,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orando Jesus esperai;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virdes a “estrela da alva” no céu,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Alerta estai!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Pai amoroso, envia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crente fiel O espera do céu;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manda-lhe logo a celeste luz,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que há de vir o Filho de Deus.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glória virá o Filho de Deus,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orando Jesus esperai;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virdes a “estrela da alva” no céu,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Alerta estai!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santo Evangelho se há de cumprir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breve nas nuvens veremos Jesus;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“Assim descerá como O vistes subir"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que S’imolou por nós sobre a cruz!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glória virá o Filho de Deus,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orando Jesus esperai;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virdes a “estrela da alva” no céu,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Alerta estai!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2005-12-26T17:12:41Z</dcterms:created>
  <dc:creator>Junior</dc:creator>
  <dc:description/>
  <dc:language>pt-BR</dc:language>
  <cp:lastModifiedBy>Junior</cp:lastModifiedBy>
  <dcterms:modified xsi:type="dcterms:W3CDTF">2005-12-26T17:12:45Z</dcterms:modified>
  <cp:revision>1</cp:revision>
  <dc:subject/>
  <dc:title>404 – Em Glória Virá </dc:title>
</cp:coreProperties>
</file>