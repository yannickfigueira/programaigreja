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17600" y="1098720"/>
            <a:ext cx="438120" cy="474480"/>
          </a:xfrm>
          <a:prstGeom prst="rect">
            <a:avLst/>
          </a:prstGeom>
          <a:solidFill>
            <a:srgbClr val="ffcf0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"/>
          <p:cNvSpPr/>
          <p:nvPr/>
        </p:nvSpPr>
        <p:spPr>
          <a:xfrm>
            <a:off x="800280" y="1098720"/>
            <a:ext cx="328320" cy="4744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cf01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"/>
          <p:cNvSpPr/>
          <p:nvPr/>
        </p:nvSpPr>
        <p:spPr>
          <a:xfrm>
            <a:off x="541440" y="1521000"/>
            <a:ext cx="422280" cy="474480"/>
          </a:xfrm>
          <a:prstGeom prst="rect">
            <a:avLst/>
          </a:pr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911160" y="1521000"/>
            <a:ext cx="368280" cy="4744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3333cc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127080" y="1447920"/>
            <a:ext cx="560160" cy="422280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ffffff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762120" y="990720"/>
            <a:ext cx="31680" cy="1052280"/>
          </a:xfrm>
          <a:prstGeom prst="rect">
            <a:avLst/>
          </a:prstGeom>
          <a:solidFill>
            <a:srgbClr val="1c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442800" y="1781280"/>
            <a:ext cx="8226360" cy="316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1c1c1c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5120" bIns="-151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50560" y="214200"/>
            <a:ext cx="7792920" cy="146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182600" y="20178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7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cf01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00e4a8"/>
              </a:buClr>
              <a:buSzPct val="5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SzPct val="5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SzPct val="5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1"/>
          </p:nvPr>
        </p:nvSpPr>
        <p:spPr>
          <a:xfrm>
            <a:off x="1162080" y="624348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2"/>
          </p:nvPr>
        </p:nvSpPr>
        <p:spPr>
          <a:xfrm>
            <a:off x="3657240" y="624348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3"/>
          </p:nvPr>
        </p:nvSpPr>
        <p:spPr>
          <a:xfrm>
            <a:off x="7041960" y="6243480"/>
            <a:ext cx="190476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C1A9002-2970-444A-8A97-A52F0B64F69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"/>
          <p:cNvGrpSpPr/>
          <p:nvPr/>
        </p:nvGrpSpPr>
        <p:grpSpPr>
          <a:xfrm>
            <a:off x="0" y="2438280"/>
            <a:ext cx="9009000" cy="1052640"/>
            <a:chOff x="0" y="2438280"/>
            <a:chExt cx="9009000" cy="1052640"/>
          </a:xfrm>
        </p:grpSpPr>
        <p:grpSp>
          <p:nvGrpSpPr>
            <p:cNvPr id="13" name=""/>
            <p:cNvGrpSpPr/>
            <p:nvPr/>
          </p:nvGrpSpPr>
          <p:grpSpPr>
            <a:xfrm>
              <a:off x="290520" y="2546280"/>
              <a:ext cx="711360" cy="474840"/>
              <a:chOff x="290520" y="2546280"/>
              <a:chExt cx="711360" cy="474840"/>
            </a:xfrm>
          </p:grpSpPr>
          <p:sp>
            <p:nvSpPr>
              <p:cNvPr id="14" name=""/>
              <p:cNvSpPr/>
              <p:nvPr/>
            </p:nvSpPr>
            <p:spPr>
              <a:xfrm>
                <a:off x="290520" y="2546280"/>
                <a:ext cx="437400" cy="474840"/>
              </a:xfrm>
              <a:prstGeom prst="rect">
                <a:avLst/>
              </a:prstGeom>
              <a:solidFill>
                <a:srgbClr val="3333c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673560" y="2546280"/>
                <a:ext cx="328320" cy="47484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3333cc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" name=""/>
            <p:cNvGrpSpPr/>
            <p:nvPr/>
          </p:nvGrpSpPr>
          <p:grpSpPr>
            <a:xfrm>
              <a:off x="414360" y="2968560"/>
              <a:ext cx="737640" cy="474840"/>
              <a:chOff x="414360" y="2968560"/>
              <a:chExt cx="737640" cy="474840"/>
            </a:xfrm>
          </p:grpSpPr>
          <p:sp>
            <p:nvSpPr>
              <p:cNvPr id="17" name=""/>
              <p:cNvSpPr/>
              <p:nvPr/>
            </p:nvSpPr>
            <p:spPr>
              <a:xfrm>
                <a:off x="414360" y="2968560"/>
                <a:ext cx="421560" cy="474840"/>
              </a:xfrm>
              <a:prstGeom prst="rect">
                <a:avLst/>
              </a:prstGeom>
              <a:solidFill>
                <a:srgbClr val="ffcf0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783000" y="2968560"/>
                <a:ext cx="369000" cy="47484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cf01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" name=""/>
            <p:cNvSpPr/>
            <p:nvPr/>
          </p:nvSpPr>
          <p:spPr>
            <a:xfrm>
              <a:off x="0" y="2895480"/>
              <a:ext cx="560520" cy="422280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635040" y="2438280"/>
              <a:ext cx="31680" cy="1052640"/>
            </a:xfrm>
            <a:prstGeom prst="rect">
              <a:avLst/>
            </a:prstGeom>
            <a:solidFill>
              <a:srgbClr val="1c1c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 flipV="1">
              <a:off x="316080" y="3260520"/>
              <a:ext cx="8692920" cy="55440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c1c1c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8640" bIns="864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90720" y="1676160"/>
            <a:ext cx="7772400" cy="146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4"/>
          </p:nvPr>
        </p:nvSpPr>
        <p:spPr>
          <a:xfrm>
            <a:off x="99036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1c1c1c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1c1c1c"/>
                </a:solidFill>
                <a:effectLst/>
                <a:uFillTx/>
                <a:latin typeface="Tahoma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5"/>
          </p:nvPr>
        </p:nvSpPr>
        <p:spPr>
          <a:xfrm>
            <a:off x="342864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1c1c1c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1c1c1c"/>
                </a:solidFill>
                <a:effectLst/>
                <a:uFillTx/>
                <a:latin typeface="Tahoma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6"/>
          </p:nvPr>
        </p:nvSpPr>
        <p:spPr>
          <a:xfrm>
            <a:off x="68580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1c1c1c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828AC66-22C1-458D-BA22-4D92BF1121E3}" type="slidenum">
              <a:rPr b="0" lang="pt-BR" sz="1400" strike="noStrike" u="none">
                <a:solidFill>
                  <a:srgbClr val="1c1c1c"/>
                </a:solidFill>
                <a:effectLst/>
                <a:uFillTx/>
                <a:latin typeface="Tahoma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cf01"/>
              </a:buClr>
              <a:buSzPct val="55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00e4a8"/>
              </a:buClr>
              <a:buSzPct val="50000"/>
              <a:buFont typeface="Wingdings" charset="2"/>
              <a:buChar char="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SzPct val="5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SzPct val="5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90720" y="1676160"/>
            <a:ext cx="7772400" cy="146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146 - CAMINHO BRILHANTE</a:t>
            </a:r>
            <a:br>
              <a:rPr sz="4000"/>
            </a:br>
            <a:endParaRPr b="0" lang="pt-BR" sz="40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00000" y="1915920"/>
            <a:ext cx="8043840" cy="410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Por um caminho brilhante vou,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De majestosa luz;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Pelo caminho que já trilhou,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Nosso Senhor Jesus;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Sem me lembrar do que se passou,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Bem feliz canto, sim,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Pois filho do Rei dos reis eu sou;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Cristo é meu, por fim;</a:t>
            </a:r>
            <a:endParaRPr b="0" lang="pt-BR" sz="32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55280" y="2060280"/>
            <a:ext cx="8188200" cy="309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Meu, por fim; meu, por fim!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Cristo da morte livrou-me, sim! </a:t>
            </a:r>
            <a:br>
              <a:rPr sz="3600"/>
            </a:b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Me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ouviu, me remiu,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Cristo é meu, por fim!</a:t>
            </a:r>
            <a:br>
              <a:rPr sz="3600"/>
            </a:br>
            <a:endParaRPr b="0" lang="pt-BR" sz="36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26560" y="1989000"/>
            <a:ext cx="8116920" cy="439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No mundo não tenho mais prazer,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Purificado estou,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Nunca jamais hei de perecer,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Pois Jesus me livrou;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Ele me ama e me quer bem,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Tudo é para mim;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NEle encontro louvor, também.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Cristo é meu, por fim.</a:t>
            </a:r>
            <a:br>
              <a:rPr sz="3200"/>
            </a:br>
            <a:endParaRPr b="0" lang="pt-BR" sz="32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55280" y="2060280"/>
            <a:ext cx="8188200" cy="309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Meu, por fim; meu, por fim!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Cristo da morte livrou-me, sim! </a:t>
            </a:r>
            <a:br>
              <a:rPr sz="3600"/>
            </a:b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Me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ouviu, me remiu,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Cristo é meu, por fim!</a:t>
            </a:r>
            <a:br>
              <a:rPr sz="3600"/>
            </a:br>
            <a:endParaRPr b="0" lang="pt-BR" sz="36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26560" y="1844640"/>
            <a:ext cx="8116920" cy="439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Quem de Jesus me separará?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Tenho-O no coração;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Ele nas trevas me guiará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Para a feliz Sião.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Sempre contente, sem vacilar,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Venço o mal, assim;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Tenho prazer se na luz andar.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Cristo é meu, por fim.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P.L.M.</a:t>
            </a:r>
            <a:br>
              <a:rPr sz="1400"/>
            </a:br>
            <a:endParaRPr b="0" lang="pt-BR" sz="14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55280" y="2060280"/>
            <a:ext cx="8188200" cy="309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Meu, por fim; meu, por fim!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Cristo da morte livrou-me, sim! </a:t>
            </a:r>
            <a:br>
              <a:rPr sz="3600"/>
            </a:b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Me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ouviu, me remiu,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Cristo é meu, por fim!</a:t>
            </a:r>
            <a:br>
              <a:rPr sz="3600"/>
            </a:br>
            <a:endParaRPr b="0" lang="pt-BR" sz="36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2005-10-16T00:47:07Z</dcterms:created>
  <dc:creator>Montagna</dc:creator>
  <dc:description/>
  <dc:language>pt-BR</dc:language>
  <cp:lastModifiedBy>Junior</cp:lastModifiedBy>
  <dcterms:modified xsi:type="dcterms:W3CDTF">2005-10-17T10:11:50Z</dcterms:modified>
  <cp:revision>3</cp:revision>
  <dc:subject/>
  <dc:title>146 CAMINHO BRILHANTE </dc:title>
</cp:coreProperties>
</file>