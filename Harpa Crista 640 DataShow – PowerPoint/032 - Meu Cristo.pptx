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B53A84-A13B-4811-910E-1E7B011412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906B5C-6A1D-4678-B13D-EBE471F086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4BD8509-C8DE-4BDE-A227-DB07F3DBA2C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32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CRISTO! MEU CRISTO!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do céu por mim desceu, Tudo em meu lugar sofreu,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por mim na cruz morreu?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Cristo! Foi Cristo!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meus pecados expiou: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toda a pena me livrou!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maldição me resgatou,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Cristo! Meu Cristo!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me trouxe, qual pastor,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cordeiro com amor?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quis ser meu Salvador?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Cristo! Foi Cristo!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meus pecados expiou: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toda a pena me livrou!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maldição me resgatou,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Cristo! Meu Cristo!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com branda compaixão, Derreteu meu coração?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plena salvação?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Cristo! Foi Cristo!  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meus pecados expiou: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toda a pena me livrou!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maldição me resgatou,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Cristo! Meu Cristo!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diz: “Não te deixarei,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te desampararei,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te socorrerei?”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Cristo! E Cristo!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meus pecados expiou: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toda a pena me livrou!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maldição me resgatou,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Cristo! Meu Cristo!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é digno de louvor?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merece o meu amor?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Jesus, meu Salvador,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Cristo! Meu Cristo!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meus pecados expiou: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toda a pena me livrou!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maldição me resgatou,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Cristo! Meu Cristo!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minhas trevas dissipou!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alma enferma Ele sarou!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coração Ele alegrou!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Cristo! Meu Cristo!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2005-12-22T21:54:54Z</dcterms:created>
  <dc:creator>Junior</dc:creator>
  <dc:description/>
  <dc:language>pt-BR</dc:language>
  <cp:lastModifiedBy>Junior</cp:lastModifiedBy>
  <dcterms:modified xsi:type="dcterms:W3CDTF">2005-12-22T21:55:03Z</dcterms:modified>
  <cp:revision>1</cp:revision>
  <dc:subject/>
  <dc:title>32 MEU CRISTO! MEU CRISTO! </dc:title>
</cp:coreProperties>
</file>