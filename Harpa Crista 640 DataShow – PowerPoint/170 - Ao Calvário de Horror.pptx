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EAEA50-5DBF-418F-9FD3-8B4DDAD6F6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722259-BD61-49EC-9602-33A79BF111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B103AC4-2669-438A-A23A-0026FD358C6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11280" y="2421000"/>
            <a:ext cx="7772400" cy="201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170 - AO CALVÁRIO DE HORROR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764640"/>
            <a:ext cx="9144000" cy="609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Como havia trevas no meu coração,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Quando Jesus Cristo me salvou;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Pela luz divina, com a Sua mão,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Todas as minhas trevas dissipou!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-360" y="274320"/>
            <a:ext cx="932508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Calvário de horror, subiu Jesus, Levando a cruz, levando a cruz;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Calvário de horror, subiu Jesus, Levando a minha cruz!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-360" y="274320"/>
            <a:ext cx="9396360" cy="658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Vindo um perdido ao Senhor Jesus, Achará o gozo divinal,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na sua alma raiará a luz,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Luz que vem do céu, luz eternal!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-360" y="274320"/>
            <a:ext cx="932508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Calvário de horror, subiu Jesus, Levando a cruz, levando a cruz;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Calvário de horror, subiu Jesus, Levando a minha cruz!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-181080" y="274680"/>
            <a:ext cx="950616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É maravilhoso o amor de Deus,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mandou Seu Filho p'ra salvar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Todo o perdido pecador ou réu,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a Sua graça aceitar!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br>
              <a:rPr sz="1600"/>
            </a:b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                                                                                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br>
              <a:rPr sz="1600"/>
            </a:b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-360" y="274320"/>
            <a:ext cx="932508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Calvário de horror, subiu Jesus, Levando a cruz, levando a cruz;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Calvário de horror, subiu Jesus, Levando a minha cruz!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2005-10-16T01:42:26Z</dcterms:created>
  <dc:creator>Montagna</dc:creator>
  <dc:description/>
  <dc:language>pt-BR</dc:language>
  <cp:lastModifiedBy>Junior</cp:lastModifiedBy>
  <dcterms:modified xsi:type="dcterms:W3CDTF">2005-10-17T13:02:58Z</dcterms:modified>
  <cp:revision>2</cp:revision>
  <dc:subject/>
  <dc:title>170 - AO CALVÁRIO DE HORROR </dc:title>
</cp:coreProperties>
</file>