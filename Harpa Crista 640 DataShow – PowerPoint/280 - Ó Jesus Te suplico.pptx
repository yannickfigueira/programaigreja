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9F0987-C69C-4AF9-96AE-FE4E85BF10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FEAE04-86A6-46BC-8B31-E4D0B0AF0A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230BC1-6717-4F4A-9A72-32F1DCD6055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JESUS, TE SUPLICO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Jesus, no Teu caminho,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suplico com fervor,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Tem-me mais a Ti vizinho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gozar do Teu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Senhor, ó vem guardar-me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Tua proteção;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céu, ó vem guiar-me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Tua forte mão.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Teu celeste gozo,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vitória sobre o mal;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a graça, Teu repouso,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paz celestial!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Senhor, vem consolar-me,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divinal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queiras dar-me,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amado Redentor!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2005-12-24T08:32:28Z</dcterms:created>
  <dc:creator>Junior</dc:creator>
  <dc:description/>
  <dc:language>pt-BR</dc:language>
  <cp:lastModifiedBy>Junior</cp:lastModifiedBy>
  <dcterms:modified xsi:type="dcterms:W3CDTF">2005-12-24T08:32:54Z</dcterms:modified>
  <cp:revision>1</cp:revision>
  <dc:subject/>
  <dc:title>280 Ó JESUS, TE SUPLICO </dc:title>
</cp:coreProperties>
</file>