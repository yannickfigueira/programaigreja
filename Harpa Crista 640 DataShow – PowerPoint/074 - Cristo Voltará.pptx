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70D18D-A47A-49F8-AB36-A9A956528B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1EB0C4-14C5-4A35-B002-32F5B1BA1B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B776D4-E49F-4D02-9661-46725D8AA81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989840" cy="28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74</a:t>
            </a:r>
            <a:br>
              <a:rPr sz="4000"/>
            </a:br>
            <a:r>
              <a:rPr b="1" lang="pt-BR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CRISTO VIRÁ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907920"/>
            <a:ext cx="914400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Talvez Cristo venha ao romper da aurora, 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Com santos arcanjos, e com voz sonora; 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Os mortos porá dos sepulcros p'ra fora; Jesus, breve, vem nos buscar.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196640"/>
            <a:ext cx="9144000" cy="47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Cristo, que há de vir, virá!</a:t>
            </a:r>
            <a:br>
              <a:rPr sz="4000"/>
            </a:b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Ele não tardará, sim, Jesus vem; Aleluia! Aleluia! Amém! </a:t>
            </a:r>
            <a:br>
              <a:rPr sz="4000"/>
            </a:b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Aleluia! Amém!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1197000"/>
            <a:ext cx="9144000" cy="44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Talvez voltará quando o dia feneça, 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Ou em uma noite a luz resplandeça;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Irmãos, esperai que Jesus apareça! 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Jesus, breve, vem nos buscar.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547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Cristo, que há de vir, virá!</a:t>
            </a:r>
            <a:br>
              <a:rPr sz="4000"/>
            </a:b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Ele não tardará, sim, Jesus vem; Aleluia! Aleluia! Amém! </a:t>
            </a:r>
            <a:br>
              <a:rPr sz="4000"/>
            </a:b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Aleluia! Amém!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1557360"/>
            <a:ext cx="9144000" cy="42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O Seu esplendor e a glória veremos,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Do mundo, então, nós por fim, sairemos, 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Assim, grande gozo no céu fruiremos;</a:t>
            </a: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Jesus, breve, vem nos buscar.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br>
              <a:rPr sz="3800"/>
            </a:br>
            <a:br>
              <a:rPr sz="3800"/>
            </a:b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38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P.L.M.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54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Cristo, que há de vir, virá!</a:t>
            </a:r>
            <a:br>
              <a:rPr sz="4000"/>
            </a:b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Ele não tardará, sim, Jesus vem; Aleluia! Aleluia! Amém! </a:t>
            </a:r>
            <a:br>
              <a:rPr sz="4000"/>
            </a:br>
            <a:r>
              <a:rPr b="1" i="1" lang="en-US" sz="4000" strike="noStrike" u="none">
                <a:solidFill>
                  <a:srgbClr val="ded6fe"/>
                </a:solidFill>
                <a:effectLst/>
                <a:uFillTx/>
                <a:latin typeface="Arial"/>
              </a:rPr>
              <a:t>Aleluia! Amém!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2005-10-15T21:29:49Z</dcterms:created>
  <dc:creator>Montagna</dc:creator>
  <dc:description/>
  <dc:language>pt-BR</dc:language>
  <cp:lastModifiedBy>Junior</cp:lastModifiedBy>
  <dcterms:modified xsi:type="dcterms:W3CDTF">2005-10-16T13:18:18Z</dcterms:modified>
  <cp:revision>2</cp:revision>
  <dc:subject/>
  <dc:title>74</dc:title>
</cp:coreProperties>
</file>