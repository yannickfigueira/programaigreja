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"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" name=""/>
            <p:cNvSpPr/>
            <p:nvPr/>
          </p:nvSpPr>
          <p:spPr>
            <a:xfrm>
              <a:off x="0" y="4876920"/>
              <a:ext cx="9144000" cy="198108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33cc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9144000" cy="487692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746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"/>
          <p:cNvSpPr/>
          <p:nvPr/>
        </p:nvSpPr>
        <p:spPr>
          <a:xfrm>
            <a:off x="6248520" y="6262560"/>
            <a:ext cx="2895480" cy="609840"/>
          </a:xfrm>
          <a:custGeom>
            <a:avLst/>
            <a:gdLst/>
            <a:ahLst/>
            <a:rect l="l" t="t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rgbClr val="00ffcc"/>
              </a:gs>
              <a:gs pos="100000">
                <a:srgbClr val="003399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"/>
          <p:cNvGrpSpPr/>
          <p:nvPr/>
        </p:nvGrpSpPr>
        <p:grpSpPr>
          <a:xfrm>
            <a:off x="0" y="6019920"/>
            <a:ext cx="7848720" cy="857160"/>
            <a:chOff x="0" y="6019920"/>
            <a:chExt cx="7848720" cy="857160"/>
          </a:xfrm>
        </p:grpSpPr>
        <p:sp>
          <p:nvSpPr>
            <p:cNvPr id="5" name=""/>
            <p:cNvSpPr/>
            <p:nvPr/>
          </p:nvSpPr>
          <p:spPr>
            <a:xfrm>
              <a:off x="2362320" y="6019920"/>
              <a:ext cx="5143320" cy="850680"/>
            </a:xfrm>
            <a:custGeom>
              <a:avLst/>
              <a:gdLst/>
              <a:ahLst/>
              <a:rect l="l" t="t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37763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" name=""/>
            <p:cNvGrpSpPr/>
            <p:nvPr/>
          </p:nvGrpSpPr>
          <p:grpSpPr>
            <a:xfrm>
              <a:off x="3946680" y="6019920"/>
              <a:ext cx="3902040" cy="857160"/>
              <a:chOff x="3946680" y="6019920"/>
              <a:chExt cx="3902040" cy="857160"/>
            </a:xfrm>
          </p:grpSpPr>
          <p:sp>
            <p:nvSpPr>
              <p:cNvPr id="7" name=""/>
              <p:cNvSpPr/>
              <p:nvPr/>
            </p:nvSpPr>
            <p:spPr>
              <a:xfrm>
                <a:off x="6267600" y="6031080"/>
                <a:ext cx="1581120" cy="846000"/>
              </a:xfrm>
              <a:custGeom>
                <a:avLst/>
                <a:gdLst/>
                <a:ahLst/>
                <a:rect l="l" t="t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4249800" y="6019920"/>
                <a:ext cx="295200" cy="627120"/>
              </a:xfrm>
              <a:custGeom>
                <a:avLst/>
                <a:gdLst/>
                <a:ahLst/>
                <a:rect l="l" t="t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4809960" y="6180120"/>
                <a:ext cx="600120" cy="430200"/>
              </a:xfrm>
              <a:custGeom>
                <a:avLst/>
                <a:gdLst/>
                <a:ahLst/>
                <a:rect l="l" t="t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759280" y="6137280"/>
                <a:ext cx="246240" cy="117360"/>
              </a:xfrm>
              <a:custGeom>
                <a:avLst/>
                <a:gdLst/>
                <a:ahLst/>
                <a:rect l="l" t="t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946680" y="6126120"/>
                <a:ext cx="66600" cy="128520"/>
              </a:xfrm>
              <a:custGeom>
                <a:avLst/>
                <a:gdLst/>
                <a:ahLst/>
                <a:rect l="l" t="t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" name=""/>
            <p:cNvSpPr/>
            <p:nvPr/>
          </p:nvSpPr>
          <p:spPr>
            <a:xfrm>
              <a:off x="0" y="6019920"/>
              <a:ext cx="6311880" cy="849240"/>
            </a:xfrm>
            <a:custGeom>
              <a:avLst/>
              <a:gdLst/>
              <a:ahLst/>
              <a:rect l="l" t="t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2644e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"/>
          <p:cNvGrpSpPr/>
          <p:nvPr/>
        </p:nvGrpSpPr>
        <p:grpSpPr>
          <a:xfrm>
            <a:off x="627120" y="6021360"/>
            <a:ext cx="5684760" cy="849240"/>
            <a:chOff x="627120" y="6021360"/>
            <a:chExt cx="5684760" cy="849240"/>
          </a:xfrm>
        </p:grpSpPr>
        <p:sp>
          <p:nvSpPr>
            <p:cNvPr id="14" name=""/>
            <p:cNvSpPr/>
            <p:nvPr/>
          </p:nvSpPr>
          <p:spPr>
            <a:xfrm>
              <a:off x="1898640" y="6021360"/>
              <a:ext cx="579600" cy="461880"/>
            </a:xfrm>
            <a:custGeom>
              <a:avLst/>
              <a:gdLst/>
              <a:ahLst/>
              <a:rect l="l" t="t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084480" y="6078600"/>
              <a:ext cx="3227400" cy="792000"/>
            </a:xfrm>
            <a:custGeom>
              <a:avLst/>
              <a:gdLst/>
              <a:ahLst/>
              <a:rect l="l" t="t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905200" y="6068880"/>
              <a:ext cx="112680" cy="96840"/>
            </a:xfrm>
            <a:custGeom>
              <a:avLst/>
              <a:gdLst/>
              <a:ahLst/>
              <a:rect l="l" t="t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1357200" y="6099120"/>
              <a:ext cx="255600" cy="260280"/>
            </a:xfrm>
            <a:custGeom>
              <a:avLst/>
              <a:gdLst/>
              <a:ahLst/>
              <a:rect l="l" t="t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120680" y="6118200"/>
              <a:ext cx="93600" cy="96840"/>
            </a:xfrm>
            <a:custGeom>
              <a:avLst/>
              <a:gdLst/>
              <a:ahLst/>
              <a:rect l="l" t="t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27120" y="6049800"/>
              <a:ext cx="388800" cy="328680"/>
            </a:xfrm>
            <a:custGeom>
              <a:avLst/>
              <a:gdLst/>
              <a:ahLst/>
              <a:rect l="l" t="t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282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0AAE05-4A04-4B2A-8FAC-E31493E4302B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>
            <a:off x="-6480" y="20520"/>
            <a:ext cx="9144000" cy="6858000"/>
            <a:chOff x="-6480" y="20520"/>
            <a:chExt cx="9144000" cy="6858000"/>
          </a:xfrm>
        </p:grpSpPr>
        <p:sp>
          <p:nvSpPr>
            <p:cNvPr id="26" name=""/>
            <p:cNvSpPr/>
            <p:nvPr/>
          </p:nvSpPr>
          <p:spPr>
            <a:xfrm>
              <a:off x="-6480" y="4897440"/>
              <a:ext cx="9144000" cy="198108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33cc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-6480" y="20520"/>
              <a:ext cx="9144000" cy="487692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746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" name=""/>
          <p:cNvSpPr/>
          <p:nvPr/>
        </p:nvSpPr>
        <p:spPr>
          <a:xfrm>
            <a:off x="6242040" y="6269040"/>
            <a:ext cx="2895480" cy="609480"/>
          </a:xfrm>
          <a:custGeom>
            <a:avLst/>
            <a:gdLst/>
            <a:ahLst/>
            <a:rect l="l" t="t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rgbClr val="00ffcc"/>
              </a:gs>
              <a:gs pos="100000">
                <a:srgbClr val="003399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9" name=""/>
          <p:cNvGrpSpPr/>
          <p:nvPr/>
        </p:nvGrpSpPr>
        <p:grpSpPr>
          <a:xfrm>
            <a:off x="-1440" y="6033960"/>
            <a:ext cx="7844400" cy="850680"/>
            <a:chOff x="-1440" y="6033960"/>
            <a:chExt cx="7844400" cy="850680"/>
          </a:xfrm>
        </p:grpSpPr>
        <p:sp>
          <p:nvSpPr>
            <p:cNvPr id="30" name=""/>
            <p:cNvSpPr/>
            <p:nvPr/>
          </p:nvSpPr>
          <p:spPr>
            <a:xfrm>
              <a:off x="2360520" y="6033960"/>
              <a:ext cx="5142960" cy="850680"/>
            </a:xfrm>
            <a:custGeom>
              <a:avLst/>
              <a:gdLst/>
              <a:ahLst/>
              <a:rect l="l" t="t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37763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" name=""/>
            <p:cNvGrpSpPr/>
            <p:nvPr/>
          </p:nvGrpSpPr>
          <p:grpSpPr>
            <a:xfrm>
              <a:off x="3944880" y="6033960"/>
              <a:ext cx="3898080" cy="850680"/>
              <a:chOff x="3944880" y="6033960"/>
              <a:chExt cx="3898080" cy="850680"/>
            </a:xfrm>
          </p:grpSpPr>
          <p:sp>
            <p:nvSpPr>
              <p:cNvPr id="32" name=""/>
              <p:cNvSpPr/>
              <p:nvPr/>
            </p:nvSpPr>
            <p:spPr>
              <a:xfrm>
                <a:off x="6265440" y="6045120"/>
                <a:ext cx="1577520" cy="839520"/>
              </a:xfrm>
              <a:custGeom>
                <a:avLst/>
                <a:gdLst/>
                <a:ahLst/>
                <a:rect l="l" t="t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4247640" y="6033960"/>
                <a:ext cx="294840" cy="627120"/>
              </a:xfrm>
              <a:custGeom>
                <a:avLst/>
                <a:gdLst/>
                <a:ahLst/>
                <a:rect l="l" t="t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4807800" y="6194160"/>
                <a:ext cx="599760" cy="430200"/>
              </a:xfrm>
              <a:custGeom>
                <a:avLst/>
                <a:gdLst/>
                <a:ahLst/>
                <a:rect l="l" t="t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>
                <a:off x="5757120" y="6151320"/>
                <a:ext cx="245880" cy="117360"/>
              </a:xfrm>
              <a:custGeom>
                <a:avLst/>
                <a:gdLst/>
                <a:ahLst/>
                <a:rect l="l" t="t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3944880" y="6140160"/>
                <a:ext cx="66240" cy="128520"/>
              </a:xfrm>
              <a:custGeom>
                <a:avLst/>
                <a:gdLst/>
                <a:ahLst/>
                <a:rect l="l" t="t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7" name=""/>
            <p:cNvSpPr/>
            <p:nvPr/>
          </p:nvSpPr>
          <p:spPr>
            <a:xfrm>
              <a:off x="-1440" y="6033960"/>
              <a:ext cx="6311520" cy="849240"/>
            </a:xfrm>
            <a:custGeom>
              <a:avLst/>
              <a:gdLst/>
              <a:ahLst/>
              <a:rect l="l" t="t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2644e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" name=""/>
          <p:cNvGrpSpPr/>
          <p:nvPr/>
        </p:nvGrpSpPr>
        <p:grpSpPr>
          <a:xfrm>
            <a:off x="627120" y="6021360"/>
            <a:ext cx="5684760" cy="849240"/>
            <a:chOff x="627120" y="6021360"/>
            <a:chExt cx="5684760" cy="849240"/>
          </a:xfrm>
        </p:grpSpPr>
        <p:sp>
          <p:nvSpPr>
            <p:cNvPr id="39" name=""/>
            <p:cNvSpPr/>
            <p:nvPr/>
          </p:nvSpPr>
          <p:spPr>
            <a:xfrm>
              <a:off x="1898640" y="6021360"/>
              <a:ext cx="579600" cy="461880"/>
            </a:xfrm>
            <a:custGeom>
              <a:avLst/>
              <a:gdLst/>
              <a:ahLst/>
              <a:rect l="l" t="t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3084480" y="6078600"/>
              <a:ext cx="3227400" cy="792000"/>
            </a:xfrm>
            <a:custGeom>
              <a:avLst/>
              <a:gdLst/>
              <a:ahLst/>
              <a:rect l="l" t="t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2905200" y="6068880"/>
              <a:ext cx="112680" cy="96840"/>
            </a:xfrm>
            <a:custGeom>
              <a:avLst/>
              <a:gdLst/>
              <a:ahLst/>
              <a:rect l="l" t="t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1357200" y="6099120"/>
              <a:ext cx="255600" cy="260280"/>
            </a:xfrm>
            <a:custGeom>
              <a:avLst/>
              <a:gdLst/>
              <a:ahLst/>
              <a:rect l="l" t="t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120680" y="6118200"/>
              <a:ext cx="93600" cy="96840"/>
            </a:xfrm>
            <a:custGeom>
              <a:avLst/>
              <a:gdLst/>
              <a:ahLst/>
              <a:rect l="l" t="t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627120" y="6049800"/>
              <a:ext cx="388800" cy="328680"/>
            </a:xfrm>
            <a:custGeom>
              <a:avLst/>
              <a:gdLst/>
              <a:ahLst/>
              <a:rect l="l" t="t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1447920"/>
            <a:ext cx="82296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5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ECC433-24EF-44BD-8F36-323DC21E527A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6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e3e3ff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e3e3ff"/>
              </a:buClr>
              <a:buFont typeface="Arial"/>
              <a:buChar char="•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8240" y="456840"/>
            <a:ext cx="8381880" cy="48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Noite de paz, noite de amor;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Tudo dorme, em derredor!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Entre os astros que espargem a luz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Bela, indicando o menino Jesus,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Brilha a estrela da paz,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Brilha a estrela da paz</a:t>
            </a:r>
            <a:endParaRPr b="0" lang="pt-BR" sz="40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Noite de paz, noite de amor;                          Ouve o fiel pastor 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Coros celestes que cantam a paz,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Que nesta noite sublime nos traz,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O nosso bom redentor,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O nosso bom redentor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.</a:t>
            </a:r>
            <a:endParaRPr b="0" lang="pt-BR" sz="40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80880" y="228240"/>
            <a:ext cx="8305920" cy="48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Noite de paz, noite de amor;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Oh! Que belo resplendor,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Paira no rosto do meigo Jesus!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E no presépio do mundo, a luz!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Astro de eterno fulgor,</a:t>
            </a:r>
            <a:br>
              <a:rPr sz="4000"/>
            </a:br>
            <a:r>
              <a:rPr b="1" lang="en-US" sz="40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Astro de eterno fulgor.</a:t>
            </a:r>
            <a:endParaRPr b="0" lang="pt-BR" sz="40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2004-12-21T23:05:12Z</dcterms:created>
  <dc:creator>owner</dc:creator>
  <dc:description/>
  <dc:language>pt-BR</dc:language>
  <cp:lastModifiedBy>User041</cp:lastModifiedBy>
  <dcterms:modified xsi:type="dcterms:W3CDTF">2006-12-24T19:52:03Z</dcterms:modified>
  <cp:revision>8</cp:revision>
  <dc:subject/>
  <dc:title>Slide 1</dc:title>
</cp:coreProperties>
</file>