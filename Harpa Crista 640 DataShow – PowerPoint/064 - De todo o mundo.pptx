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86010-4FFF-4216-95C0-C0460D3D85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8ACB2-8595-4246-A4FF-03CC3DD3FE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CA3A4E-84C4-4A52-B432-F10E250952F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04560" y="1676520"/>
            <a:ext cx="8458200" cy="192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64</a:t>
            </a:r>
            <a:br>
              <a:rPr sz="3800"/>
            </a:b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O MUNDO: ALELUIA!</a:t>
            </a: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o mundo, eis-nos aqui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só confiando,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Permanecendo em Teu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reino só buscando,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vidas, nosso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trazemos, Salvador,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Cantando: “Aleluia!"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 por Ti, em Ti morrer,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nossos pais miravam;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vontade só fazer,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que desejavam.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nós, que somos Teus, também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Dizemos, firmes: Sim, Amém’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E: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"Glória! Aleluia!”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Evangelho salvador,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puro e glorioso,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leis santíssimas que Tu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dás, Senhor bondoso,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“Amém! Dizemos com fervor,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pelo Teu imenso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Clamamos: "Aleluia!”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constrangidos pelo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Perdidos procuramos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ganhar p'ra Ti, Senhor: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que ambicionamos,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Seguindo sempre a Tua lei,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leais, bendito Rei,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Cantamos: “Aleluia!”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o labor será em vão,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eis, que glorioso,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dia vem, em que Jesus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Virá vitorioso;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todo mundo cantará,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jubiloso O exaltará,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Com: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“Amém", “Aleluia!”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2005-12-22T23:47:39Z</dcterms:created>
  <dc:creator>Junior</dc:creator>
  <dc:description/>
  <dc:language>pt-BR</dc:language>
  <cp:lastModifiedBy>Junior</cp:lastModifiedBy>
  <dcterms:modified xsi:type="dcterms:W3CDTF">2005-12-22T23:49:19Z</dcterms:modified>
  <cp:revision>1</cp:revision>
  <dc:subject/>
  <dc:title>64 DE TODO O MUNDO: ALELUIA! </dc:title>
</cp:coreProperties>
</file>