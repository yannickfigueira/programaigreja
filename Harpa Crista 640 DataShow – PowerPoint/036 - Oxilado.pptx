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56F4A6-CFB9-42DE-AB6F-864AEEC526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6A5CB4-5189-48B0-A9B1-8CA606B7B5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201DFFE-ACCE-42F5-93C4-27301BF71D6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36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EXILADO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linda pátria estou bem longe; Cansado estou;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tenho de Jesus saudade,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Oh, quando é que eu vou? Passarinhos, belas flores,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Querem m'encantar;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São vãos terrestres esplendores,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contemplo o meu lar.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22824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deu a Sua promessa;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vem buscar;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coração está com pressa,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quero já voar.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Meus pecados foram muitos,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culpado sou;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Porém, Seu sangue põe-me limpo;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para pátria vou.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22824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filho de seu lar saudoso,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quero ir;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passarinho para o ninho,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os braços Seus fugir;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fiel - Sua vinda é certa,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Quando... Eu não sei.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Ele manda estar alerta;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exílio voltarei.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22824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vinda aguardo eu cantando;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lar no céu;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Seus passos hei de ouvir soando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Além do escuro véu.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Passarinhos, belas flores,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Querem m'encantar;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São vãos terrestres esplendores,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contemplo o meu lar.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2005-12-22T22:10:50Z</dcterms:created>
  <dc:creator>Junior</dc:creator>
  <dc:description/>
  <dc:language>pt-BR</dc:language>
  <cp:lastModifiedBy>User041</cp:lastModifiedBy>
  <dcterms:modified xsi:type="dcterms:W3CDTF">2006-09-23T19:47:42Z</dcterms:modified>
  <cp:revision>2</cp:revision>
  <dc:subject/>
  <dc:title>36 O EXILADO </dc:title>
</cp:coreProperties>
</file>