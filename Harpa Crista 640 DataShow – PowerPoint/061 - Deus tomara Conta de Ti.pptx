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FCCDD0-699E-46ED-AAFB-78E233C923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738AC-976A-4232-AE4F-834AA68B82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513E1A-7BF2-48D5-8CF0-0F03D90F296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3840" cy="19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61</a:t>
            </a:r>
            <a:br>
              <a:rPr sz="4000"/>
            </a:br>
            <a:r>
              <a:rPr b="1" lang="pt-BR" sz="40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907560"/>
            <a:ext cx="9144000" cy="39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Em todo o tempo, irmão, o Senhor Tomará conta de ti. </a:t>
            </a:r>
            <a:br>
              <a:rPr sz="4400"/>
            </a:b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Cristo, que fala de vida e amor, Tomará conta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388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 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NEle descansa, sempre aqui, Pois tem cuidado Deus,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38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Em toda prova, irmão, o Senhor Tomará conta de ti.</a:t>
            </a:r>
            <a:br>
              <a:rPr sz="4400"/>
            </a:b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Cristo, que é teu amado Pastor, Tomará conta de ti.</a:t>
            </a:r>
            <a:br>
              <a:rPr sz="4400"/>
            </a:b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7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 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NEle descansa, sempre aqui, Pois tem cuidado Deus,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5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Em toda parte, irmão, o Senhor Tomará conta de,ti.</a:t>
            </a:r>
            <a:br>
              <a:rPr sz="4400"/>
            </a:b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Cristo, que nos dá poder e valor, Tomará conta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33360"/>
            <a:ext cx="9144000" cy="518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 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NEle descansa, sempre aqui, Pois tem cuidado Deus,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403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Chegando a morte, irmão, o Senhor Tomará conta de ti. </a:t>
            </a:r>
            <a:br>
              <a:rPr sz="4400"/>
            </a:b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Cristo será teu fiel condutor:</a:t>
            </a:r>
            <a:br>
              <a:rPr sz="4400"/>
            </a:br>
            <a:r>
              <a:rPr b="0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Tomará conta de ti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489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Deus tomará conta de ti,</a:t>
            </a:r>
            <a:br>
              <a:rPr sz="4400"/>
            </a:br>
            <a:r>
              <a:rPr b="1" i="1" lang="en-US" sz="4400" strike="noStrike" u="none">
                <a:solidFill>
                  <a:srgbClr val="fffbff"/>
                </a:solidFill>
                <a:effectLst/>
                <a:uFillTx/>
                <a:latin typeface="Arial"/>
              </a:rPr>
              <a:t>NEle descansa, sempre aqui, Pois tem cuidado Deus, de ti.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2005-10-15T21:09:02Z</dcterms:created>
  <dc:creator>Montagna</dc:creator>
  <dc:description/>
  <dc:language>pt-BR</dc:language>
  <cp:lastModifiedBy>Junior</cp:lastModifiedBy>
  <dcterms:modified xsi:type="dcterms:W3CDTF">2005-10-16T12:43:48Z</dcterms:modified>
  <cp:revision>2</cp:revision>
  <dc:subject/>
  <dc:title>61</dc:title>
</cp:coreProperties>
</file>