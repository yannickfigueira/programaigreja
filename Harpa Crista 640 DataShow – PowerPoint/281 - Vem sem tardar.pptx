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A68C1D-C88C-4A74-A444-3C18856581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6A14B1-27F2-4530-9355-2401A18473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845DD29-84EC-4796-B7AF-68294A7619E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281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SEM TARDAR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sem tardar,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 queiras recusar,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amigo, vem depressa a Jesus!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das trevas para a luz,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quer te consolar,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Ele, ó perdido, sem tardar!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tardar, vem sem tardar;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tardar, vem sem tardar.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aceita a salvação,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pobre coração,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te convida: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“Sem tardar”.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sem tardar,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tesouro te quer dar;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quer te conceder real perdão; Cristo vê teu coração,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alma a soluçar;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Ele, á perdido, sem tardar!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tardar, vem sem tardar;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tardar, vem sem tardar.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aceita a salvação,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pobre coração,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te convida: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“Sem tardar”.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sem tardar,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Seus dons te quer fartar,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riquezas que jamais se perderão. Vem, estende a tua mão,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quer te perdoar!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Ele, ó perdido, sem tardar!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tardar, vem sem tardar;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tardar, vem sem tardar.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aceita a salvação,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pobre coração,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te convida: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“Sem tardar”.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 sem tardar,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tenda vem firmar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rocha que do mal te guardará; O receio larga já,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pra Cristo te salvar;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mesmo te avisa: “Sem tardar”!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tardar, vem sem tardar;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tardar, vem sem tardar.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aceita a salvação,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teu pobre coração,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 te convida: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“Sem tardar”.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2005-12-24T08:36:01Z</dcterms:created>
  <dc:creator>Junior</dc:creator>
  <dc:description/>
  <dc:language>pt-BR</dc:language>
  <cp:lastModifiedBy>Junior</cp:lastModifiedBy>
  <dcterms:modified xsi:type="dcterms:W3CDTF">2005-12-24T08:36:14Z</dcterms:modified>
  <cp:revision>1</cp:revision>
  <dc:subject/>
  <dc:title>281 VEM SEM TARDAR </dc:title>
</cp:coreProperties>
</file>