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E5B93-35D6-483B-8AC4-B1885285EE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09879C-32B6-438F-9F00-3339C6BF6C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8CD046-CA4B-48C0-BB92-F73DF1FD3EB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480 – Fim de Ano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eterno, em Tua presença, Nossos séculos horas são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um segundo a existência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humana geração;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homem que ao Teu lado,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quer já voar,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de pecado,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Lento o tempo vê passar.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 ano há fenecido,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viver mais encurtou,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descanso apetecido,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Algo mais se aproximou.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mil por Teus favores,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Igreja, ó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dá! Aleluias e louvores,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 nos susterá!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proteges as famílias,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Visitando cada 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Senhor nos auxilia,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pode aqui faltar?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quer que Te ame o homem,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sirva, andando bem,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que seja o Teu nome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Exaltado sempre! Amém! Amém!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2005-12-25T18:42:40Z</dcterms:created>
  <dc:creator>Junior</dc:creator>
  <dc:description/>
  <dc:language>pt-BR</dc:language>
  <cp:lastModifiedBy>Junior</cp:lastModifiedBy>
  <dcterms:modified xsi:type="dcterms:W3CDTF">2005-12-25T18:42:41Z</dcterms:modified>
  <cp:revision>1</cp:revision>
  <dc:subject/>
  <dc:title>480 – Fim de Ano </dc:title>
</cp:coreProperties>
</file>