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800520" y="1789200"/>
            <a:ext cx="5361120" cy="5054400"/>
            <a:chOff x="3800520" y="1789200"/>
            <a:chExt cx="5361120" cy="5054400"/>
          </a:xfrm>
        </p:grpSpPr>
        <p:sp>
          <p:nvSpPr>
            <p:cNvPr id="1" name=""/>
            <p:cNvSpPr/>
            <p:nvPr/>
          </p:nvSpPr>
          <p:spPr>
            <a:xfrm>
              <a:off x="6719400" y="2166840"/>
              <a:ext cx="311400" cy="1605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6828840" y="1881360"/>
              <a:ext cx="73080" cy="7272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5040" bIns="504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 rot="1020000">
              <a:off x="8270640" y="2373120"/>
              <a:ext cx="7920" cy="32889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7738560" y="5568840"/>
              <a:ext cx="102960" cy="150840"/>
            </a:xfrm>
            <a:custGeom>
              <a:avLst/>
              <a:gdLst/>
              <a:ahLst/>
              <a:rect l="l" t="t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 rot="120000">
              <a:off x="8717760" y="2436480"/>
              <a:ext cx="7920" cy="31701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 rot="20640000">
              <a:off x="8961120" y="2415960"/>
              <a:ext cx="7920" cy="13968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 rot="20460000">
              <a:off x="5468040" y="2882880"/>
              <a:ext cx="7920" cy="32259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 rot="1140000">
              <a:off x="4378680" y="2890800"/>
              <a:ext cx="7920" cy="33624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 rot="240000">
              <a:off x="4820760" y="2968200"/>
              <a:ext cx="7920" cy="30243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364800" y="4795920"/>
              <a:ext cx="988920" cy="245880"/>
            </a:xfrm>
            <a:custGeom>
              <a:avLst/>
              <a:gdLst/>
              <a:ahLst/>
              <a:rect l="l" t="t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7565040" y="5700600"/>
              <a:ext cx="1581840" cy="198720"/>
            </a:xfrm>
            <a:custGeom>
              <a:avLst/>
              <a:gdLst/>
              <a:ahLst/>
              <a:rect l="l" t="t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603200" y="5786280"/>
              <a:ext cx="1543680" cy="387360"/>
            </a:xfrm>
            <a:custGeom>
              <a:avLst/>
              <a:gdLst/>
              <a:ahLst/>
              <a:rect l="l" t="t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81572d"/>
                </a:gs>
                <a:gs pos="100000">
                  <a:srgbClr val="663300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7631640" y="5700600"/>
              <a:ext cx="1515240" cy="141480"/>
            </a:xfrm>
            <a:custGeom>
              <a:avLst/>
              <a:gdLst/>
              <a:ahLst/>
              <a:rect l="l" t="t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4857480" y="2446200"/>
              <a:ext cx="160560" cy="244440"/>
            </a:xfrm>
            <a:custGeom>
              <a:avLst/>
              <a:gdLst/>
              <a:ahLst/>
              <a:rect l="l" t="t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857480" y="2682720"/>
              <a:ext cx="141480" cy="150840"/>
            </a:xfrm>
            <a:custGeom>
              <a:avLst/>
              <a:gdLst/>
              <a:ahLst/>
              <a:rect l="l" t="t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4857480" y="2806560"/>
              <a:ext cx="141480" cy="1699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690760" y="1913040"/>
              <a:ext cx="160560" cy="245880"/>
            </a:xfrm>
            <a:custGeom>
              <a:avLst/>
              <a:gdLst/>
              <a:ahLst/>
              <a:rect l="l" t="t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00480" y="2141640"/>
              <a:ext cx="131760" cy="15084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690760" y="2274840"/>
              <a:ext cx="141480" cy="1699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8623800" y="5595840"/>
              <a:ext cx="103320" cy="150840"/>
            </a:xfrm>
            <a:custGeom>
              <a:avLst/>
              <a:gdLst/>
              <a:ahLst/>
              <a:rect l="l" t="t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4790880" y="1789200"/>
              <a:ext cx="4136760" cy="703080"/>
            </a:xfrm>
            <a:custGeom>
              <a:avLst/>
              <a:gdLst/>
              <a:ahLst/>
              <a:rect l="l" t="t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4658760" y="5989680"/>
              <a:ext cx="131760" cy="149040"/>
            </a:xfrm>
            <a:custGeom>
              <a:avLst/>
              <a:gdLst/>
              <a:ahLst/>
              <a:rect l="l" t="t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6002280" y="6146640"/>
              <a:ext cx="141480" cy="1699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3809880" y="6146640"/>
              <a:ext cx="112680" cy="141480"/>
            </a:xfrm>
            <a:custGeom>
              <a:avLst/>
              <a:gdLst/>
              <a:ahLst/>
              <a:rect l="l" t="t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3879720" y="6093000"/>
              <a:ext cx="2192400" cy="61560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3800520" y="6086520"/>
              <a:ext cx="2386080" cy="45540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875040" y="6127920"/>
              <a:ext cx="2264040" cy="347400"/>
            </a:xfrm>
            <a:prstGeom prst="ellipse">
              <a:avLst/>
            </a:prstGeom>
            <a:gradFill rotWithShape="0">
              <a:gsLst>
                <a:gs pos="0">
                  <a:srgbClr val="81572d"/>
                </a:gs>
                <a:gs pos="100000">
                  <a:srgbClr val="6633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5945040" y="6013440"/>
              <a:ext cx="141120" cy="150840"/>
            </a:xfrm>
            <a:custGeom>
              <a:avLst/>
              <a:gdLst/>
              <a:ahLst/>
              <a:rect l="l" t="t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8614440" y="5719680"/>
              <a:ext cx="112680" cy="169920"/>
            </a:xfrm>
            <a:custGeom>
              <a:avLst/>
              <a:gdLst/>
              <a:ahLst/>
              <a:rect l="l" t="t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6732000" y="2814480"/>
              <a:ext cx="273600" cy="402912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6811560" y="2452680"/>
              <a:ext cx="119160" cy="37944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6703200" y="2766960"/>
              <a:ext cx="324360" cy="8100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6280" bIns="2628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840000" y="2427120"/>
              <a:ext cx="398880" cy="2500560"/>
            </a:xfrm>
            <a:custGeom>
              <a:avLst/>
              <a:gdLst/>
              <a:ahLst/>
              <a:rect l="l" t="t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6622200" y="2255760"/>
              <a:ext cx="502560" cy="217440"/>
            </a:xfrm>
            <a:custGeom>
              <a:avLst/>
              <a:gdLst/>
              <a:ahLst/>
              <a:rect l="l" t="t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4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8160" cy="452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"/>
          </p:nvPr>
        </p:nvSpPr>
        <p:spPr>
          <a:xfrm>
            <a:off x="457200" y="6278400"/>
            <a:ext cx="2131920" cy="45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"/>
          </p:nvPr>
        </p:nvSpPr>
        <p:spPr>
          <a:xfrm>
            <a:off x="3123720" y="6278400"/>
            <a:ext cx="2894040" cy="45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3"/>
          </p:nvPr>
        </p:nvSpPr>
        <p:spPr>
          <a:xfrm>
            <a:off x="6552720" y="6278400"/>
            <a:ext cx="2132280" cy="45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447145B0-4BF2-4208-91E0-36D8FD0C3CCA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"/>
          <p:cNvGrpSpPr/>
          <p:nvPr/>
        </p:nvGrpSpPr>
        <p:grpSpPr>
          <a:xfrm>
            <a:off x="3800520" y="1789200"/>
            <a:ext cx="5361120" cy="5054400"/>
            <a:chOff x="3800520" y="1789200"/>
            <a:chExt cx="5361120" cy="5054400"/>
          </a:xfrm>
        </p:grpSpPr>
        <p:sp>
          <p:nvSpPr>
            <p:cNvPr id="41" name=""/>
            <p:cNvSpPr/>
            <p:nvPr/>
          </p:nvSpPr>
          <p:spPr>
            <a:xfrm>
              <a:off x="6719400" y="2166840"/>
              <a:ext cx="311400" cy="1605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6828840" y="1881360"/>
              <a:ext cx="73080" cy="7272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5040" bIns="504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 rot="1020000">
              <a:off x="8270640" y="2373120"/>
              <a:ext cx="7920" cy="32889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7738560" y="5568840"/>
              <a:ext cx="102960" cy="150840"/>
            </a:xfrm>
            <a:custGeom>
              <a:avLst/>
              <a:gdLst/>
              <a:ahLst/>
              <a:rect l="l" t="t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 rot="120000">
              <a:off x="8717760" y="2436480"/>
              <a:ext cx="7920" cy="31701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 rot="20640000">
              <a:off x="8961120" y="2415960"/>
              <a:ext cx="7920" cy="13968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 rot="20460000">
              <a:off x="5468040" y="2882880"/>
              <a:ext cx="7920" cy="32259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 rot="1140000">
              <a:off x="4378680" y="2890800"/>
              <a:ext cx="7920" cy="336240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 rot="240000">
              <a:off x="4820760" y="2968200"/>
              <a:ext cx="7920" cy="302436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6364800" y="4795920"/>
              <a:ext cx="988920" cy="245880"/>
            </a:xfrm>
            <a:custGeom>
              <a:avLst/>
              <a:gdLst/>
              <a:ahLst/>
              <a:rect l="l" t="t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7565040" y="5700600"/>
              <a:ext cx="1581840" cy="198720"/>
            </a:xfrm>
            <a:custGeom>
              <a:avLst/>
              <a:gdLst/>
              <a:ahLst/>
              <a:rect l="l" t="t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7603200" y="5786280"/>
              <a:ext cx="1543680" cy="387360"/>
            </a:xfrm>
            <a:custGeom>
              <a:avLst/>
              <a:gdLst/>
              <a:ahLst/>
              <a:rect l="l" t="t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81572d"/>
                </a:gs>
                <a:gs pos="100000">
                  <a:srgbClr val="663300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7631640" y="5700600"/>
              <a:ext cx="1515240" cy="141480"/>
            </a:xfrm>
            <a:custGeom>
              <a:avLst/>
              <a:gdLst/>
              <a:ahLst/>
              <a:rect l="l" t="t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4857480" y="2446200"/>
              <a:ext cx="160560" cy="244440"/>
            </a:xfrm>
            <a:custGeom>
              <a:avLst/>
              <a:gdLst/>
              <a:ahLst/>
              <a:rect l="l" t="t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4857480" y="2682720"/>
              <a:ext cx="141480" cy="150840"/>
            </a:xfrm>
            <a:custGeom>
              <a:avLst/>
              <a:gdLst/>
              <a:ahLst/>
              <a:rect l="l" t="t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857480" y="2806560"/>
              <a:ext cx="141480" cy="1699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8690760" y="1913040"/>
              <a:ext cx="160560" cy="245880"/>
            </a:xfrm>
            <a:custGeom>
              <a:avLst/>
              <a:gdLst/>
              <a:ahLst/>
              <a:rect l="l" t="t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8700480" y="2141640"/>
              <a:ext cx="131760" cy="15084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8690760" y="2274840"/>
              <a:ext cx="141480" cy="1699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8623800" y="5595840"/>
              <a:ext cx="103320" cy="150840"/>
            </a:xfrm>
            <a:custGeom>
              <a:avLst/>
              <a:gdLst/>
              <a:ahLst/>
              <a:rect l="l" t="t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4790880" y="1789200"/>
              <a:ext cx="4136760" cy="703080"/>
            </a:xfrm>
            <a:custGeom>
              <a:avLst/>
              <a:gdLst/>
              <a:ahLst/>
              <a:rect l="l" t="t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4658760" y="5989680"/>
              <a:ext cx="131760" cy="149040"/>
            </a:xfrm>
            <a:custGeom>
              <a:avLst/>
              <a:gdLst/>
              <a:ahLst/>
              <a:rect l="l" t="t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6002280" y="6146640"/>
              <a:ext cx="141480" cy="169920"/>
            </a:xfrm>
            <a:custGeom>
              <a:avLst/>
              <a:gdLst/>
              <a:ahLst/>
              <a:rect l="l" t="t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809880" y="6146640"/>
              <a:ext cx="112680" cy="141480"/>
            </a:xfrm>
            <a:custGeom>
              <a:avLst/>
              <a:gdLst/>
              <a:ahLst/>
              <a:rect l="l" t="t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3879720" y="6093000"/>
              <a:ext cx="2192400" cy="61560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3800520" y="6086520"/>
              <a:ext cx="2386080" cy="455400"/>
            </a:xfrm>
            <a:prstGeom prst="ellipse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3875040" y="6127920"/>
              <a:ext cx="2264040" cy="347400"/>
            </a:xfrm>
            <a:prstGeom prst="ellipse">
              <a:avLst/>
            </a:prstGeom>
            <a:gradFill rotWithShape="0">
              <a:gsLst>
                <a:gs pos="0">
                  <a:srgbClr val="81572d"/>
                </a:gs>
                <a:gs pos="100000">
                  <a:srgbClr val="6633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5945040" y="6013440"/>
              <a:ext cx="141120" cy="150840"/>
            </a:xfrm>
            <a:custGeom>
              <a:avLst/>
              <a:gdLst/>
              <a:ahLst/>
              <a:rect l="l" t="t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614440" y="5719680"/>
              <a:ext cx="112680" cy="169920"/>
            </a:xfrm>
            <a:custGeom>
              <a:avLst/>
              <a:gdLst/>
              <a:ahLst/>
              <a:rect l="l" t="t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6732000" y="2814480"/>
              <a:ext cx="273600" cy="402912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6811560" y="2452680"/>
              <a:ext cx="119160" cy="379440"/>
            </a:xfrm>
            <a:prstGeom prst="rect">
              <a:avLst/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6703200" y="2766960"/>
              <a:ext cx="324360" cy="8100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6280" bIns="2628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6840000" y="2427120"/>
              <a:ext cx="398880" cy="2500560"/>
            </a:xfrm>
            <a:custGeom>
              <a:avLst/>
              <a:gdLst/>
              <a:ahLst/>
              <a:rect l="l" t="t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6622200" y="2255760"/>
              <a:ext cx="502560" cy="217440"/>
            </a:xfrm>
            <a:custGeom>
              <a:avLst/>
              <a:gdLst/>
              <a:ahLst/>
              <a:rect l="l" t="t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rgbClr val="663300"/>
                </a:gs>
                <a:gs pos="100000">
                  <a:srgbClr val="81572d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dt" idx="4"/>
          </p:nvPr>
        </p:nvSpPr>
        <p:spPr>
          <a:xfrm>
            <a:off x="457200" y="6278400"/>
            <a:ext cx="2131920" cy="45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5"/>
          </p:nvPr>
        </p:nvSpPr>
        <p:spPr>
          <a:xfrm>
            <a:off x="3123720" y="6278400"/>
            <a:ext cx="2894040" cy="45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title"/>
          </p:nvPr>
        </p:nvSpPr>
        <p:spPr>
          <a:xfrm>
            <a:off x="685800" y="1768320"/>
            <a:ext cx="7770960" cy="173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5400" strike="noStrike" u="none">
                <a:solidFill>
                  <a:srgbClr val="dbbd7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6"/>
          </p:nvPr>
        </p:nvSpPr>
        <p:spPr>
          <a:xfrm>
            <a:off x="6552720" y="6278400"/>
            <a:ext cx="2132280" cy="45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B4379510-EDC9-4090-A17B-5F3308BCE9CB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  <a:ea typeface="Segoe UI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 algn="ctr">
              <a:spcBef>
                <a:spcPts val="711"/>
              </a:spcBef>
              <a:spcAft>
                <a:spcPts val="11"/>
              </a:spcAft>
              <a:tabLst>
                <a:tab algn="l" pos="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 algn="ctr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 algn="ctr">
              <a:spcBef>
                <a:spcPts val="513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  <a:tab algn="l" pos="1033308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 algn="ctr">
              <a:spcBef>
                <a:spcPts val="513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i="1" lang="pt-BR" sz="48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24 </a:t>
            </a:r>
            <a:br>
              <a:rPr sz="4800"/>
            </a:br>
            <a:r>
              <a:rPr b="0" i="1" lang="pt-BR" sz="48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PODER PENTECOSTAL</a:t>
            </a:r>
            <a:r>
              <a:rPr b="0" lang="pt-BR" sz="48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endParaRPr b="0" lang="pt-BR" sz="48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No Pentecostes sucedeu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O que Jesus falou,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Pois de repente lá do céu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Um vento assoprou,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Que veio a casa toda encher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E os corações com mui poder.</a:t>
            </a: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Poder, poder, poder pentecostal.</a:t>
            </a: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Ó vem nos Inflamar,</a:t>
            </a: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Também nos renovar;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Ó vem, sim, vem, ó chama divinal,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Teus servos batizar.</a:t>
            </a: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Em cada um veio repousar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A preciosa luz,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O Preceptor que veio ficar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Co'os servos de Jesus;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Foi o fogo santo do Senhor.</a:t>
            </a: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Que os encheu com Seu vigor.</a:t>
            </a:r>
            <a:br>
              <a:rPr sz="4000"/>
            </a:br>
            <a:endParaRPr b="0" lang="pt-BR" sz="40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Poder, poder, poder pentecostal.</a:t>
            </a: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Ó vem nos Inflamar,</a:t>
            </a: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Também nos renovar;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Ó vem, sim, vem, ó chama divinal,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Teus servos batizar.</a:t>
            </a: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E começaram a falar,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Repletos de poder,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Em outras línguas exaltar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Ao que mandou trazer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Os ricos dons do Seu amor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E o poder consolador.</a:t>
            </a: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Poder, poder, poder pentecostal.</a:t>
            </a: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Ó vem nos Inflamar,</a:t>
            </a: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Também nos renovar;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Ó vem, sim, vem, ó chama divinal,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Teus servos batizar.</a:t>
            </a: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E quem deseja receber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Esta água salutar.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Que é prometida ao que crer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E humilde esperar,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Perseverando em oração, </a:t>
            </a:r>
            <a:br>
              <a:rPr sz="4000"/>
            </a:b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Terá poder seu coração.</a:t>
            </a: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63300"/>
            </a:gs>
            <a:gs pos="50000">
              <a:srgbClr val="996600"/>
            </a:gs>
            <a:gs pos="100000">
              <a:srgbClr val="66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Poder, poder, poder pentecostal.</a:t>
            </a: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Ó vem nos Inflamar,</a:t>
            </a:r>
            <a:r>
              <a:rPr b="0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Também nos renovar;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Ó vem, sim, vem, ó chama divinal, </a:t>
            </a:r>
            <a:br>
              <a:rPr sz="4000"/>
            </a:br>
            <a:r>
              <a:rPr b="1" i="1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Teus servos batizar.</a:t>
            </a:r>
            <a:r>
              <a:rPr b="0" lang="en-US" sz="4000" strike="noStrike" u="none">
                <a:solidFill>
                  <a:srgbClr val="ecddb6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dbbd71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2005-12-22T21:19:41Z</dcterms:created>
  <dc:creator>Junior</dc:creator>
  <dc:description/>
  <dc:language>pt-BR</dc:language>
  <cp:lastModifiedBy/>
  <dcterms:modified xsi:type="dcterms:W3CDTF">2025-10-29T19:34:03Z</dcterms:modified>
  <cp:revision>4</cp:revision>
  <dc:subject/>
  <dc:title>24  PODER PENTECOSTAL </dc:title>
</cp:coreProperties>
</file>