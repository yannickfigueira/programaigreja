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18960" y="1828800"/>
            <a:ext cx="8825040" cy="5029200"/>
            <a:chOff x="318960" y="1828800"/>
            <a:chExt cx="8825040" cy="5029200"/>
          </a:xfrm>
        </p:grpSpPr>
        <p:sp>
          <p:nvSpPr>
            <p:cNvPr id="1" name=""/>
            <p:cNvSpPr/>
            <p:nvPr/>
          </p:nvSpPr>
          <p:spPr>
            <a:xfrm>
              <a:off x="838080" y="4618080"/>
              <a:ext cx="8305920" cy="223992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333360" y="1828800"/>
              <a:ext cx="8810640" cy="5029200"/>
            </a:xfrm>
            <a:custGeom>
              <a:avLst/>
              <a:gdLst/>
              <a:ahLst/>
              <a:rect l="l" t="t" r="r" b="b"/>
              <a:pathLst>
                <a:path w="5550" h="3168">
                  <a:moveTo>
                    <a:pt x="330" y="1764"/>
                  </a:moveTo>
                  <a:lnTo>
                    <a:pt x="0" y="1764"/>
                  </a:lnTo>
                  <a:lnTo>
                    <a:pt x="0" y="3168"/>
                  </a:lnTo>
                  <a:lnTo>
                    <a:pt x="5550" y="3168"/>
                  </a:lnTo>
                  <a:lnTo>
                    <a:pt x="5550" y="0"/>
                  </a:lnTo>
                  <a:lnTo>
                    <a:pt x="330" y="0"/>
                  </a:lnTo>
                  <a:lnTo>
                    <a:pt x="330" y="1764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838080" y="4654440"/>
              <a:ext cx="8305920" cy="220356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838080" y="1828800"/>
              <a:ext cx="73137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38080" y="1828800"/>
              <a:ext cx="46080" cy="2833560"/>
            </a:xfrm>
            <a:custGeom>
              <a:avLst/>
              <a:gdLst/>
              <a:ahLst/>
              <a:rect l="l" t="t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36640" y="4610160"/>
              <a:ext cx="46080" cy="2247840"/>
            </a:xfrm>
            <a:custGeom>
              <a:avLst/>
              <a:gdLst/>
              <a:ahLst/>
              <a:rect l="l" t="t" r="r" b="b"/>
              <a:pathLst>
                <a:path w="29" h="1416">
                  <a:moveTo>
                    <a:pt x="0" y="1416"/>
                  </a:moveTo>
                  <a:lnTo>
                    <a:pt x="29" y="1416"/>
                  </a:lnTo>
                  <a:lnTo>
                    <a:pt x="28" y="24"/>
                  </a:lnTo>
                  <a:lnTo>
                    <a:pt x="0" y="0"/>
                  </a:lnTo>
                  <a:lnTo>
                    <a:pt x="0" y="1416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318960" y="4610160"/>
              <a:ext cx="45705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18960" y="4610160"/>
              <a:ext cx="47880" cy="2247840"/>
            </a:xfrm>
            <a:custGeom>
              <a:avLst/>
              <a:gdLst/>
              <a:ahLst/>
              <a:rect l="l" t="t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10196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" name="PlaceHolder 1"/>
          <p:cNvSpPr>
            <a:spLocks noGrp="1"/>
          </p:cNvSpPr>
          <p:nvPr>
            <p:ph type="dt" idx="1"/>
          </p:nvPr>
        </p:nvSpPr>
        <p:spPr>
          <a:xfrm>
            <a:off x="83772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2"/>
          </p:nvPr>
        </p:nvSpPr>
        <p:spPr>
          <a:xfrm>
            <a:off x="3428640" y="6244920"/>
            <a:ext cx="28954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3"/>
          </p:nvPr>
        </p:nvSpPr>
        <p:spPr>
          <a:xfrm>
            <a:off x="693684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A08417-EA47-44A6-A322-FE344FD4C507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Arial Black"/>
              </a:rPr>
              <a:t>Clique para editar o formato do texto do título</a:t>
            </a:r>
            <a:endParaRPr b="1" lang="pt-BR" sz="4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"/>
          <p:cNvGrpSpPr/>
          <p:nvPr/>
        </p:nvGrpSpPr>
        <p:grpSpPr>
          <a:xfrm>
            <a:off x="318960" y="1752480"/>
            <a:ext cx="8825040" cy="5129280"/>
            <a:chOff x="318960" y="1752480"/>
            <a:chExt cx="8825040" cy="5129280"/>
          </a:xfrm>
        </p:grpSpPr>
        <p:sp>
          <p:nvSpPr>
            <p:cNvPr id="15" name=""/>
            <p:cNvSpPr/>
            <p:nvPr/>
          </p:nvSpPr>
          <p:spPr>
            <a:xfrm>
              <a:off x="333360" y="1752480"/>
              <a:ext cx="8810640" cy="5105520"/>
            </a:xfrm>
            <a:custGeom>
              <a:avLst/>
              <a:gdLst/>
              <a:ahLst/>
              <a:rect l="l" t="t" r="r" b="b"/>
              <a:pathLst>
                <a:path w="5550" h="3216">
                  <a:moveTo>
                    <a:pt x="335" y="0"/>
                  </a:moveTo>
                  <a:lnTo>
                    <a:pt x="333" y="1290"/>
                  </a:lnTo>
                  <a:lnTo>
                    <a:pt x="0" y="1290"/>
                  </a:lnTo>
                  <a:lnTo>
                    <a:pt x="6" y="3210"/>
                  </a:lnTo>
                  <a:lnTo>
                    <a:pt x="5550" y="3216"/>
                  </a:lnTo>
                  <a:lnTo>
                    <a:pt x="5550" y="0"/>
                  </a:lnTo>
                  <a:lnTo>
                    <a:pt x="335" y="0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006600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38080" y="3809880"/>
              <a:ext cx="8305920" cy="3048120"/>
            </a:xfrm>
            <a:custGeom>
              <a:avLst/>
              <a:gdLst/>
              <a:ahLst/>
              <a:rect l="l" t="t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00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318960" y="3773520"/>
              <a:ext cx="548496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38080" y="1752480"/>
              <a:ext cx="7769520" cy="46080"/>
            </a:xfrm>
            <a:custGeom>
              <a:avLst/>
              <a:gdLst/>
              <a:ahLst/>
              <a:rect l="l" t="t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300"/>
                </a:gs>
                <a:gs pos="100000">
                  <a:srgbClr val="006600">
                    <a:alpha val="0"/>
                  </a:srgbClr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318960" y="3773520"/>
              <a:ext cx="47880" cy="3108240"/>
            </a:xfrm>
            <a:custGeom>
              <a:avLst/>
              <a:gdLst/>
              <a:ahLst/>
              <a:rect l="l" t="t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838080" y="1752480"/>
              <a:ext cx="46080" cy="5119920"/>
            </a:xfrm>
            <a:custGeom>
              <a:avLst/>
              <a:gdLst/>
              <a:ahLst/>
              <a:rect l="l" t="t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1e781e"/>
                </a:gs>
                <a:gs pos="100000">
                  <a:srgbClr val="006600">
                    <a:alpha val="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90720" y="190512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5400" strike="noStrike" u="none">
                <a:solidFill>
                  <a:srgbClr val="ffffb7"/>
                </a:solidFill>
                <a:effectLst/>
                <a:uFillTx/>
                <a:latin typeface="Arial Black"/>
              </a:rPr>
              <a:t>Clique para editar o formato do texto do título</a:t>
            </a:r>
            <a:endParaRPr b="1" lang="pt-BR" sz="5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4"/>
          </p:nvPr>
        </p:nvSpPr>
        <p:spPr>
          <a:xfrm>
            <a:off x="99036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5"/>
          </p:nvPr>
        </p:nvSpPr>
        <p:spPr>
          <a:xfrm>
            <a:off x="346860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6"/>
          </p:nvPr>
        </p:nvSpPr>
        <p:spPr>
          <a:xfrm>
            <a:off x="6936840" y="6244920"/>
            <a:ext cx="190188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0FDC85-25B8-4D01-BAB8-664A9FA491E5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99ff66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00cc00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99ff66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90720" y="190512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227</a:t>
            </a:r>
            <a:br>
              <a:rPr sz="4000"/>
            </a:br>
            <a:r>
              <a:rPr b="1" i="1" lang="pt-BR" sz="40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DEUS AMOU ESTE MUNDO</a:t>
            </a:r>
            <a:endParaRPr b="1" lang="pt-BR" sz="40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385120" cy="417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Deus amou de tal maneira</a:t>
            </a:r>
            <a:br>
              <a:rPr sz="4400"/>
            </a:b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este mundo sofredor,</a:t>
            </a:r>
            <a:br>
              <a:rPr sz="4400"/>
            </a:b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Que à humanidade inteira,</a:t>
            </a:r>
            <a:br>
              <a:rPr sz="4400"/>
            </a:b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Deu seu filho para Salvador.</a:t>
            </a:r>
            <a:endParaRPr b="1" lang="pt-BR" sz="4400" strike="noStrike" u="none">
              <a:solidFill>
                <a:srgbClr val="ffffb7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pt-BR" sz="4400" strike="noStrike" u="none">
              <a:solidFill>
                <a:srgbClr val="ffffb7"/>
              </a:solidFill>
              <a:effectLst/>
              <a:uFillTx/>
              <a:latin typeface="Perpetua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7720" y="1981080"/>
            <a:ext cx="8007480" cy="4191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E agora nunca mais perece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O que crê, mais vida eterna tem;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Quem em Cristo permanece,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Vai ser coroado além.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pt-BR" sz="4400" strike="noStrike" u="none">
              <a:solidFill>
                <a:srgbClr val="ffffb7"/>
              </a:solidFill>
              <a:effectLst/>
              <a:uFillTx/>
              <a:latin typeface="Perpetua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O pecado na cruz foi vencido,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Podes pela fé vencer também;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De justiça ó sê vestido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 e receberás coroa além.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pt-BR" sz="4400" strike="noStrike" u="none">
              <a:solidFill>
                <a:srgbClr val="ffffb7"/>
              </a:solidFill>
              <a:effectLst/>
              <a:uFillTx/>
              <a:latin typeface="Perpetua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Prisioneiro do pecado,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Vagas sem esperança ter;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Mas Jesus foi enviado,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Para liberdade te trazer.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pt-BR" sz="4400" strike="noStrike" u="none">
              <a:solidFill>
                <a:srgbClr val="ffffb7"/>
              </a:solidFill>
              <a:effectLst/>
              <a:uFillTx/>
              <a:latin typeface="Perpetu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E agora nunca mais perece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O que crê, mais vida eterna tem;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Quem em Cristo permanece,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Vai ser coroado além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pt-BR" sz="4400" strike="noStrike" u="none">
              <a:solidFill>
                <a:srgbClr val="ffffb7"/>
              </a:solidFill>
              <a:effectLst/>
              <a:uFillTx/>
              <a:latin typeface="Perpetua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O pecado na cruz foi vencido,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Podes pela fé vencer também;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De justiça ó sê vestido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 e receberás coroa além.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pt-BR" sz="4400" strike="noStrike" u="none">
              <a:solidFill>
                <a:srgbClr val="ffffb7"/>
              </a:solidFill>
              <a:effectLst/>
              <a:uFillTx/>
              <a:latin typeface="Perpetua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Tu que vives desviado,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Sem a paz de Deus gozar,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Ouve a voz do Pai amado,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Que te espera para te abraçar.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pt-BR" sz="4400" strike="noStrike" u="none">
              <a:solidFill>
                <a:srgbClr val="ffffb7"/>
              </a:solidFill>
              <a:effectLst/>
              <a:uFillTx/>
              <a:latin typeface="Perpetua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E agora nunca mais perece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O que crê, mais vida eterna tem;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Quem em Cristo permanece,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Vai ser coroado além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8000"/>
            </a:gs>
            <a:gs pos="100000">
              <a:srgbClr val="00cc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44440"/>
            <a:ext cx="838512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pt-BR" sz="4400" strike="noStrike" u="none">
              <a:solidFill>
                <a:srgbClr val="ffffb7"/>
              </a:solidFill>
              <a:effectLst/>
              <a:uFillTx/>
              <a:latin typeface="Perpetua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837720" y="1904760"/>
            <a:ext cx="8007480" cy="41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O pecado na cruz foi vencido,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Podes pela fé vencer também;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De justiça ó sê vestido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b7"/>
                </a:solidFill>
                <a:effectLst/>
                <a:uFillTx/>
                <a:latin typeface="Perpetua"/>
              </a:rPr>
              <a:t> e receberás coroa além.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2005-07-03T18:42:05Z</dcterms:created>
  <dc:creator>Junior</dc:creator>
  <dc:description/>
  <dc:language>pt-BR</dc:language>
  <cp:lastModifiedBy>Junior</cp:lastModifiedBy>
  <dcterms:modified xsi:type="dcterms:W3CDTF">2005-07-03T18:50:10Z</dcterms:modified>
  <cp:revision>1</cp:revision>
  <dc:subject/>
  <dc:title>227 DEUS AMOU ESTE MUNDO</dc:title>
</cp:coreProperties>
</file>