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60DA9A-21AB-4118-A8BA-BC98E61877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4A0324-BB7B-4E9A-8533-A78FBA86C2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BE1999-4404-4549-98C1-7AF2E39F114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201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DECISÃO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Dia alegre! Eu abracei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e nEle salvação!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gozo deste coração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mais e mais publicarei.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feliz! Dia feliz!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em Jesus me satisfiz!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ensina a vigiar.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confiante nEle, orar,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feliz! Dia feliz!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em Jesus me satisfiz!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Completa a grande transação,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Jesus é meu, eu do Senhor!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Chamou-me a voz do Seu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Cedi à imensa atração.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feliz! Dia feliz!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em Jesus me satisfiz!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ensina a vigiar.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confiante nEle, orar,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feliz! Dia feliz!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em Jesus me satisfiz!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Descansa, ó alma! O Salvador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teu sustento, o pão dos céus;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quem possui o eterno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Resiste a todo o tentador.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feliz! Dia feliz!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em Jesus me satisfiz!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ensina a vigiar.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confiante nEle, orar,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feliz! Dia feliz!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em Jesus me satisfiz!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sacro voto, excelso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dia em dia afirmarei!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além da morte exultarei,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filho e súdito dos céus.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feliz! Dia feliz!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em Jesus me satisfiz!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ensina a vigiar.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confiante nEle, orar,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feliz! Dia feliz!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em Jesus me satisfiz!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2005-12-23T15:16:20Z</dcterms:created>
  <dc:creator>Junior</dc:creator>
  <dc:description/>
  <dc:language>pt-BR</dc:language>
  <cp:lastModifiedBy>Junior</cp:lastModifiedBy>
  <dcterms:modified xsi:type="dcterms:W3CDTF">2005-12-23T15:16:32Z</dcterms:modified>
  <cp:revision>1</cp:revision>
  <dc:subject/>
  <dc:title> 201 A DECISÃO</dc:title>
</cp:coreProperties>
</file>