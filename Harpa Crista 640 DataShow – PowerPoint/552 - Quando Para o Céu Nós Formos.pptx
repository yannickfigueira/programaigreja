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C35A2C-F2D2-4655-8440-D7960A4C37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36FE7-078D-45DC-940F-8C1B6C7BBA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6B9103-8189-4BF9-A93F-5E965C26E00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552 - Quando Para o Céu Nós Formos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 o grande amor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graça e compaixão: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lugar tranqüilo e belo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Faz-nos eternal mansão.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Céu nós chegarmos,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dia de júbilo há de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daremos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Hosanas, cheios de prazer.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Somos hoje peregrinos: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Nuvens toldam nosso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um dia estrada finda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mais sombras, não mais véu.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Céu nós chegarmos,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dia de júbilo há de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daremos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Hosanas, cheios de prazer.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ser leais, portanto,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em crer, seja em servir!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relance lá da Glória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Atração dá ao porvir.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Céu nós chegarmos,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dia de júbilo há de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daremos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Hosanas, cheios de prazer.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Eia, ao galardão depressa: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logo ao Céu chegar: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Abrem-se os portais gloriosos: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Jesus a nos saudar.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ao Céu nós chegarmos,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dia de júbilo há de ser!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daremos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Hosanas, cheios de prazer.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2005-12-26T21:21:43Z</dcterms:created>
  <dc:creator>Junior</dc:creator>
  <dc:description/>
  <dc:language>pt-BR</dc:language>
  <cp:lastModifiedBy>Junior</cp:lastModifiedBy>
  <dcterms:modified xsi:type="dcterms:W3CDTF">2005-12-26T21:21:47Z</dcterms:modified>
  <cp:revision>1</cp:revision>
  <dc:subject/>
  <dc:title>552 - Quando Para o Céu Nós Formos</dc:title>
</cp:coreProperties>
</file>