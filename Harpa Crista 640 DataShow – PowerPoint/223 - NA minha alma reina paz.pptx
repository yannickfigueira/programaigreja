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602CE3-AB8F-46E1-9390-C2907CB6EF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100041-9FA2-4DF3-BE44-648AE799E4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7BA1BD-BA8B-4CCA-8D73-67353CF7E38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MINH’ALMA REINA PAZ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escuridão, sem Jesus, me vi,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mil penas e grande dor;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Jesus chamou: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"Vem, sim, vem a Mim,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ser teu Salvador".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minh ‘alma reina paz;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vim a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sempre paz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avistei de Deus,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mui veraz.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grandes ondas da perdição,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Fui cercado no alto mar,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ter um piloto no furacão,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pudesse me guiar.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minh ‘alma reina paz;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vim a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sempre paz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avistei de Deus,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mui veraz.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te encontrares a pelejar,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auxilio ter eficaz,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Clama ao Salvador, clama sem tardar, Sua graça é mui veraz.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minh ‘alma reina paz;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vim a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sempre paz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avistei de Deus, 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mui veraz.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2005-12-23T19:30:15Z</dcterms:created>
  <dc:creator>Junior</dc:creator>
  <dc:description/>
  <dc:language>pt-BR</dc:language>
  <cp:lastModifiedBy>Junior</cp:lastModifiedBy>
  <dcterms:modified xsi:type="dcterms:W3CDTF">2005-12-23T19:33:50Z</dcterms:modified>
  <cp:revision>1</cp:revision>
  <dc:subject/>
  <dc:title>223 NA MINH’ALMA REINA PAZ </dc:title>
</cp:coreProperties>
</file>