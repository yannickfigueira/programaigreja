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C677AD-9D04-4583-97CF-B32D57152E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8E40FE-60F0-4CF0-826C-2D3D9FCE0F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79A5AC-BF5A-4AE5-8996-868F7390C84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403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REAL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 real sinto no meu ser,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tenho de Deus perdão!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nos diz: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qualquer que crer Recebe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crês, ó vem o passo 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o passo dar, sim,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o passo dar!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crês, ó vem o passo dar,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te quer salvar.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amor foi Cristo, meu Redentor,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glória, aqui desceu;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transforma a vida dum pecador,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graça que nos deu.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crês, ó vem o passo 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o passo dar, sim,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o passo dar!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crês, ó vem o passo dar,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te quer salvar.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mercê, que amor o Senhor mostrou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Morrendo na dura cruz;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Sangue divinal por nós derramou,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Salvador Jesus!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crês, ó vem o passo dar,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o passo dar, sim,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o passo dar!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crês, ó vem o passo dar,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te quer salvar.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2005-10-18T22:17:18Z</dcterms:created>
  <dc:creator>Montagna</dc:creator>
  <dc:description/>
  <dc:language>pt-BR</dc:language>
  <cp:lastModifiedBy>Montagna</cp:lastModifiedBy>
  <dcterms:modified xsi:type="dcterms:W3CDTF">2005-10-18T22:17:37Z</dcterms:modified>
  <cp:revision>2</cp:revision>
  <dc:subject/>
  <dc:title>403 - GOZO REAL</dc:title>
</cp:coreProperties>
</file>