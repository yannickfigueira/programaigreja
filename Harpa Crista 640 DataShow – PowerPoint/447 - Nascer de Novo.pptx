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05F5C3-4FA2-4308-9DB2-DBED380E29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E35662-DFEC-44B0-A73F-B1137E954E6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447 – Nascer de Novo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Nascestes de novo?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Andas já com Deus?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Pertences ao povo,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vai para os céus?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a lei escrita no teu coração?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já habita plena salvação?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caminho é estreito,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porta é também,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feito, não demores,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portal da vida Cristo acharás,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a lida lá no céu tu estarás.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desceste às águas,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Passaste o Jordão?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ainda mágoas no teu coração? Foste batizado como foi Jesus?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Segues a Seu lado para o céu de luz?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caminho é estreito,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porta é também,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feito, não demores,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portal da vida Cristo acharás,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a lida lá no céu tu estarás.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poder vindouro recebeste já?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o teu tesouro escondido lá?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de vitória vives já com Deus?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Marchas para glória?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Andas para os céus?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caminho é estreito,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porta é também,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feito, não demores,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portal da vida Cristo acharás,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a lida lá no céu tu estarás.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ouvir o brado: “Eis que Cristo vem”,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te preparado pra dizer amém? Alvo é teu vestido, clara é tua luz? Canta co'os remidos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Vem, Senhor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o caminho é estreito,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porta é também,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está feito, não demores, vem!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portal da vida Cristo acharás,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a lida lá no céu tu estarás.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2005-12-26T15:39:59Z</dcterms:created>
  <dc:creator>Junior</dc:creator>
  <dc:description/>
  <dc:language>pt-BR</dc:language>
  <cp:lastModifiedBy>Conta da Microsoft</cp:lastModifiedBy>
  <dcterms:modified xsi:type="dcterms:W3CDTF">2025-03-26T19:30:35Z</dcterms:modified>
  <cp:revision>2</cp:revision>
  <dc:subject/>
  <dc:title>447 – Nascer de Novo </dc:title>
</cp:coreProperties>
</file>