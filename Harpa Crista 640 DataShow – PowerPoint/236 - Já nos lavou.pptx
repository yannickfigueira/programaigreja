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8BD705-B3C0-4210-8CF9-85B471635D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861CC2-36A3-4F58-B169-D35DE7D320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7D5B4F-113D-4DB8-8C82-33C3F5FCAA4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NOS LAVOU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 o bom Cordeiro,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 morte já provou,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nós todos no madeiro,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Deus Pai nos comprou;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tem lavado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alma imortal,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nos resgatado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poder do mal.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nos lavou, Já nos lavou,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precioso sangue,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libertou, nos libertou,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precioso sangue do vil tentador.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derramado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entrada se nos dá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lugar santificado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o Pai celeste está;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sangue nos indica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infinito, imenso 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pois purifica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pecador!  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nos lavou, Já nos lavou,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precioso sangue,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libertou, nos libertou,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precioso sangue do vil tentador.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Fomos nós predestinados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crermos em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Espírito selados,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desfrutar na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vós hoje mesmo crerdes,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Deus, feitos vós sereis,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dons Lhe oferecerdes, Sacerdotes, reis.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nos lavou, Já nos lavou,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precioso sangue,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Salvador.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libertou, nos libertou,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precioso sangue do vil tentador.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2005-12-23T20:23:16Z</dcterms:created>
  <dc:creator>Junior</dc:creator>
  <dc:description/>
  <dc:language>pt-BR</dc:language>
  <cp:lastModifiedBy>Junior</cp:lastModifiedBy>
  <dcterms:modified xsi:type="dcterms:W3CDTF">2005-12-23T20:23:26Z</dcterms:modified>
  <cp:revision>1</cp:revision>
  <dc:subject/>
  <dc:title>236 JÁ NOS LAVOU </dc:title>
</cp:coreProperties>
</file>