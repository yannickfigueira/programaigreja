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3A6F8E-27B2-40F3-9F77-3599D5D385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8365CA-9C82-42C0-91DA-A2D3DD8668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62B3F1-B52E-49AE-8F72-45E8BBFEFCD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335 - Mui Perto Está o Dia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Perto, sim, mui perto está,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dia não tardará;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Iremos nós residir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que há de vir.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Quanta glória há de ser,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Cristo hoje descer,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os fiéis em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Gozarão eterna luz!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glória imensa, sem par,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Havemos nós de gozar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lado, sim,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amado Salvador!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Devemos, pois, esperar,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mundo olhos fechar;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Andemos sempre na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buscar o Rei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2005-12-26T18:52:01Z</dcterms:created>
  <dc:creator>Junior</dc:creator>
  <dc:description/>
  <dc:language>pt-BR</dc:language>
  <cp:lastModifiedBy>Junior</cp:lastModifiedBy>
  <dcterms:modified xsi:type="dcterms:W3CDTF">2005-12-26T18:52:02Z</dcterms:modified>
  <cp:revision>1</cp:revision>
  <dc:subject/>
  <dc:title>335 - Mui Perto Está o Dia </dc:title>
</cp:coreProperties>
</file>