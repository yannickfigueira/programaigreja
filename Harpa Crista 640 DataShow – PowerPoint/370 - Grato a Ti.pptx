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338A04A-9E50-4FC0-8E7F-3AB0A557D644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6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7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EB383C-4589-455B-8DDB-D55EA63B259E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" name=""/>
            <p:cNvSpPr/>
            <p:nvPr/>
          </p:nvSpPr>
          <p:spPr>
            <a:xfrm>
              <a:off x="0" y="4876920"/>
              <a:ext cx="9144000" cy="198108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33ccc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0"/>
              <a:ext cx="9144000" cy="4876920"/>
            </a:xfrm>
            <a:custGeom>
              <a:avLst/>
              <a:gdLst/>
              <a:ahLst/>
              <a:rect l="l" t="t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rgbClr val="001746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" name=""/>
          <p:cNvSpPr/>
          <p:nvPr/>
        </p:nvSpPr>
        <p:spPr>
          <a:xfrm>
            <a:off x="6248520" y="6262560"/>
            <a:ext cx="2895480" cy="609840"/>
          </a:xfrm>
          <a:custGeom>
            <a:avLst/>
            <a:gdLst/>
            <a:ahLst/>
            <a:rect l="l" t="t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rgbClr val="00ffcc"/>
              </a:gs>
              <a:gs pos="100000">
                <a:srgbClr val="003399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5" name=""/>
          <p:cNvGrpSpPr/>
          <p:nvPr/>
        </p:nvGrpSpPr>
        <p:grpSpPr>
          <a:xfrm>
            <a:off x="0" y="6019920"/>
            <a:ext cx="7848720" cy="857160"/>
            <a:chOff x="0" y="6019920"/>
            <a:chExt cx="7848720" cy="857160"/>
          </a:xfrm>
        </p:grpSpPr>
        <p:sp>
          <p:nvSpPr>
            <p:cNvPr id="5" name=""/>
            <p:cNvSpPr/>
            <p:nvPr/>
          </p:nvSpPr>
          <p:spPr>
            <a:xfrm>
              <a:off x="2362320" y="6019920"/>
              <a:ext cx="5143320" cy="850680"/>
            </a:xfrm>
            <a:custGeom>
              <a:avLst/>
              <a:gdLst/>
              <a:ahLst/>
              <a:rect l="l" t="t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rgbClr val="837763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" name=""/>
            <p:cNvGrpSpPr/>
            <p:nvPr/>
          </p:nvGrpSpPr>
          <p:grpSpPr>
            <a:xfrm>
              <a:off x="3946680" y="6019920"/>
              <a:ext cx="3902040" cy="857160"/>
              <a:chOff x="3946680" y="6019920"/>
              <a:chExt cx="3902040" cy="857160"/>
            </a:xfrm>
          </p:grpSpPr>
          <p:sp>
            <p:nvSpPr>
              <p:cNvPr id="7" name=""/>
              <p:cNvSpPr/>
              <p:nvPr/>
            </p:nvSpPr>
            <p:spPr>
              <a:xfrm>
                <a:off x="6267600" y="6031080"/>
                <a:ext cx="1581120" cy="846000"/>
              </a:xfrm>
              <a:custGeom>
                <a:avLst/>
                <a:gdLst/>
                <a:ahLst/>
                <a:rect l="l" t="t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4249800" y="6019920"/>
                <a:ext cx="295200" cy="627120"/>
              </a:xfrm>
              <a:custGeom>
                <a:avLst/>
                <a:gdLst/>
                <a:ahLst/>
                <a:rect l="l" t="t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4809960" y="6180120"/>
                <a:ext cx="600120" cy="430200"/>
              </a:xfrm>
              <a:custGeom>
                <a:avLst/>
                <a:gdLst/>
                <a:ahLst/>
                <a:rect l="l" t="t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5759280" y="6137280"/>
                <a:ext cx="246240" cy="117360"/>
              </a:xfrm>
              <a:custGeom>
                <a:avLst/>
                <a:gdLst/>
                <a:ahLst/>
                <a:rect l="l" t="t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946680" y="6126120"/>
                <a:ext cx="66600" cy="128520"/>
              </a:xfrm>
              <a:custGeom>
                <a:avLst/>
                <a:gdLst/>
                <a:ahLst/>
                <a:rect l="l" t="t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rgbClr val="4634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" name=""/>
            <p:cNvSpPr/>
            <p:nvPr/>
          </p:nvSpPr>
          <p:spPr>
            <a:xfrm>
              <a:off x="0" y="6019920"/>
              <a:ext cx="6311880" cy="849240"/>
            </a:xfrm>
            <a:custGeom>
              <a:avLst/>
              <a:gdLst/>
              <a:ahLst/>
              <a:rect l="l" t="t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rgbClr val="72644e"/>
                </a:gs>
                <a:gs pos="100000">
                  <a:srgbClr val="463416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" name=""/>
          <p:cNvGrpSpPr/>
          <p:nvPr/>
        </p:nvGrpSpPr>
        <p:grpSpPr>
          <a:xfrm>
            <a:off x="627120" y="6021360"/>
            <a:ext cx="5684760" cy="849240"/>
            <a:chOff x="627120" y="6021360"/>
            <a:chExt cx="5684760" cy="849240"/>
          </a:xfrm>
        </p:grpSpPr>
        <p:sp>
          <p:nvSpPr>
            <p:cNvPr id="14" name=""/>
            <p:cNvSpPr/>
            <p:nvPr/>
          </p:nvSpPr>
          <p:spPr>
            <a:xfrm>
              <a:off x="1898640" y="6021360"/>
              <a:ext cx="579600" cy="461880"/>
            </a:xfrm>
            <a:custGeom>
              <a:avLst/>
              <a:gdLst/>
              <a:ahLst/>
              <a:rect l="l" t="t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084480" y="6078600"/>
              <a:ext cx="3227400" cy="792000"/>
            </a:xfrm>
            <a:custGeom>
              <a:avLst/>
              <a:gdLst/>
              <a:ahLst/>
              <a:rect l="l" t="t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905200" y="6068880"/>
              <a:ext cx="112680" cy="96840"/>
            </a:xfrm>
            <a:custGeom>
              <a:avLst/>
              <a:gdLst/>
              <a:ahLst/>
              <a:rect l="l" t="t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1357200" y="6099120"/>
              <a:ext cx="255600" cy="260280"/>
            </a:xfrm>
            <a:custGeom>
              <a:avLst/>
              <a:gdLst/>
              <a:ahLst/>
              <a:rect l="l" t="t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1120680" y="6118200"/>
              <a:ext cx="93600" cy="96840"/>
            </a:xfrm>
            <a:custGeom>
              <a:avLst/>
              <a:gdLst/>
              <a:ahLst/>
              <a:rect l="l" t="t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27120" y="6049800"/>
              <a:ext cx="388800" cy="328680"/>
            </a:xfrm>
            <a:custGeom>
              <a:avLst/>
              <a:gdLst/>
              <a:ahLst/>
              <a:rect l="l" t="t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rgbClr val="4634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282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e3e3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4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e3e3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7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9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E5817D-5FEB-41E0-91A5-E4276EB7D7E7}" type="slidenum"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0" y="6854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MEU SENHOR, DÁ-ME MAIS GRATIDÃO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TUDO QUE TU FIZESTE POR MIM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POR TUA GRAÇA NO MEU CORAÇÃO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QUE ME ENCHEU DE VENTURA SEM FIM!</a:t>
            </a:r>
            <a:endParaRPr b="0" lang="pt-BR" sz="32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74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GRATO A TI, MAIS GRATO A TI</a:t>
            </a:r>
            <a:br>
              <a:rPr sz="3000"/>
            </a:br>
            <a:r>
              <a:rPr b="1" i="1" lang="pt-BR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CONSAGRADO, Ó FAZ-ME SENHOR!</a:t>
            </a:r>
            <a:br>
              <a:rPr sz="3000"/>
            </a:br>
            <a:r>
              <a:rPr b="1" i="1" lang="pt-BR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HUMILHADO E CHEIO DE AMOR</a:t>
            </a:r>
            <a:br>
              <a:rPr sz="3000"/>
            </a:br>
            <a:r>
              <a:rPr b="1" i="1" lang="pt-BR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FAZ-ME MAS GRATO A TI, MAIS GRATO A TI!</a:t>
            </a:r>
            <a:br>
              <a:rPr sz="3000"/>
            </a:br>
            <a:endParaRPr b="0" lang="pt-BR" sz="30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91404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GRAÇA DESTE AO MEU CORAÇÃO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SANTIDADE, A PAZ E A FÉ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GOZO CELESTE E CONSOLAÇÃO</a:t>
            </a:r>
            <a:br>
              <a:rPr sz="3200"/>
            </a:b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LIBERDADE DE ESTAR AOS TEUS PÉS</a:t>
            </a:r>
            <a:br>
              <a:rPr sz="3200"/>
            </a:br>
            <a:endParaRPr b="0" lang="pt-BR" sz="32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58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GRATO A TI, MAIS GRATO A TI</a:t>
            </a:r>
            <a:br>
              <a:rPr sz="3200"/>
            </a:b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CONSAGRADO, Ó FAZ-ME SENHOR!</a:t>
            </a:r>
            <a:br>
              <a:rPr sz="3200"/>
            </a:b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HUMILHADO E CHEIO DE AMOR</a:t>
            </a:r>
            <a:br>
              <a:rPr sz="3200"/>
            </a:b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FAZ-ME MAS GRATO A TI, MAIS GRATO A TI!</a:t>
            </a:r>
            <a:br>
              <a:rPr sz="3200"/>
            </a:br>
            <a:endParaRPr b="0" lang="pt-BR" sz="32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0" y="914040"/>
            <a:ext cx="9144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Ó MEU SENHOR, TU FIZESTE POR MIM</a:t>
            </a:r>
            <a:br>
              <a:rPr sz="3000"/>
            </a:b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QUE NINGUÉM PODERIA FAZER</a:t>
            </a:r>
            <a:br>
              <a:rPr sz="3000"/>
            </a:b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CRUZ PREGADO VERTESTE, ASSIM</a:t>
            </a:r>
            <a:br>
              <a:rPr sz="3000"/>
            </a:br>
            <a:r>
              <a:rPr b="1" lang="en-US" sz="3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SANGUE NO QUAL POSSO SEMPRE VENCER</a:t>
            </a:r>
            <a:br>
              <a:rPr sz="3200"/>
            </a:br>
            <a:endParaRPr b="0" lang="pt-BR" sz="30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1746"/>
            </a:gs>
            <a:gs pos="100000">
              <a:srgbClr val="003399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58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GRATO A TI, MAIS GRATO A TI</a:t>
            </a:r>
            <a:br>
              <a:rPr sz="3200"/>
            </a:b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CONSAGRADO, Ó FAZ-ME SENHOR!</a:t>
            </a:r>
            <a:br>
              <a:rPr sz="3200"/>
            </a:b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MAIS HUMILHADO E CHEIO DE AMOR</a:t>
            </a:r>
            <a:br>
              <a:rPr sz="3200"/>
            </a:br>
            <a:r>
              <a:rPr b="1" i="1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FAZ-ME MAS GRATO A TI, MAIS GRATO A TI!</a:t>
            </a:r>
            <a:br>
              <a:rPr sz="3200"/>
            </a:br>
            <a:endParaRPr b="0" lang="pt-BR" sz="3200" strike="noStrike" u="none">
              <a:solidFill>
                <a:srgbClr val="e3e3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2005-03-03T17:40:16Z</dcterms:created>
  <dc:creator>owner</dc:creator>
  <dc:description/>
  <dc:language>pt-BR</dc:language>
  <cp:lastModifiedBy>Junior</cp:lastModifiedBy>
  <dcterms:modified xsi:type="dcterms:W3CDTF">2005-10-16T19:28:12Z</dcterms:modified>
  <cp:revision>5</cp:revision>
  <dc:subject/>
  <dc:title>Slide 1</dc:title>
</cp:coreProperties>
</file>