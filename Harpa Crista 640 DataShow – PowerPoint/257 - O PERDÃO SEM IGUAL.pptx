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AA6BF5-E910-4A22-9A2D-A6A7AF7688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A381AD-99C2-406E-B80F-B55B2C396A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E725B4-85FA-49A2-9F39-DBD5D866022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257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PERDÃO SEM IGUAL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Amoroso Salvador,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igual é Teu perdão;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Tu és meu Redentor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perfeita salvação.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contrito coração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confessa seu pecar,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Pede ao Pai real perdão,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Teu amor sem par.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contemplo, sem cessar,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Teu trono desde aqui;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quão grato é meditar,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intercedes Tu por mim.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fonte és da compaixão,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 Ti darei louvor!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Faz-me bem ao coração,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Exaltar-Te, meu Senhor!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2005-10-18T21:10:10Z</dcterms:created>
  <dc:creator>Montagna</dc:creator>
  <dc:description/>
  <dc:language>pt-BR</dc:language>
  <cp:lastModifiedBy>Montagna</cp:lastModifiedBy>
  <dcterms:modified xsi:type="dcterms:W3CDTF">2005-10-18T21:10:35Z</dcterms:modified>
  <cp:revision>2</cp:revision>
  <dc:subject/>
  <dc:title>257 - O PERDÃO SEM IGUAL</dc:title>
</cp:coreProperties>
</file>