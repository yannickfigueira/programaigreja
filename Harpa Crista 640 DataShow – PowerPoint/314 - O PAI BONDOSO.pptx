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674F76-1650-4BF9-BDE4-AECB78207C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5F450F-6C6C-4554-A690-1856A8BFEB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C8977D-8ABA-445D-98B2-A965D7BF5BA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PAI BONDOSO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Pai bondoso tenho lá no céu,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Pai bondoso tenho lá no céu,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Ele breve eu irei,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meu Pai, no céu verei;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irei, eu irei, eu irei ao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irei, eu irei, eu irei ao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Pai me chama, vou andar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Sua face contemplar.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Salvador eu tenho lá no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Salvador eu tenho lá no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Ele presto eu irei,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esplendor no céu verei,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verei, eu verei, eu verei no céu,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verei, eu verei, eu verei no céu.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ao céu me levará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grande gozo me dará.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coroa tenho lá no céu: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coroa tenho lá no céu;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espinhos a teve o Salvador,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eu terei de esplendor,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terei, eu terei, eu terei no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terei, eu terei, eu terei no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coroa me dará,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minha fronte cingirá.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nos encontraremos lá no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nos encontraremos lá no céu;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Unidos todos ao Senhor,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cheios sempre de amor;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Andarei, andarei, andarei p'ro céu,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Andarei, andarei, andarei p'ro céu,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eterna lá terei.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face de Jesus verei.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2005-10-19T06:53:43Z</dcterms:created>
  <dc:creator>Montagna</dc:creator>
  <dc:description/>
  <dc:language>pt-BR</dc:language>
  <cp:lastModifiedBy>Montagna</cp:lastModifiedBy>
  <dcterms:modified xsi:type="dcterms:W3CDTF">2005-10-19T06:53:58Z</dcterms:modified>
  <cp:revision>2</cp:revision>
  <dc:subject/>
  <dc:title>314 - O PAI BONDOSO</dc:title>
</cp:coreProperties>
</file>