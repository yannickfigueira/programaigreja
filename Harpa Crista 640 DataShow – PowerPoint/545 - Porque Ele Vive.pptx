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FE8B76-270F-41D5-8979-4E2D033B9D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E4B007-FF26-400D-A16E-05658A7B6C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1012BD-4A87-4ACC-A6B4-F56CD2A66F4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545 - Porque Ele Vive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enviou seu Filho amado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perdoar, pra me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morreu por meu pecado,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ressurgiu e vivo com o Pai está.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Ele vive,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Posso crer no amanhã.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Ele vive, temor não há.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eu bem sei, eu sei,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minha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nas mãos da meu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vivo está.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quando, enfim, chegar a hora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a morte enfrentarei,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medo, então, terei vitória: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à Glória, ao meu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 vivo esta.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Ele vive,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Posso crer no amanhã.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Ele vive, temor não há.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eu bem sei, eu sei,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minha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nas mãos da meu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vivo está.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2005-12-26T20:59:33Z</dcterms:created>
  <dc:creator>Junior</dc:creator>
  <dc:description/>
  <dc:language>pt-BR</dc:language>
  <cp:lastModifiedBy>Junior</cp:lastModifiedBy>
  <dcterms:modified xsi:type="dcterms:W3CDTF">2005-12-26T20:59:41Z</dcterms:modified>
  <cp:revision>1</cp:revision>
  <dc:subject/>
  <dc:title>545 - Porque Ele Vive</dc:title>
</cp:coreProperties>
</file>