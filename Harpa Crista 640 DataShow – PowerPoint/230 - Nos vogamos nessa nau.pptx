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48857-5053-46E9-8315-29DDC86238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C326E-9749-4E71-8DF0-D32951A48B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6DA9A9-98DD-4744-977F-362D59757FB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VOGAMOS NESTA NAU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vogamos, o mar vencemos,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nau que nos conduz,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naufrágio não tememos,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ao leme vai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amigo, pois te amamos,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que nós já vamos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nossa feliz morada,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 hora de partir;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mesmo se faz chamada;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“Quem com Cristo quer seguir?”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amigo, pois te amamos,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que nós já vamos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da travessia,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vamos ancorar;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presteza, com alegria,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havemos de saltar.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amigo, pois te amamos,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que nós já vamos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 nós, vemos a cidade,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Cujo porto se abrirá.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cheio de bondade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chegados sorrirá.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amigo, pois te amamos,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que nós já vamos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tormenta não olhamos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rumamos para o céu.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2005-12-23T19:56:34Z</dcterms:created>
  <dc:creator>Junior</dc:creator>
  <dc:description/>
  <dc:language>pt-BR</dc:language>
  <cp:lastModifiedBy>Junior</cp:lastModifiedBy>
  <dcterms:modified xsi:type="dcterms:W3CDTF">2005-12-23T19:56:42Z</dcterms:modified>
  <cp:revision>1</cp:revision>
  <dc:subject/>
  <dc:title>230 NÓS VOGAMOS NESTA NAU </dc:title>
</cp:coreProperties>
</file>