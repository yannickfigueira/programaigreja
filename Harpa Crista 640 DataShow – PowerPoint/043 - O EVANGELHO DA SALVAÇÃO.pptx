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1D928E-0119-47EC-B12A-5D1FF086E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C5F74-C1FC-45BC-AE4A-84C0A7B5CF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00C1FA-AA7E-4713-861A-8FA7E0BED6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DA SALVAÇÃO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Ouves, como o Evangelho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dá vera salvação,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 o homem velho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Numa nova criação?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algum em mim não via,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somente corrupção,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cansado da porfia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achei perdão.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 pomba que cansada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na arca repousar,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minh'alma fatigada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vai descansar;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corvo foi s'embora,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os mortos foi pousar,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Isto fazes tu agora?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Quererás ao mal voltar?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a minha arca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posso repousar,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dali, do mal as marcas,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eu posso avistar!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doce a chamada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mim me fez Jesus!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"Vem, ó alma tão cansada,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das trevas para luz".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 que estás ouvindo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mensagem do Senhor,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na arca és bem-vindo,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refúgio de amor,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as águas do pecado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te alcançarão,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morte despertado,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Baterás na porta em vão!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2005-10-21T04:04:26Z</dcterms:created>
  <dc:creator>Montagna</dc:creator>
  <dc:description/>
  <dc:language>pt-BR</dc:language>
  <cp:lastModifiedBy>Montagna</cp:lastModifiedBy>
  <dcterms:modified xsi:type="dcterms:W3CDTF">2005-10-21T07:20:51Z</dcterms:modified>
  <cp:revision>3</cp:revision>
  <dc:subject/>
  <dc:title>43 - O EVANGELHO DA SALVAÇÃO</dc:title>
</cp:coreProperties>
</file>