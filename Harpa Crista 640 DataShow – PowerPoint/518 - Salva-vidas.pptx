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14B189-FB32-4138-8E7E-96C78E11CB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6130CF-DD16-464D-9718-AE7FF3BEAC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25A8815-63F2-4AEF-A45B-D9DE2127D1B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518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SALVA-VIDAS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seus pecados, 'stá o pecador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pobre náufrago sem Salvador;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triste sorte, perece no mar,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Nada, se cansa, e vai afundar.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Orando, joga ao que se afoga,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salva-vidas sem demorar;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Antes que desça - Desapareça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profundezas do mar.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salva-vidas não queres lançar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que s’afoga nas ondas do mar?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morte horrível tem o pecador,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não aceita o bom Salvador!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Orando, joga ao que se afoga,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salva-vidas sem demorar;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Antes que desça - Desapareça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profundezas do mar.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Jesus Cristo, o Filho de Deus;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salva-vidas lançado dos céus;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te pode salvar hoje até,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salva-vidas segura com fé.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Orando, joga ao que se afoga,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salva-vidas sem demorar;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Antes que desça - Desapareça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profundezas do mar.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2005-12-24T11:23:04Z</dcterms:created>
  <dc:creator>Junior</dc:creator>
  <dc:description/>
  <dc:language>pt-BR</dc:language>
  <cp:lastModifiedBy>Junior</cp:lastModifiedBy>
  <dcterms:modified xsi:type="dcterms:W3CDTF">2005-12-24T11:23:13Z</dcterms:modified>
  <cp:revision>1</cp:revision>
  <dc:subject/>
  <dc:title>518 SALVA-VIDAS </dc:title>
</cp:coreProperties>
</file>