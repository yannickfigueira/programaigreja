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691BA1-9E8F-4CC5-A39C-53CC90BBBB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F9BFBC-1CB2-43A8-9DDB-9FC152F94D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4710D6-8BA5-4A68-A096-BBA469FD3F2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VER A JESUS CRISTO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ver a Jesus Cristo,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precioso Salvador,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a face do meu Mestre,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sofreu na cruz;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ir ao céu sublime,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o trono do Senhor,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Viverei, sim, nessa pátria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eterno gozo e luz.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ver a desejada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Pátria onde reina eterno amor;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ter feliz morada,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meu Salvador.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dar a Jesus Cristo,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reserva, meu amor.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viver p'ra sempre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o coro angelical;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ser um mensageiro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conduzindo o pecador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cruz de Jesus Cristo,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pátria celestial.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ver a desejada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Pátria onde reina eterno amor;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ter feliz morada,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meu Salvador.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obra redentora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 que me salvou,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Viverei eternamente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gozar o Seu amor;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do Cordeiro,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redimido já estou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as hostes redimidas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 ao meu Senhor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ver a desejada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Pátria onde reina eterno amor;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ter feliz morada,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meu Salvador.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morar na minha pátria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foi preparar,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 entre os remidos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do Senhor;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os anjos e os arcanjos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reino eu vou morar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dar glórias para sempre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bondoso Salvador.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ver a desejada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Pátria onde reina eterno amor;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ter feliz morada,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meu Salvador.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2005-10-21T07:09:14Z</dcterms:created>
  <dc:creator>Montagna</dc:creator>
  <dc:description/>
  <dc:language>pt-BR</dc:language>
  <cp:lastModifiedBy>Montagna</cp:lastModifiedBy>
  <dcterms:modified xsi:type="dcterms:W3CDTF">2005-10-21T07:09:38Z</dcterms:modified>
  <cp:revision>2</cp:revision>
  <dc:subject/>
  <dc:title>500 - QUERO VER A JESUS CRISTO</dc:title>
</cp:coreProperties>
</file>