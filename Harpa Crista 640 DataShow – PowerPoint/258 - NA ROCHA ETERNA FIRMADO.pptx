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3E65AF-277D-470C-B70B-D40F3D479D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28C4FF-14E7-41F2-994D-CAB3E7D670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AD9229-A027-45CF-9949-25C748688E7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 ETERNA FIRMADO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50920" y="274680"/>
            <a:ext cx="8642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Salvador meigo é Cristo Jesus,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minh'alma salvou;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meus pecados tomou sobre Si,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quando me resgatou.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rocha eterna firmado estou eu,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tenho </a:t>
            </a:r>
            <a:r>
              <a:rPr b="0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salvação;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esconde Jesus Cristo no manto Seu,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Velando-me com Sua mão.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Velando-me com Sua mão.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bênçãos do céu desfrutando eu estou,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o Filho de Deus;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eu vivo e ando na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Prossigo na senda do céu.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cargas que eu tive Jesus as tomou,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liberto estou;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me basta que Cristo me deu,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para o céu presto eu vou.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Findando a lida então O verei,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anjos e santos no céu;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hinos de glória eu entoarei,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Aquele que por mim morreu.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J.A.S.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2005-10-18T21:15:38Z</dcterms:created>
  <dc:creator>Montagna</dc:creator>
  <dc:description/>
  <dc:language>pt-BR</dc:language>
  <cp:lastModifiedBy>Montagna</cp:lastModifiedBy>
  <dcterms:modified xsi:type="dcterms:W3CDTF">2005-10-18T21:15:57Z</dcterms:modified>
  <cp:revision>2</cp:revision>
  <dc:subject/>
  <dc:title>258 - NA ROCHA ETERNA FIRMADO</dc:title>
</cp:coreProperties>
</file>