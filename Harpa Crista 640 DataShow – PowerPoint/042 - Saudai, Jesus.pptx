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ffff99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A8CCAF-C34F-4FE0-8DA1-391580505C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ffff99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0B15CC-0D1E-4F4C-978C-BD09F2254A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8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ffff99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872BA6-CC30-40CF-B92B-46D0791DC4F9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8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42</a:t>
            </a:r>
            <a:br>
              <a:rPr sz="4400"/>
            </a:br>
            <a:endParaRPr b="0" lang="pt-BR" sz="4400" strike="noStrike" u="none">
              <a:solidFill>
                <a:srgbClr val="ffff99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SAUDAI JESUS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8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1332000" y="404280"/>
            <a:ext cx="7354800" cy="547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Saudai o nome de Jesus!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Arcanjos, vos prostrai;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Arcanjos, vos prostrai;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Filho do eterno Deus,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glória, glória,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Glória, glória,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glória, coroai!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8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1116000" y="476280"/>
            <a:ext cx="7570800" cy="564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Ó escolhida geração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 bom eterno Pai,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 bom eterno Pai;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grande autor da salvação,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glória, glória,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Glória, glória,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glória, coroai!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8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1258560" y="620280"/>
            <a:ext cx="7427880" cy="550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Ó perdoados, cujo amor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Bem triunfante vai,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Bem triunfante vai,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Deus Varão, Conquistador,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glória, glória,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 glária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glória, coroai l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8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826560" y="836280"/>
            <a:ext cx="7859880" cy="528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Ó raças, tribos e nações,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Rei dos reis honrai!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Rei dos reis honrai!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quem quebrou vossos grilhões,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glória, glória,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Glória, glória,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glória, coroai!</a:t>
            </a: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J.H.N.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2005-10-15T20:31:52Z</dcterms:created>
  <dc:creator>Montagna</dc:creator>
  <dc:description/>
  <dc:language>pt-BR</dc:language>
  <cp:lastModifiedBy>Junior</cp:lastModifiedBy>
  <dcterms:modified xsi:type="dcterms:W3CDTF">2005-10-17T11:12:32Z</dcterms:modified>
  <cp:revision>2</cp:revision>
  <dc:subject/>
  <dc:title>42 </dc:title>
</cp:coreProperties>
</file>