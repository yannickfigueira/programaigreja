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A54242-062E-4AAF-9DE0-E19C2702A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DB8C1-CBD1-4949-8B95-3C365D20F1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7962D2-408C-46D6-BFA7-78E5682102F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PASTOR E AS OVELHAS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o Pastor as ovelhas,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um amor paternal,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o Pastor seu rebanho,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um amor sem igual;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o Pastor inda outras,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desgarradas estão,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comovido as procura,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onde quer qu'elas vão.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desertos errantes,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Vêem-se a sofrer penas mil,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ao achá-las, nos ombros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Leva-as ditoso, ao redil.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o Pastor seus cordeiros,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inefável amor,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que, às vezes, perdidos,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Gemendo se ouvem de dor.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Vede o Pastor comovido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colinas vagar,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cordeiros nos ombros,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Vede-O, levando ao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desertos errantes,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Vêem-se a sofrer penas mil,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ao achá-las, nos ombros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Leva-as ditoso, ao redil.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as noventa e nove,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redil abrigou;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 a que, desgarrada,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Np campo se desviou;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"Ó minha ovelha perdida!"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Clama o dolente Pastor;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irá em sua ajuda,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salvá-la, Senhor?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desertos errantes,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Vêem-se a sofrer penas mil,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ao achá-las, nos ombros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Leva-as ditoso, ao redil.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delicados teus pastos,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quietas tuas águas são;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Eis-nos aqui, á bom Mestre,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veraz direção,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Faz-nos obreiros zelosos,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Enche-nos de santo amor,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ovelhas perdidas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redil, bom Senhor.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J.T.L.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desertos errantes,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Vêem-se a sofrer penas mil,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ao achá-las, nos ombros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Leva-as ditoso, ao redil.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2005-10-18T21:51:24Z</dcterms:created>
  <dc:creator>Montagna</dc:creator>
  <dc:description/>
  <dc:language>pt-BR</dc:language>
  <cp:lastModifiedBy>Montagna</cp:lastModifiedBy>
  <dcterms:modified xsi:type="dcterms:W3CDTF">2005-10-18T21:52:29Z</dcterms:modified>
  <cp:revision>2</cp:revision>
  <dc:subject/>
  <dc:title>283-PASTOR E AS OVELHAS</dc:title>
</cp:coreProperties>
</file>