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FFA415-3742-415C-A5B7-B9FFC86EF2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254E06-B53E-41DF-85D5-56929C7669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EF45AD-A9C4-4875-A66C-4D01630606F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494 – Jerusalém Celestial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 celestial,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Mansão de paz tão divinal!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jaspe tem muro em redor;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é a luz, o meu Senhor.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Jerusalém, mansão de luz,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Jerusalém de meu Jesus!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Cidade que p’ra nós fez Deus;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Eterna glória para os filhos seus.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Um rio tem. e qual cristal,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Cuja água faz ser imortal;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árvores lá mui belas são,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pra curar oh! servirão.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Ali não há mais pranto e dor;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maldição não tem vigor;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noite foi e não vem mais;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sol raiou, passaram os "ais".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 Ali verei o meu Senhor,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Contemplarei seu resplendor,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cantarei o seu louvor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gratidão e com fervor.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2005-12-24T19:20:08Z</dcterms:created>
  <dc:creator>Junior</dc:creator>
  <dc:description/>
  <dc:language>pt-BR</dc:language>
  <cp:lastModifiedBy>Junior</cp:lastModifiedBy>
  <dcterms:modified xsi:type="dcterms:W3CDTF">2005-12-24T19:20:10Z</dcterms:modified>
  <cp:revision>1</cp:revision>
  <dc:subject/>
  <dc:title>494 – Jerusalém Celestial </dc:title>
</cp:coreProperties>
</file>