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slide4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966A927-8A50-40F5-AA5C-F7AE6778683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BD18E9D-D362-43F9-A468-052157159FC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7A8B30F-0F36-4FDB-93E2-F81C0943E95B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600</a:t>
            </a:r>
            <a:br>
              <a:rPr sz="4000"/>
            </a:b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MÃOS AO TRABALHO</a:t>
            </a: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553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Mãos ao trabalho, crentes,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Vai já passando o alvor.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Vamos, enquanto temos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Nossa vida em flor!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Vamos, enquanto é dia,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força trabalhar: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Eia que em vindo a noite,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Já não há lidar!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553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Mãos ao trabalho, crentes,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Andai, enquanto há luz: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Eia, que, agora é tempo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 servir Jesus!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Ide o vigor da vida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Todos ao bem votar.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Eia, que em vindo a noite,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Já não há lidar!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553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Mãos ao trabalho, crentes,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Breve nos chega o fim.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Firmes, enquanto a morte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Não tocar clarim!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Vamos, irmãos, à obra,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Por Cristo trabalhar: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Eia, que em vindo a noite,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Vamos descansar!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2005-12-24T10:51:16Z</dcterms:created>
  <dc:creator>Junior</dc:creator>
  <dc:description/>
  <dc:language>pt-BR</dc:language>
  <cp:lastModifiedBy>Junior</cp:lastModifiedBy>
  <dcterms:modified xsi:type="dcterms:W3CDTF">2005-12-24T10:51:58Z</dcterms:modified>
  <cp:revision>1</cp:revision>
  <dc:subject/>
  <dc:title>600 MÃOS AO TRABALHO </dc:title>
</cp:coreProperties>
</file>