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6BFDE-3A67-4B68-8A89-BA90C65C5D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CDBB13-AE9D-48AC-99FC-11588DB77B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206770-FFF1-45B8-A555-1F1FF984639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98108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577</a:t>
            </a:r>
            <a:br>
              <a:rPr sz="4400"/>
            </a:br>
            <a:r>
              <a:rPr b="0" i="1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Em Fervente Oração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533520" y="838080"/>
            <a:ext cx="8229600" cy="281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Em fervente oração, vem o teu coração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Na presença de Deus derramar!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Mas só podes fruir o que estás a pedir,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deixares no altar.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304560" y="533160"/>
            <a:ext cx="8381880" cy="34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tudo perante o Senhor estiver,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todo o teu ser Ele controlar,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Só, então, hás de ver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o Senhor tem poder,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tudo deixares no Altar.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228600" y="685800"/>
            <a:ext cx="8229600" cy="32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Maravilhas de amor te fará o Senhor,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Atendendo à oração que aceitar.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Seu imenso poder, te vira socorrer,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deixares no Altar.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228240" y="456840"/>
            <a:ext cx="8534520" cy="39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perante o Senhor estiver,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todo o teu ser Ele controlar,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Só, então, hás de ver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o Senhor tem poder,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deixares no Altar.</a:t>
            </a:r>
            <a:br>
              <a:rPr sz="3600"/>
            </a:b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609480"/>
            <a:ext cx="8229600" cy="365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orares, porem, sem o teu coração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Ter a paz que o Senhor pode dar,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Foi por Deus não sentir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tua alma se abriu,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Tudo, tudo, deixando no Altar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609480"/>
            <a:ext cx="8229600" cy="365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perante o Senhor estiver,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todo o teu ser Ele controlar,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Só, então, hás de ver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o Senhor tem poder,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tudo deixares no Altar.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2005-07-02T14:34:54Z</dcterms:created>
  <dc:creator>Junior</dc:creator>
  <dc:description/>
  <dc:language>pt-BR</dc:language>
  <cp:lastModifiedBy>Junior</cp:lastModifiedBy>
  <dcterms:modified xsi:type="dcterms:W3CDTF">2005-07-02T14:51:36Z</dcterms:modified>
  <cp:revision>1</cp:revision>
  <dc:subject/>
  <dc:title>577 Em Fervente Oração</dc:title>
</cp:coreProperties>
</file>