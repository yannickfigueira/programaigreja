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CF89BB-2A1B-4139-BC77-103CA7F000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42D9F6-BB69-4309-808D-398F64065E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BA641C-CBD8-4333-BBDE-BE6D8A6A926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25  </a:t>
            </a:r>
            <a:br>
              <a:rPr sz="4400"/>
            </a:br>
            <a:r>
              <a:rPr b="1" i="1" lang="pt-BR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JESUS, TU ES BOM</a:t>
            </a:r>
            <a:r>
              <a:rPr b="1" lang="pt-BR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Meu Jesus, Tu és bom;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Tu és tudo pra mim!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Foste morto, mas vives em mim;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Tu mereces louvor,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Ó Cordeiro de Deus!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Tu és tudo, sim, tudo p'ra mim!</a:t>
            </a:r>
            <a:r>
              <a:rPr b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Quero a Ti dar louvor,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Pois és Rei sobre reis;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Tu és tudo, mas nada eu sou; Enche meu coração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De ternura e paz;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Honra eterna e glória Te dou.</a:t>
            </a:r>
            <a:r>
              <a:rPr b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O Teu nome é amor,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Pois Tu amas a mim,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E eu quero andar neste amor; Triunfante estou,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Confiando em Ti,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Meu Jesus, grande Consolador.</a:t>
            </a:r>
            <a:r>
              <a:rPr b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Ó Ungido de Deus,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Trazes paz e perdão;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Salvação, vida, tens para os Teus; Que mensagem do céu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E de transformação, </a:t>
            </a:r>
            <a:br>
              <a:rPr sz="4400"/>
            </a:br>
            <a:r>
              <a:rPr b="1" i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Enviada do trono de Deus! </a:t>
            </a:r>
            <a:r>
              <a:rPr b="1" lang="en-US" sz="4400" strike="noStrike" u="none">
                <a:solidFill>
                  <a:srgbClr val="582c00"/>
                </a:solidFill>
                <a:effectLst/>
                <a:uFillTx/>
                <a:latin typeface="Garamond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2005-12-22T21:26:02Z</dcterms:created>
  <dc:creator>Junior</dc:creator>
  <dc:description/>
  <dc:language>pt-BR</dc:language>
  <cp:lastModifiedBy>Junior</cp:lastModifiedBy>
  <dcterms:modified xsi:type="dcterms:W3CDTF">2006-02-11T19:39:54Z</dcterms:modified>
  <cp:revision>2</cp:revision>
  <dc:subject/>
  <dc:title>25   JESUS, TU ES BOM </dc:title>
</cp:coreProperties>
</file>