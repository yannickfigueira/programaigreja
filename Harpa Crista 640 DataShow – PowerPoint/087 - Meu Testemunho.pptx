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6627960" y="6429240"/>
            <a:ext cx="285480" cy="209520"/>
          </a:xfrm>
          <a:custGeom>
            <a:avLst/>
            <a:gdLst/>
            <a:ahLst/>
            <a:rect l="l" t="t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rgbClr val="0077c7"/>
              </a:gs>
              <a:gs pos="100000">
                <a:srgbClr val="0088e4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" name=""/>
          <p:cNvGrpSpPr/>
          <p:nvPr/>
        </p:nvGrpSpPr>
        <p:grpSpPr>
          <a:xfrm>
            <a:off x="3240" y="4267080"/>
            <a:ext cx="9140760" cy="2590920"/>
            <a:chOff x="3240" y="4267080"/>
            <a:chExt cx="9140760" cy="2590920"/>
          </a:xfrm>
        </p:grpSpPr>
        <p:sp>
          <p:nvSpPr>
            <p:cNvPr id="2" name=""/>
            <p:cNvSpPr/>
            <p:nvPr/>
          </p:nvSpPr>
          <p:spPr>
            <a:xfrm>
              <a:off x="3240" y="4267080"/>
              <a:ext cx="9140760" cy="259092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" name=""/>
            <p:cNvGrpSpPr/>
            <p:nvPr/>
          </p:nvGrpSpPr>
          <p:grpSpPr>
            <a:xfrm>
              <a:off x="5600880" y="5897520"/>
              <a:ext cx="1256760" cy="827280"/>
              <a:chOff x="5600880" y="5897520"/>
              <a:chExt cx="1256760" cy="827280"/>
            </a:xfrm>
          </p:grpSpPr>
          <p:sp>
            <p:nvSpPr>
              <p:cNvPr id="4" name=""/>
              <p:cNvSpPr/>
              <p:nvPr/>
            </p:nvSpPr>
            <p:spPr>
              <a:xfrm>
                <a:off x="5852880" y="6048360"/>
                <a:ext cx="844200" cy="519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5916600" y="6095880"/>
                <a:ext cx="717120" cy="43668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6005520" y="6146640"/>
                <a:ext cx="545760" cy="328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6068880" y="6184800"/>
                <a:ext cx="415440" cy="25236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6122880" y="6226200"/>
                <a:ext cx="304560" cy="1699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5676840" y="5897520"/>
                <a:ext cx="607680" cy="25560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867280" y="6620040"/>
                <a:ext cx="704520" cy="1047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5600880" y="6200640"/>
                <a:ext cx="141120" cy="3430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5667120" y="5945040"/>
                <a:ext cx="1190520" cy="73188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6410160" y="5907240"/>
                <a:ext cx="151920" cy="475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6208560" y="6267600"/>
                <a:ext cx="132840" cy="83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2819520" y="5764320"/>
              <a:ext cx="2581200" cy="1084320"/>
              <a:chOff x="2819520" y="5764320"/>
              <a:chExt cx="2581200" cy="1084320"/>
            </a:xfrm>
          </p:grpSpPr>
          <p:sp>
            <p:nvSpPr>
              <p:cNvPr id="16" name=""/>
              <p:cNvSpPr/>
              <p:nvPr/>
            </p:nvSpPr>
            <p:spPr>
              <a:xfrm>
                <a:off x="3600360" y="6245280"/>
                <a:ext cx="1013040" cy="5983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3673440" y="6283440"/>
                <a:ext cx="862200" cy="5270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3716280" y="6316560"/>
                <a:ext cx="795240" cy="4748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3759120" y="6345360"/>
                <a:ext cx="704880" cy="4093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3786120" y="6357960"/>
                <a:ext cx="655560" cy="380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3868560" y="6391440"/>
                <a:ext cx="486000" cy="30456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3930480" y="6438960"/>
                <a:ext cx="360360" cy="2142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4035600" y="6504120"/>
                <a:ext cx="142560" cy="950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880" bIns="20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4103640" y="6067440"/>
                <a:ext cx="712800" cy="29520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3400560" y="6114960"/>
                <a:ext cx="1415880" cy="7336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3305160" y="6076800"/>
                <a:ext cx="646200" cy="7718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4741920" y="6419880"/>
                <a:ext cx="171360" cy="39996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3282840" y="5850000"/>
                <a:ext cx="1325520" cy="23796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2963880" y="6116760"/>
                <a:ext cx="271440" cy="7318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4684680" y="5954760"/>
                <a:ext cx="571680" cy="8938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679920" y="5764320"/>
                <a:ext cx="1711080" cy="6746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5245200" y="6477120"/>
                <a:ext cx="155520" cy="3715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2819520" y="5830920"/>
                <a:ext cx="763560" cy="10177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" name=""/>
            <p:cNvGrpSpPr/>
            <p:nvPr/>
          </p:nvGrpSpPr>
          <p:grpSpPr>
            <a:xfrm>
              <a:off x="6553080" y="5334120"/>
              <a:ext cx="2144880" cy="1303200"/>
              <a:chOff x="6553080" y="5334120"/>
              <a:chExt cx="2144880" cy="1303200"/>
            </a:xfrm>
          </p:grpSpPr>
          <p:sp>
            <p:nvSpPr>
              <p:cNvPr id="35" name=""/>
              <p:cNvSpPr/>
              <p:nvPr/>
            </p:nvSpPr>
            <p:spPr>
              <a:xfrm>
                <a:off x="6667560" y="5400720"/>
                <a:ext cx="1906560" cy="116028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6553080" y="5343480"/>
                <a:ext cx="863640" cy="117000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7607160" y="5334120"/>
                <a:ext cx="966960" cy="39996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8327880" y="6361200"/>
                <a:ext cx="114480" cy="856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7151760" y="6465960"/>
                <a:ext cx="1119240" cy="17136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8470800" y="5800680"/>
                <a:ext cx="227160" cy="5414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8034480" y="5753160"/>
                <a:ext cx="131760" cy="1429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7056360" y="5638680"/>
                <a:ext cx="1138320" cy="68436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6904080" y="5572080"/>
                <a:ext cx="1442880" cy="8463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7245360" y="5543640"/>
                <a:ext cx="579600" cy="1047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7085160" y="5648400"/>
                <a:ext cx="104760" cy="7596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160" bIns="291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7216920" y="5727600"/>
                <a:ext cx="822240" cy="5065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7267680" y="5762520"/>
                <a:ext cx="707760" cy="43020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7318440" y="5794200"/>
                <a:ext cx="612720" cy="370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7388280" y="5838840"/>
                <a:ext cx="473040" cy="28080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7445520" y="5870520"/>
                <a:ext cx="352440" cy="220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7521480" y="5918040"/>
                <a:ext cx="200160" cy="1288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640" bIns="4464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" name=""/>
            <p:cNvGrpSpPr/>
            <p:nvPr/>
          </p:nvGrpSpPr>
          <p:grpSpPr>
            <a:xfrm>
              <a:off x="8381880" y="4800600"/>
              <a:ext cx="674640" cy="409680"/>
              <a:chOff x="8381880" y="4800600"/>
              <a:chExt cx="674640" cy="409680"/>
            </a:xfrm>
          </p:grpSpPr>
          <p:sp>
            <p:nvSpPr>
              <p:cNvPr id="53" name=""/>
              <p:cNvSpPr/>
              <p:nvPr/>
            </p:nvSpPr>
            <p:spPr>
              <a:xfrm>
                <a:off x="8381880" y="5057640"/>
                <a:ext cx="608040" cy="1526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8437680" y="4800600"/>
                <a:ext cx="409320" cy="8568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8961480" y="4867200"/>
                <a:ext cx="95040" cy="24768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8532720" y="5153040"/>
                <a:ext cx="304920" cy="2844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8420040" y="4829040"/>
                <a:ext cx="255600" cy="2955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8713800" y="4829040"/>
                <a:ext cx="295200" cy="33336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8485200" y="4854600"/>
                <a:ext cx="474480" cy="29520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0" name=""/>
              <p:cNvGrpSpPr/>
              <p:nvPr/>
            </p:nvGrpSpPr>
            <p:grpSpPr>
              <a:xfrm>
                <a:off x="8542440" y="4897440"/>
                <a:ext cx="360360" cy="209520"/>
                <a:chOff x="8542440" y="4897440"/>
                <a:chExt cx="360360" cy="209520"/>
              </a:xfrm>
            </p:grpSpPr>
            <p:sp>
              <p:nvSpPr>
                <p:cNvPr id="61" name=""/>
                <p:cNvSpPr/>
                <p:nvPr/>
              </p:nvSpPr>
              <p:spPr>
                <a:xfrm>
                  <a:off x="8542440" y="4897440"/>
                  <a:ext cx="360360" cy="209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" name=""/>
                <p:cNvSpPr/>
                <p:nvPr/>
              </p:nvSpPr>
              <p:spPr>
                <a:xfrm>
                  <a:off x="8577360" y="4919760"/>
                  <a:ext cx="288720" cy="1620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" name=""/>
                <p:cNvSpPr/>
                <p:nvPr/>
              </p:nvSpPr>
              <p:spPr>
                <a:xfrm>
                  <a:off x="8621640" y="4935600"/>
                  <a:ext cx="198360" cy="1299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" name=""/>
                <p:cNvSpPr/>
                <p:nvPr/>
              </p:nvSpPr>
              <p:spPr>
                <a:xfrm>
                  <a:off x="8664480" y="4960800"/>
                  <a:ext cx="115920" cy="74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480" bIns="648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99ff99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ccecff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88e4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afe1ff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99ff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7300EA-B9DD-4929-B5FB-C78E5CCA8E9A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6627960" y="6429240"/>
            <a:ext cx="285480" cy="209520"/>
          </a:xfrm>
          <a:custGeom>
            <a:avLst/>
            <a:gdLst/>
            <a:ahLst/>
            <a:rect l="l" t="t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rgbClr val="0077c7"/>
              </a:gs>
              <a:gs pos="100000">
                <a:srgbClr val="0088e4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"/>
          <p:cNvGrpSpPr/>
          <p:nvPr/>
        </p:nvGrpSpPr>
        <p:grpSpPr>
          <a:xfrm>
            <a:off x="3240" y="4267080"/>
            <a:ext cx="9140760" cy="2590920"/>
            <a:chOff x="3240" y="4267080"/>
            <a:chExt cx="9140760" cy="2590920"/>
          </a:xfrm>
        </p:grpSpPr>
        <p:sp>
          <p:nvSpPr>
            <p:cNvPr id="2" name=""/>
            <p:cNvSpPr/>
            <p:nvPr/>
          </p:nvSpPr>
          <p:spPr>
            <a:xfrm>
              <a:off x="3240" y="4267080"/>
              <a:ext cx="9140760" cy="259092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"/>
            <p:cNvGrpSpPr/>
            <p:nvPr/>
          </p:nvGrpSpPr>
          <p:grpSpPr>
            <a:xfrm>
              <a:off x="5600880" y="5897520"/>
              <a:ext cx="1256760" cy="827280"/>
              <a:chOff x="5600880" y="5897520"/>
              <a:chExt cx="1256760" cy="827280"/>
            </a:xfrm>
          </p:grpSpPr>
          <p:sp>
            <p:nvSpPr>
              <p:cNvPr id="4" name=""/>
              <p:cNvSpPr/>
              <p:nvPr/>
            </p:nvSpPr>
            <p:spPr>
              <a:xfrm>
                <a:off x="5852880" y="6048360"/>
                <a:ext cx="844200" cy="519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5916600" y="6095880"/>
                <a:ext cx="717120" cy="43668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6005520" y="6146640"/>
                <a:ext cx="545760" cy="328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6068880" y="6184800"/>
                <a:ext cx="415440" cy="25236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6122880" y="6226200"/>
                <a:ext cx="304560" cy="1699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5676840" y="5897520"/>
                <a:ext cx="607680" cy="25560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867280" y="6620040"/>
                <a:ext cx="704520" cy="1047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5600880" y="6200640"/>
                <a:ext cx="141120" cy="3430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5667120" y="5945040"/>
                <a:ext cx="1190520" cy="73188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6410160" y="5907240"/>
                <a:ext cx="151920" cy="475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6208560" y="6267600"/>
                <a:ext cx="132840" cy="83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2" name=""/>
            <p:cNvGrpSpPr/>
            <p:nvPr/>
          </p:nvGrpSpPr>
          <p:grpSpPr>
            <a:xfrm>
              <a:off x="2819520" y="5764320"/>
              <a:ext cx="2581200" cy="1084320"/>
              <a:chOff x="2819520" y="5764320"/>
              <a:chExt cx="2581200" cy="1084320"/>
            </a:xfrm>
          </p:grpSpPr>
          <p:sp>
            <p:nvSpPr>
              <p:cNvPr id="16" name=""/>
              <p:cNvSpPr/>
              <p:nvPr/>
            </p:nvSpPr>
            <p:spPr>
              <a:xfrm>
                <a:off x="3600360" y="6245280"/>
                <a:ext cx="1013040" cy="5983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3673440" y="6283440"/>
                <a:ext cx="862200" cy="5270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3716280" y="6316560"/>
                <a:ext cx="795240" cy="4748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3759120" y="6345360"/>
                <a:ext cx="704880" cy="4093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3786120" y="6357960"/>
                <a:ext cx="655560" cy="380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3868560" y="6391440"/>
                <a:ext cx="486000" cy="30456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3930480" y="6438960"/>
                <a:ext cx="360360" cy="2142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4035600" y="6504120"/>
                <a:ext cx="142560" cy="950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880" bIns="20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4103640" y="6067440"/>
                <a:ext cx="712800" cy="29520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3400560" y="6114960"/>
                <a:ext cx="1415880" cy="7336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3305160" y="6076800"/>
                <a:ext cx="646200" cy="7718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4741920" y="6419880"/>
                <a:ext cx="171360" cy="39996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3282840" y="5850000"/>
                <a:ext cx="1325520" cy="23796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2963880" y="6116760"/>
                <a:ext cx="271440" cy="7318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4684680" y="5954760"/>
                <a:ext cx="571680" cy="8938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679920" y="5764320"/>
                <a:ext cx="1711080" cy="6746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5245200" y="6477120"/>
                <a:ext cx="155520" cy="3715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2819520" y="5830920"/>
                <a:ext cx="763560" cy="10177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3" name=""/>
            <p:cNvGrpSpPr/>
            <p:nvPr/>
          </p:nvGrpSpPr>
          <p:grpSpPr>
            <a:xfrm>
              <a:off x="6553080" y="5334120"/>
              <a:ext cx="2144880" cy="1303200"/>
              <a:chOff x="6553080" y="5334120"/>
              <a:chExt cx="2144880" cy="1303200"/>
            </a:xfrm>
          </p:grpSpPr>
          <p:sp>
            <p:nvSpPr>
              <p:cNvPr id="35" name=""/>
              <p:cNvSpPr/>
              <p:nvPr/>
            </p:nvSpPr>
            <p:spPr>
              <a:xfrm>
                <a:off x="6667560" y="5400720"/>
                <a:ext cx="1906560" cy="116028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6553080" y="5343480"/>
                <a:ext cx="863640" cy="117000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7607160" y="5334120"/>
                <a:ext cx="966960" cy="39996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8327880" y="6361200"/>
                <a:ext cx="114480" cy="856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7151760" y="6465960"/>
                <a:ext cx="1119240" cy="17136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8470800" y="5800680"/>
                <a:ext cx="227160" cy="5414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8034480" y="5753160"/>
                <a:ext cx="131760" cy="1429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7056360" y="5638680"/>
                <a:ext cx="1138320" cy="68436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6904080" y="5572080"/>
                <a:ext cx="1442880" cy="8463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7245360" y="5543640"/>
                <a:ext cx="579600" cy="1047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7085160" y="5648400"/>
                <a:ext cx="104760" cy="7596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160" bIns="291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7216920" y="5727600"/>
                <a:ext cx="822240" cy="5065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7267680" y="5762520"/>
                <a:ext cx="707760" cy="43020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7318440" y="5794200"/>
                <a:ext cx="612720" cy="370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7388280" y="5838840"/>
                <a:ext cx="473040" cy="28080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7445520" y="5870520"/>
                <a:ext cx="352440" cy="220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7521480" y="5918040"/>
                <a:ext cx="200160" cy="1288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640" bIns="4464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4" name=""/>
            <p:cNvGrpSpPr/>
            <p:nvPr/>
          </p:nvGrpSpPr>
          <p:grpSpPr>
            <a:xfrm>
              <a:off x="8381880" y="4800600"/>
              <a:ext cx="674640" cy="409680"/>
              <a:chOff x="8381880" y="4800600"/>
              <a:chExt cx="674640" cy="409680"/>
            </a:xfrm>
          </p:grpSpPr>
          <p:sp>
            <p:nvSpPr>
              <p:cNvPr id="53" name=""/>
              <p:cNvSpPr/>
              <p:nvPr/>
            </p:nvSpPr>
            <p:spPr>
              <a:xfrm>
                <a:off x="8381880" y="5057640"/>
                <a:ext cx="608040" cy="1526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8437680" y="4800600"/>
                <a:ext cx="409320" cy="8568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8961480" y="4867200"/>
                <a:ext cx="95040" cy="24768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8532720" y="5153040"/>
                <a:ext cx="304920" cy="2844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8420040" y="4829040"/>
                <a:ext cx="255600" cy="2955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8713800" y="4829040"/>
                <a:ext cx="295200" cy="33336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8485200" y="4854600"/>
                <a:ext cx="474480" cy="29520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75" name=""/>
              <p:cNvGrpSpPr/>
              <p:nvPr/>
            </p:nvGrpSpPr>
            <p:grpSpPr>
              <a:xfrm>
                <a:off x="8542440" y="4897440"/>
                <a:ext cx="360360" cy="209520"/>
                <a:chOff x="8542440" y="4897440"/>
                <a:chExt cx="360360" cy="209520"/>
              </a:xfrm>
            </p:grpSpPr>
            <p:sp>
              <p:nvSpPr>
                <p:cNvPr id="61" name=""/>
                <p:cNvSpPr/>
                <p:nvPr/>
              </p:nvSpPr>
              <p:spPr>
                <a:xfrm>
                  <a:off x="8542440" y="4897440"/>
                  <a:ext cx="360360" cy="209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" name=""/>
                <p:cNvSpPr/>
                <p:nvPr/>
              </p:nvSpPr>
              <p:spPr>
                <a:xfrm>
                  <a:off x="8577360" y="4919760"/>
                  <a:ext cx="288720" cy="1620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" name=""/>
                <p:cNvSpPr/>
                <p:nvPr/>
              </p:nvSpPr>
              <p:spPr>
                <a:xfrm>
                  <a:off x="8621640" y="4935600"/>
                  <a:ext cx="198360" cy="1299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" name=""/>
                <p:cNvSpPr/>
                <p:nvPr/>
              </p:nvSpPr>
              <p:spPr>
                <a:xfrm>
                  <a:off x="8664480" y="4960800"/>
                  <a:ext cx="115920" cy="74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480" bIns="648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99ff99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ccecff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88e4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afe1ff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99ff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BDF18E-1706-4C2C-A108-CCD912C5B55A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"/>
          <p:cNvGrpSpPr/>
          <p:nvPr/>
        </p:nvGrpSpPr>
        <p:grpSpPr>
          <a:xfrm>
            <a:off x="3240" y="4267080"/>
            <a:ext cx="9140760" cy="2590920"/>
            <a:chOff x="3240" y="4267080"/>
            <a:chExt cx="9140760" cy="2590920"/>
          </a:xfrm>
        </p:grpSpPr>
        <p:sp>
          <p:nvSpPr>
            <p:cNvPr id="82" name=""/>
            <p:cNvSpPr/>
            <p:nvPr/>
          </p:nvSpPr>
          <p:spPr>
            <a:xfrm>
              <a:off x="3240" y="4267080"/>
              <a:ext cx="9140760" cy="259092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" name=""/>
            <p:cNvGrpSpPr/>
            <p:nvPr/>
          </p:nvGrpSpPr>
          <p:grpSpPr>
            <a:xfrm>
              <a:off x="5600880" y="5897520"/>
              <a:ext cx="1256760" cy="827280"/>
              <a:chOff x="5600880" y="5897520"/>
              <a:chExt cx="1256760" cy="827280"/>
            </a:xfrm>
          </p:grpSpPr>
          <p:sp>
            <p:nvSpPr>
              <p:cNvPr id="84" name=""/>
              <p:cNvSpPr/>
              <p:nvPr/>
            </p:nvSpPr>
            <p:spPr>
              <a:xfrm>
                <a:off x="5852880" y="6048360"/>
                <a:ext cx="844200" cy="519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5916600" y="6095880"/>
                <a:ext cx="717120" cy="43668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6005520" y="6146640"/>
                <a:ext cx="545760" cy="328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6068880" y="6184800"/>
                <a:ext cx="415440" cy="25236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6122880" y="6226200"/>
                <a:ext cx="304560" cy="1699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5676840" y="5897520"/>
                <a:ext cx="607680" cy="25560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5867280" y="6620040"/>
                <a:ext cx="704520" cy="1047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5600880" y="6200640"/>
                <a:ext cx="141120" cy="3430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5667120" y="5945040"/>
                <a:ext cx="1190520" cy="73188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6410160" y="5907240"/>
                <a:ext cx="151920" cy="475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6208560" y="6267600"/>
                <a:ext cx="132840" cy="83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" name=""/>
            <p:cNvGrpSpPr/>
            <p:nvPr/>
          </p:nvGrpSpPr>
          <p:grpSpPr>
            <a:xfrm>
              <a:off x="2819520" y="5764320"/>
              <a:ext cx="2581200" cy="1084320"/>
              <a:chOff x="2819520" y="5764320"/>
              <a:chExt cx="2581200" cy="1084320"/>
            </a:xfrm>
          </p:grpSpPr>
          <p:sp>
            <p:nvSpPr>
              <p:cNvPr id="96" name=""/>
              <p:cNvSpPr/>
              <p:nvPr/>
            </p:nvSpPr>
            <p:spPr>
              <a:xfrm>
                <a:off x="3600360" y="6245280"/>
                <a:ext cx="1013040" cy="5983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3673440" y="6283440"/>
                <a:ext cx="862200" cy="5270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3716280" y="6316560"/>
                <a:ext cx="795240" cy="4748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3759120" y="6345360"/>
                <a:ext cx="704880" cy="4093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3786120" y="6357960"/>
                <a:ext cx="655560" cy="38088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3868560" y="6391440"/>
                <a:ext cx="486000" cy="30456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3930480" y="6438960"/>
                <a:ext cx="360360" cy="2142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4035600" y="6504120"/>
                <a:ext cx="142560" cy="950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880" bIns="20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>
                <a:off x="4103640" y="6067440"/>
                <a:ext cx="712800" cy="29520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3400560" y="6114960"/>
                <a:ext cx="1415880" cy="7336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3305160" y="6076800"/>
                <a:ext cx="646200" cy="7718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4741920" y="6419880"/>
                <a:ext cx="171360" cy="39996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3282840" y="5850000"/>
                <a:ext cx="1325520" cy="23796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2963880" y="6116760"/>
                <a:ext cx="271440" cy="7318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4684680" y="5954760"/>
                <a:ext cx="571680" cy="8938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3679920" y="5764320"/>
                <a:ext cx="1711080" cy="6746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5245200" y="6477120"/>
                <a:ext cx="155520" cy="3715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2819520" y="5830920"/>
                <a:ext cx="763560" cy="10177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4" name=""/>
            <p:cNvGrpSpPr/>
            <p:nvPr/>
          </p:nvGrpSpPr>
          <p:grpSpPr>
            <a:xfrm>
              <a:off x="6553080" y="5334120"/>
              <a:ext cx="2144880" cy="1303200"/>
              <a:chOff x="6553080" y="5334120"/>
              <a:chExt cx="2144880" cy="1303200"/>
            </a:xfrm>
          </p:grpSpPr>
          <p:sp>
            <p:nvSpPr>
              <p:cNvPr id="115" name=""/>
              <p:cNvSpPr/>
              <p:nvPr/>
            </p:nvSpPr>
            <p:spPr>
              <a:xfrm>
                <a:off x="6667560" y="5400720"/>
                <a:ext cx="1906560" cy="116028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6553080" y="5343480"/>
                <a:ext cx="863640" cy="117000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7607160" y="5334120"/>
                <a:ext cx="966960" cy="39996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8327880" y="6361200"/>
                <a:ext cx="114480" cy="856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7151760" y="6465960"/>
                <a:ext cx="1119240" cy="17136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8470800" y="5800680"/>
                <a:ext cx="227160" cy="5414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8034480" y="5753160"/>
                <a:ext cx="131760" cy="1429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>
                <a:off x="7056360" y="5638680"/>
                <a:ext cx="1138320" cy="68436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6904080" y="5572080"/>
                <a:ext cx="1442880" cy="8463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7245360" y="5543640"/>
                <a:ext cx="579600" cy="1047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7085160" y="5648400"/>
                <a:ext cx="104760" cy="7596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160" bIns="291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7216920" y="5727600"/>
                <a:ext cx="822240" cy="5065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7267680" y="5762520"/>
                <a:ext cx="707760" cy="43020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7318440" y="5794200"/>
                <a:ext cx="612720" cy="370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7388280" y="5838840"/>
                <a:ext cx="473040" cy="28080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7445520" y="5870520"/>
                <a:ext cx="352440" cy="220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7521480" y="5918040"/>
                <a:ext cx="200160" cy="1288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640" bIns="4464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2" name=""/>
            <p:cNvGrpSpPr/>
            <p:nvPr/>
          </p:nvGrpSpPr>
          <p:grpSpPr>
            <a:xfrm>
              <a:off x="8381880" y="4800600"/>
              <a:ext cx="674640" cy="409680"/>
              <a:chOff x="8381880" y="4800600"/>
              <a:chExt cx="674640" cy="409680"/>
            </a:xfrm>
          </p:grpSpPr>
          <p:sp>
            <p:nvSpPr>
              <p:cNvPr id="133" name=""/>
              <p:cNvSpPr/>
              <p:nvPr/>
            </p:nvSpPr>
            <p:spPr>
              <a:xfrm>
                <a:off x="8381880" y="5057640"/>
                <a:ext cx="608040" cy="1526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8437680" y="4800600"/>
                <a:ext cx="409320" cy="8568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>
                <a:off x="8961480" y="4867200"/>
                <a:ext cx="95040" cy="24768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8532720" y="5153040"/>
                <a:ext cx="304920" cy="2844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8420040" y="4829040"/>
                <a:ext cx="255600" cy="2955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8713800" y="4829040"/>
                <a:ext cx="295200" cy="33336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8485200" y="4854600"/>
                <a:ext cx="474480" cy="29520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40" name=""/>
              <p:cNvGrpSpPr/>
              <p:nvPr/>
            </p:nvGrpSpPr>
            <p:grpSpPr>
              <a:xfrm>
                <a:off x="8542440" y="4897440"/>
                <a:ext cx="360360" cy="209520"/>
                <a:chOff x="8542440" y="4897440"/>
                <a:chExt cx="360360" cy="209520"/>
              </a:xfrm>
            </p:grpSpPr>
            <p:sp>
              <p:nvSpPr>
                <p:cNvPr id="141" name=""/>
                <p:cNvSpPr/>
                <p:nvPr/>
              </p:nvSpPr>
              <p:spPr>
                <a:xfrm>
                  <a:off x="8542440" y="4897440"/>
                  <a:ext cx="360360" cy="209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" name=""/>
                <p:cNvSpPr/>
                <p:nvPr/>
              </p:nvSpPr>
              <p:spPr>
                <a:xfrm>
                  <a:off x="8577360" y="4919760"/>
                  <a:ext cx="288720" cy="1620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" name=""/>
                <p:cNvSpPr/>
                <p:nvPr/>
              </p:nvSpPr>
              <p:spPr>
                <a:xfrm>
                  <a:off x="8621640" y="4935600"/>
                  <a:ext cx="198360" cy="1299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4" name=""/>
                <p:cNvSpPr/>
                <p:nvPr/>
              </p:nvSpPr>
              <p:spPr>
                <a:xfrm>
                  <a:off x="8664480" y="4960800"/>
                  <a:ext cx="115920" cy="74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480" bIns="6480" anchor="t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dt" idx="7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9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D31695-45D0-4374-B8E1-4C97981DAC1A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0088e4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afe1ff"/>
              </a:buClr>
              <a:buSzPct val="5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99ff99"/>
              </a:buClr>
              <a:buFont typeface="Arial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99640" y="1844280"/>
            <a:ext cx="7486920" cy="225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87</a:t>
            </a:r>
            <a:br>
              <a:rPr sz="4400"/>
            </a:br>
            <a:r>
              <a:rPr b="1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MEU TESTEMUNHO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39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Justificado estou;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Cristo Jesus me livrou;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Ele é meu Mediador,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Também, meu bom Salvador.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0" y="907920"/>
            <a:ext cx="9144000" cy="388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Jesus, sou Teu, e Tu és meu; 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guiarás para o céu;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graça e paz me satisfaz Cristo, meu Mestre veraz.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0" y="1196640"/>
            <a:ext cx="9144000" cy="403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Santificado fiquei,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a Ele roguei;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Ele me disse: tomai;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 minha graça usai.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0" y="404280"/>
            <a:ext cx="9144000" cy="45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Jesus, sou Teu, e Tu és meu; 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guiarás para o céu;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graça e paz me satisfaz Cristo, meu Mestre veraz.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0" y="907920"/>
            <a:ext cx="8964720" cy="43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Fui redimido, também,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Obra do meu Sumo Bem;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Tudo de graça ganhei;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Nada por obras da lei.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24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Jesus, sou Teu, e Tu és meu; 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guiarás para o céu;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graça e paz me satisfaz Cristo, meu Mestre veraz.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0" y="907560"/>
            <a:ext cx="9144000" cy="424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Ele a promessa me deu,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 Guia santo do céu;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Também me disse: ficai, 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o batismo esperai.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2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Jesus, sou Teu, e Tu és meu; 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guiarás para o céu;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graça e paz me satisfaz Cristo, meu Mestre veraz.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432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a Ele busquei,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batizado fiquei,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Línguas estranhas falei,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meu Senhor exaltei.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4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Jesus, sou Teu, e Tu és meu; 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guiarás para o céu;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graça e paz me satisfaz Cristo, meu Mestre veraz.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0" y="981000"/>
            <a:ext cx="9144000" cy="460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Agora, vou trabalhar,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muitas almas ganhar;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Essas que Ele salvou,</a:t>
            </a: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na cruz expirou.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br>
              <a:rPr sz="4400"/>
            </a:br>
            <a:br>
              <a:rPr sz="4400"/>
            </a:b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S.N</a:t>
            </a:r>
            <a:endParaRPr b="0" lang="pt-BR" sz="1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489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Jesus, sou Teu, e Tu és meu; 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guiarás para o céu;</a:t>
            </a:r>
            <a:br>
              <a:rPr sz="4400"/>
            </a:br>
            <a:r>
              <a:rPr b="1" i="1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graça e paz me satisfaz Cristo, meu Mestre veraz.</a:t>
            </a:r>
            <a:br>
              <a:rPr sz="4400"/>
            </a:b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2005-10-15T22:21:40Z</dcterms:created>
  <dc:creator>Montagna</dc:creator>
  <dc:description/>
  <dc:language>pt-BR</dc:language>
  <cp:lastModifiedBy>Junior</cp:lastModifiedBy>
  <dcterms:modified xsi:type="dcterms:W3CDTF">2005-10-16T16:29:25Z</dcterms:modified>
  <cp:revision>3</cp:revision>
  <dc:subject/>
  <dc:title>87</dc:title>
</cp:coreProperties>
</file>