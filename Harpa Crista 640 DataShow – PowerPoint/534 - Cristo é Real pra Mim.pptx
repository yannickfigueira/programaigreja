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63AE1A-05AA-467B-94AD-68FB65A1C3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CE2BA-07E9-43EA-8DE2-BB65E84799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41A2D5-819C-4C65-B79C-AAC4CE08103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534 – Cristo é Real pra Mim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real pra mim,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real pra mim.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vive em meu ser;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paz posso ter,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Cristo é real pra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2005-12-26T20:13:46Z</dcterms:created>
  <dc:creator>Junior</dc:creator>
  <dc:description/>
  <dc:language>pt-BR</dc:language>
  <cp:lastModifiedBy>Junior</cp:lastModifiedBy>
  <dcterms:modified xsi:type="dcterms:W3CDTF">2005-12-26T20:13:48Z</dcterms:modified>
  <cp:revision>1</cp:revision>
  <dc:subject/>
  <dc:title>534 – Cristo é Real pra Mim</dc:title>
</cp:coreProperties>
</file>