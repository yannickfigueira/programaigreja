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012651-C185-4862-82E6-2DC6D7DAB9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263524-3F64-4534-BF13-758CF306DD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5B95BC-FC1A-4D8B-9B78-5FD933274B4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446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</a:t>
            </a: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ó alma cansada, que sentes dor,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 bom Salvador, a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confia no sangue do Redentor,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Derramado, que foi lá na cruz.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já! O vem já!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vem como estás;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demores pecador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 o teu Salvador.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já! O vem já!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vem como estás,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demores pecador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 o teu Salvador.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vagas mui longe do Salvador,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pecado, no mal preso estás;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Jesus é que vai te livrar da dor,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hoje mesmo te dar.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chama ainda: "Ó vinde a Mim,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Oprimidos, cansados, sem paz;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eterna darei para vós, enfim,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reino de gozo veraz".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2005-10-21T10:29:56Z</dcterms:created>
  <dc:creator>Montagna</dc:creator>
  <dc:description/>
  <dc:language>pt-BR</dc:language>
  <cp:lastModifiedBy>Montagna</cp:lastModifiedBy>
  <dcterms:modified xsi:type="dcterms:W3CDTF">2005-10-21T10:30:19Z</dcterms:modified>
  <cp:revision>2</cp:revision>
  <dc:subject/>
  <dc:title>446 - Ó VEM JÁ</dc:title>
</cp:coreProperties>
</file>