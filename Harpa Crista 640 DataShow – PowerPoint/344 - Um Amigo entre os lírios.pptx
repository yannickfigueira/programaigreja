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0CBB0C-F644-4910-90AC-7282011CAE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EDA6B3-FA27-436B-9DD0-64DBB59BA1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F29230-70A4-4B71-AC7B-E88BEDC969A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344 – Um Amigo entre os lírios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os lírios, no meio dos vales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'Stá um amigo, que é caro pra mim; Quero segui-Lo, isento dos males,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Vê-Lo no céu, com os anjos enfim.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Salvador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Filho do bom Deus;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por Tua luz,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dos Céus!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morreste,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Te busco, ó vem, revelar-me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luz divina, onde estás, meu Jesus, Com Teu rebanho vem já a levar-me Para o rio que vida produz.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Salvador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Filho do bom Deus;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por Tua luz,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dos Céus!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morreste,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Ouve-me agora, Jesus mui amado, Deixa-me Teu grande amor desfrutar; Não mais me 'scondas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rosto adorado,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chamaste pra me libertar.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Salvador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Filho do bom Deus;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por Tua luz,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dos Céus!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morreste,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de Cristo é pra mim mais preciosa 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voz dos anjos; e do sol a luz, Não tem o brilho da face radiosa Quando sorri meu amado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Salvador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Filho do bom Deus;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por Tua luz,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dos Céus!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provaste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morreste,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2005-12-26T18:34:18Z</dcterms:created>
  <dc:creator>Junior</dc:creator>
  <dc:description/>
  <dc:language>pt-BR</dc:language>
  <cp:lastModifiedBy>Junior</cp:lastModifiedBy>
  <dcterms:modified xsi:type="dcterms:W3CDTF">2005-12-26T18:34:20Z</dcterms:modified>
  <cp:revision>1</cp:revision>
  <dc:subject/>
  <dc:title>344 – Um Amigo entre os lírios </dc:title>
</cp:coreProperties>
</file>