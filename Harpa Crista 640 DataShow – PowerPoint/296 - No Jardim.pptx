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015590-F74B-488A-9CF0-355B2F7C33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142822-CF10-4685-B4AA-C8F5C90E0A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6B2DAA-70EE-4419-8A5C-5F06E9CC0AB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296</a:t>
            </a:r>
            <a:br>
              <a:rPr sz="4400"/>
            </a:br>
            <a:r>
              <a:rPr b="0" i="1" lang="pt-BR" sz="44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No Jardim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2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No Jardim Jesus Cristo clamava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Quando os ímpios O foram prender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E falando co’o Pai suplicava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Pelo cálice que ia beber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28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Com Jesus a minha alma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Deseja estar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No jardim em constante oração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Quando a noite chegar 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E o mal me cercar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Quero estar em constante 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-360" y="274680"/>
            <a:ext cx="8915400" cy="551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Qual orvalho que dá vida as flores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Assim é para o crente a oração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Meus cuidados, tristezas e dores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Cristo as sabe por minha oração.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449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Com Jesus a minha alma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Deseja estar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No jardim em constante oração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Quando a noite chegar 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E o mal me cercar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Quero estar em constante 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Jesus teve completa vitória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Porque sempre viveu em oração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Muitos santos chegaram a glória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Bookman Old Style"/>
              </a:rPr>
              <a:t>Sob o manto da doce 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Com Jesus a minha alma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Deseja estar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No jardim em constante oração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Quando a noite chegar 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o mal me cercar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Quero estar em constante 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33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Renovados em força seremos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Nós teremos uma nova unção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com Deus, no jardim falaremos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Se vivermos sempre em 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18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Com Jesus a minha alma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Deseja estar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NO jardim em constante oração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Quando a noite chegar 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E o mal me cercar</a:t>
            </a:r>
            <a:br>
              <a:rPr sz="4000"/>
            </a:br>
            <a:r>
              <a:rPr b="0" lang="pt-BR" sz="40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Quero estar em constante oração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2005-09-04T19:07:20Z</dcterms:created>
  <dc:creator>Junior</dc:creator>
  <dc:description/>
  <dc:language>pt-BR</dc:language>
  <cp:lastModifiedBy>Junior</cp:lastModifiedBy>
  <dcterms:modified xsi:type="dcterms:W3CDTF">2005-09-04T19:26:00Z</dcterms:modified>
  <cp:revision>2</cp:revision>
  <dc:subject/>
  <dc:title>No Jardim</dc:title>
</cp:coreProperties>
</file>