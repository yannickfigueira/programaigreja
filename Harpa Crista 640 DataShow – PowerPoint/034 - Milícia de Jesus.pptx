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995490-4172-4DEF-A49A-6482FD9F4E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12C5F3-E1B8-439E-B9A0-03AA1FBC50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9A4F93-EEA1-48CF-A66A-E9D86BA0B67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34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MILÍCIA DE JESUS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Milhares de milhares em refulgente luz!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os guerreiros santos,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Milícia de Jesus!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Completa, sim,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Completa sua longa luta aqui,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Cristo, seu Senhora 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Vão descansar ali;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doces sinfonias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Encham a terra e o céu!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coros d’aleluias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Rompem além do véu!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chegou o dia, o dia triunfal,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Cristo reinará, enfim,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glória divina!.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Então, não há mais choro,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há mais tentação;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dores, as tristezas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sempre fugirão,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os remidos todos verão seu Salvador;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transformados, todos,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Serão como o Senhor.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2005-12-22T22:03:29Z</dcterms:created>
  <dc:creator>Junior</dc:creator>
  <dc:description/>
  <dc:language>pt-BR</dc:language>
  <cp:lastModifiedBy>Junior</cp:lastModifiedBy>
  <dcterms:modified xsi:type="dcterms:W3CDTF">2005-12-22T22:03:48Z</dcterms:modified>
  <cp:revision>1</cp:revision>
  <dc:subject/>
  <dc:title>34 MILÍCIA DE JESUS </dc:title>
</cp:coreProperties>
</file>