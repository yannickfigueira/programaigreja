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17DBF1-49CF-4DF4-AA6E-D36DCC34C7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01DBCA-CD1E-4366-B4E5-E566EBFE24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F481D3-2109-495E-BAF9-82FE017B836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299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HÁ UM CANTO NOVO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Há um canto novo no meu ser,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É a voz de meu Jesus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 chama: “Vem em mim obter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paz, que eu ganhei na cruz”.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Cristo, Cristo,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Nome sem igual;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Enches o contrito, de prazer celestial.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Preso no pecado eu me achei,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Sem a paz no meu coração;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 em Cristo eu já encontrei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Doce paz e proteção.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Cristo, Cristo,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Nome sem igual;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Enches o contrito, de prazer celestial.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Tenho sua graça divinal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Sob asas de amor,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riquezas que fluem caudal,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Lá do trono do Senhor.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Cristo, Cristo,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Nome sem igual;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Enches o contrito, de prazer celestial.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Pelas águas fundas me levou,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Provas muitas encontrei;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 Jesus bendito me guiou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Seu sangue Vencerei.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Cristo, Cristo,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Nome sem igual;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Enches o contrito, de prazer celestial.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numa nuvem voltará,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Baixará do céu em luz;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Pelo Seu poder me levará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Pra Seu lar, o bom Jesus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CORO: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Cristo, Cristo, Cristo,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Nome sem igual;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Enches o contrito, de prazer celestial.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2005-06-25T19:37:37Z</dcterms:created>
  <dc:creator>Junior</dc:creator>
  <dc:description/>
  <dc:language>pt-BR</dc:language>
  <cp:lastModifiedBy>Junior</cp:lastModifiedBy>
  <dcterms:modified xsi:type="dcterms:W3CDTF">2005-07-31T19:20:25Z</dcterms:modified>
  <cp:revision>4</cp:revision>
  <dc:subject/>
  <dc:title>HÁ UM CANTO NOVO</dc:title>
</cp:coreProperties>
</file>