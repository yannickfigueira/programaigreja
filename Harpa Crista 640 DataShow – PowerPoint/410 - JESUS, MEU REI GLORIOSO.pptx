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3D80DF-6D5D-4D62-9E66-35CA2CEC1D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10D532-7EA0-4997-B542-3671DF0600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D0672F-65FA-44F6-943D-E40061DF710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410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MEU REI GLORIOSO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meu Rei glorioso,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grato cantar-Lhe louvor;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Rei, mas me torna ditoso,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Enchendo-me do Seu amor;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Deixando  Seu trono de glória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veio livrar desta escória.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sou mui feliz,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sou mui feliz com Deus!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meu Rei mui amado,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lutas, na dor, sempre está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Paciente e humilde ao meu lado,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Ajuda e consolo me dá;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isso constante O sigo,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é meu Pastor e amigo.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sou mui feliz,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sou mui feliz com Deus!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que pudera eu dar-Te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tanto amor para mim?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bastante é servir-Te e amar-Te?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tudo entregar-me a Ti?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Aceita, então, minha vida,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 Ti só, se prostra rendida.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sou mui feliz,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sou mui feliz com Deus!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2005-10-21T03:17:51Z</dcterms:created>
  <dc:creator>Montagna</dc:creator>
  <dc:description/>
  <dc:language>pt-BR</dc:language>
  <cp:lastModifiedBy>Montagna</cp:lastModifiedBy>
  <dcterms:modified xsi:type="dcterms:W3CDTF">2005-10-21T03:18:24Z</dcterms:modified>
  <cp:revision>2</cp:revision>
  <dc:subject/>
  <dc:title>410 - JESUS, MEU REI GLORIOSO</dc:title>
</cp:coreProperties>
</file>