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C0C72A-AD0D-441E-9B4D-6B4FCA5E23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70DE29B-1D5B-4ACE-8313-2766236055A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610 - Fé é a Vitória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br>
              <a:rPr sz="4000"/>
            </a:b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Fé é a vitória,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fé sempre tem poder.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Fé é a vitória: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mundo irá vencer.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2005-12-27T14:41:27Z</dcterms:created>
  <dc:creator>Junior</dc:creator>
  <dc:description/>
  <dc:language>pt-BR</dc:language>
  <cp:lastModifiedBy>Junior</cp:lastModifiedBy>
  <dcterms:modified xsi:type="dcterms:W3CDTF">2005-12-27T14:41:28Z</dcterms:modified>
  <cp:revision>1</cp:revision>
  <dc:subject/>
  <dc:title>610 - Fé é a Vitória    Fé é a vitória, Sim, fé sempre tem poder. Fé é a vitória: Ao mundo irá vencer. </dc:title>
</cp:coreProperties>
</file>