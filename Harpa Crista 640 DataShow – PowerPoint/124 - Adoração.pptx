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1675F-222E-4EF8-8936-43B98CAD4F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6E719F-9288-4ABB-B735-1EBE8B0ED9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C201EA-F4F0-49E9-9C9E-1CDD061D96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2AE42D-3A56-4642-94DD-A13DFD44E26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26920" y="1844280"/>
            <a:ext cx="7631280" cy="175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124 </a:t>
            </a:r>
            <a:br>
              <a:rPr sz="4000"/>
            </a:br>
            <a:r>
              <a:rPr b="1" lang="pt-BR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 ADORAÇÃO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052640"/>
            <a:ext cx="9144000" cy="359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Adorai o Rei do Universo!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Terra e céus, cantai o Seu louvor! 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 o ser no grande mar submerso, 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Louve ao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401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46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Adorai-O, anjos poderosos,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Vós que Sua glória contemplais!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Vós, remidos, já vitoriosos; 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Graças, rendei-Lhe mais!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1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45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Sol e lua, coros estelares,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Sua majestade anunciai,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Hostes grandes, centos de milhares, 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O Seu poder mostrai!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44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46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Ventos! Chuvas! Raios! Trovoadas! Revelai o forte Criador!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Vós dizeis, ó serras elevadas,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Quão grande é meu Senhor!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620280"/>
            <a:ext cx="9144000" cy="43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39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Altos cedros! Grama verdejante! 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Esta sinfonia aumentai;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Aves, vermes, todo o ser gigante; Gratos a Deus louvai!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482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41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Homens! Jovens! Velhos e meninos! Adorai ao vosso Redentor!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Reis e sábios, grandes, pequeninos, Dai-Lhe veraz louvor!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E.W.</a:t>
            </a:r>
            <a:br>
              <a:rPr sz="1600"/>
            </a:b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91920"/>
            <a:ext cx="9144000" cy="432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juntos O louvemos!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Grande Salvador e Redentor! 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Todos O louvemos!</a:t>
            </a:r>
            <a:br>
              <a:rPr sz="4000"/>
            </a:br>
            <a:r>
              <a:rPr b="1" i="1" lang="en-US" sz="4000" strike="noStrike" u="none">
                <a:solidFill>
                  <a:srgbClr val="ebebff"/>
                </a:solidFill>
                <a:effectLst/>
                <a:uFillTx/>
                <a:latin typeface="Arial"/>
              </a:rPr>
              <a:t>Régio Dominador!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2005-10-15T23:21:45Z</dcterms:created>
  <dc:creator>Montagna</dc:creator>
  <dc:description/>
  <dc:language>pt-BR</dc:language>
  <cp:lastModifiedBy>Junior</cp:lastModifiedBy>
  <dcterms:modified xsi:type="dcterms:W3CDTF">2005-10-16T21:20:23Z</dcterms:modified>
  <cp:revision>3</cp:revision>
  <dc:subject/>
  <dc:title>124 - ADORAÇÃO </dc:title>
</cp:coreProperties>
</file>