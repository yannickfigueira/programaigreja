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E382A3-9181-4E04-9793-E812303C04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0D0DB5-0EB8-49F0-A672-A58F45A757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F910731-6A59-41F8-8CD9-05A533568A6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DESCE, FOGO SANTO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Espírito, alma e corpo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Oferto a Ti Senhor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hóstia verdadeira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oblação de amor.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tudo a Deus consagro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Cristo, o vivo altar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desce fogo santo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céu vem tu selar!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 teu, ó Jesus Cristo!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sangue me comprou;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quero a Tua graça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de Ti sempre sou.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tudo a Deus consagro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Cristo, o vivo altar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desce fogo santo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céu vem tu selar!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Espírito divino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Pai a promissão;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Sedenta a alma pede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Ti, a santa unção.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tudo a Deus consagro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Cristo, o vivo altar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desce fogo santo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céu vem tu selar!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2006-06-18T20:13:40Z</dcterms:created>
  <dc:creator>User041</dc:creator>
  <dc:description/>
  <dc:language>pt-BR</dc:language>
  <cp:lastModifiedBy>User041</cp:lastModifiedBy>
  <dcterms:modified xsi:type="dcterms:W3CDTF">2006-12-09T19:38:13Z</dcterms:modified>
  <cp:revision>2</cp:revision>
  <dc:subject/>
  <dc:title>5</dc:title>
</cp:coreProperties>
</file>