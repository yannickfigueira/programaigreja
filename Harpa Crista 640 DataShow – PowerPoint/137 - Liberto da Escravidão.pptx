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7620120" cy="6858000"/>
            <a:chOff x="0" y="0"/>
            <a:chExt cx="7620120" cy="6858000"/>
          </a:xfrm>
        </p:grpSpPr>
        <p:grpSp>
          <p:nvGrpSpPr>
            <p:cNvPr id="1" name=""/>
            <p:cNvGrpSpPr/>
            <p:nvPr/>
          </p:nvGrpSpPr>
          <p:grpSpPr>
            <a:xfrm>
              <a:off x="0" y="0"/>
              <a:ext cx="3200400" cy="6858000"/>
              <a:chOff x="0" y="0"/>
              <a:chExt cx="3200400" cy="6858000"/>
            </a:xfrm>
          </p:grpSpPr>
          <p:sp>
            <p:nvSpPr>
              <p:cNvPr id="2" name=""/>
              <p:cNvSpPr/>
              <p:nvPr/>
            </p:nvSpPr>
            <p:spPr>
              <a:xfrm>
                <a:off x="0" y="0"/>
                <a:ext cx="762120" cy="6858000"/>
              </a:xfrm>
              <a:prstGeom prst="rect">
                <a:avLst/>
              </a:prstGeom>
              <a:solidFill>
                <a:srgbClr val="99cc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" name=""/>
              <p:cNvSpPr/>
              <p:nvPr/>
            </p:nvSpPr>
            <p:spPr>
              <a:xfrm>
                <a:off x="457200" y="0"/>
                <a:ext cx="2743200" cy="1166760"/>
              </a:xfrm>
              <a:custGeom>
                <a:avLst/>
                <a:gdLst/>
                <a:ahLst/>
                <a:rect l="l" t="t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rgbClr val="99cc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anchor="t">
                <a:noAutofit/>
              </a:bodyPr>
              <a:p>
                <a:endParaRPr b="0" lang="pt-BR" sz="1800" strike="noStrike" u="non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" name=""/>
            <p:cNvGrpSpPr/>
            <p:nvPr/>
          </p:nvGrpSpPr>
          <p:grpSpPr>
            <a:xfrm>
              <a:off x="228600" y="1981080"/>
              <a:ext cx="7391520" cy="319320"/>
              <a:chOff x="228600" y="1981080"/>
              <a:chExt cx="7391520" cy="319320"/>
            </a:xfrm>
          </p:grpSpPr>
          <p:sp>
            <p:nvSpPr>
              <p:cNvPr id="5" name=""/>
              <p:cNvSpPr/>
              <p:nvPr/>
            </p:nvSpPr>
            <p:spPr>
              <a:xfrm>
                <a:off x="609480" y="1981080"/>
                <a:ext cx="7010640" cy="317520"/>
              </a:xfrm>
              <a:prstGeom prst="roundRect">
                <a:avLst>
                  <a:gd name="adj" fmla="val 0"/>
                </a:avLst>
              </a:prstGeom>
              <a:solidFill>
                <a:srgbClr val="00336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 flipH="1">
                <a:off x="228600" y="1981080"/>
                <a:ext cx="393840" cy="319320"/>
              </a:xfrm>
              <a:prstGeom prst="flowChartDelay">
                <a:avLst/>
              </a:prstGeom>
              <a:solidFill>
                <a:srgbClr val="00336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006666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1" lang="pt-BR" sz="36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003366"/>
              </a:buClr>
              <a:buSzPct val="75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00"/>
              </a:spcBef>
              <a:buClr>
                <a:srgbClr val="003366"/>
              </a:buClr>
              <a:buSzPct val="80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1"/>
          </p:nvPr>
        </p:nvSpPr>
        <p:spPr>
          <a:xfrm>
            <a:off x="2438280" y="6248520"/>
            <a:ext cx="21304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3366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3366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2"/>
          </p:nvPr>
        </p:nvSpPr>
        <p:spPr>
          <a:xfrm>
            <a:off x="5790960" y="6248520"/>
            <a:ext cx="2896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3366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3366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3"/>
          </p:nvPr>
        </p:nvSpPr>
        <p:spPr>
          <a:xfrm>
            <a:off x="8388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lang="pt-BR" sz="26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1F354C7-CE28-41E7-8850-0C2D4D0CA45C}" type="slidenum">
              <a:rPr b="1" lang="pt-BR" sz="2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"/>
          <p:cNvGrpSpPr/>
          <p:nvPr/>
        </p:nvGrpSpPr>
        <p:grpSpPr>
          <a:xfrm>
            <a:off x="0" y="0"/>
            <a:ext cx="5867280" cy="6858000"/>
            <a:chOff x="0" y="0"/>
            <a:chExt cx="5867280" cy="6858000"/>
          </a:xfrm>
        </p:grpSpPr>
        <p:sp>
          <p:nvSpPr>
            <p:cNvPr id="13" name=""/>
            <p:cNvSpPr/>
            <p:nvPr/>
          </p:nvSpPr>
          <p:spPr>
            <a:xfrm>
              <a:off x="0" y="0"/>
              <a:ext cx="4572000" cy="6858000"/>
            </a:xfrm>
            <a:prstGeom prst="rect">
              <a:avLst/>
            </a:prstGeom>
            <a:solidFill>
              <a:srgbClr val="99cc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685800" y="990720"/>
              <a:ext cx="5181480" cy="190476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" name=""/>
          <p:cNvGrpSpPr/>
          <p:nvPr/>
        </p:nvGrpSpPr>
        <p:grpSpPr>
          <a:xfrm>
            <a:off x="3632040" y="4889520"/>
            <a:ext cx="4876920" cy="318960"/>
            <a:chOff x="3632040" y="4889520"/>
            <a:chExt cx="4876920" cy="318960"/>
          </a:xfrm>
        </p:grpSpPr>
        <p:sp>
          <p:nvSpPr>
            <p:cNvPr id="16" name=""/>
            <p:cNvSpPr/>
            <p:nvPr/>
          </p:nvSpPr>
          <p:spPr>
            <a:xfrm flipH="1">
              <a:off x="3632040" y="4889520"/>
              <a:ext cx="4626000" cy="317520"/>
            </a:xfrm>
            <a:prstGeom prst="roundRect">
              <a:avLst>
                <a:gd name="adj" fmla="val 0"/>
              </a:avLst>
            </a:prstGeom>
            <a:solidFill>
              <a:srgbClr val="0033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248680" y="4889520"/>
              <a:ext cx="260280" cy="318960"/>
            </a:xfrm>
            <a:prstGeom prst="flowChartDelay">
              <a:avLst/>
            </a:prstGeom>
            <a:solidFill>
              <a:srgbClr val="0033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" name="PlaceHolder 1"/>
          <p:cNvSpPr>
            <a:spLocks noGrp="1"/>
          </p:cNvSpPr>
          <p:nvPr>
            <p:ph type="dt" idx="4"/>
          </p:nvPr>
        </p:nvSpPr>
        <p:spPr>
          <a:xfrm>
            <a:off x="2438280" y="6248520"/>
            <a:ext cx="21304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5"/>
          </p:nvPr>
        </p:nvSpPr>
        <p:spPr>
          <a:xfrm>
            <a:off x="5790960" y="6248520"/>
            <a:ext cx="2896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3366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3366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6"/>
          </p:nvPr>
        </p:nvSpPr>
        <p:spPr>
          <a:xfrm>
            <a:off x="75960" y="6248520"/>
            <a:ext cx="587160" cy="48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lang="pt-BR" sz="26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1FE2F5-8528-4D47-95B3-C911EA248628}" type="slidenum">
              <a:rPr b="1" lang="pt-BR" sz="2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964800" y="1269360"/>
            <a:ext cx="7671600" cy="134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1" lang="pt-BR" sz="36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6666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4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499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0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51"/>
              </a:spcBef>
              <a:buClr>
                <a:srgbClr val="003366"/>
              </a:buClr>
              <a:buSzPct val="80000"/>
              <a:buFont typeface="Arial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51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51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51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5800" y="990360"/>
            <a:ext cx="8229600" cy="190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137 - LIBERTO DA ESCRAVIDÃO</a:t>
            </a:r>
            <a:r>
              <a:rPr b="1" i="1" lang="pt-BR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	</a:t>
            </a:r>
            <a:endParaRPr b="1" lang="pt-BR" sz="36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26560" y="2349360"/>
            <a:ext cx="7859880" cy="338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Em Babilônia, em prisão, </a:t>
            </a:r>
            <a:br>
              <a:rPr sz="4000"/>
            </a:br>
            <a:r>
              <a:rPr b="0" lang="en-US" sz="40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Estava Israel,</a:t>
            </a:r>
            <a:br>
              <a:rPr sz="4000"/>
            </a:br>
            <a:r>
              <a:rPr b="0" lang="en-US" sz="40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O povo santo de Sião, </a:t>
            </a:r>
            <a:br>
              <a:rPr sz="4000"/>
            </a:br>
            <a:r>
              <a:rPr b="0" lang="en-US" sz="40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Sofrendo dor cruel.</a:t>
            </a:r>
            <a:br>
              <a:rPr sz="4000"/>
            </a:br>
            <a:endParaRPr b="1" lang="pt-BR" sz="40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26560" y="2349360"/>
            <a:ext cx="7859880" cy="338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Mas, um dia, se ouviu, 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Que do rei a voz saiu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P'ra voltarem da escravidão.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Todo povo a jubilar, 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Com as harpas a cantar, 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Foi em busca de Sião.</a:t>
            </a:r>
            <a:endParaRPr b="1" lang="pt-BR" sz="36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55280" y="2421000"/>
            <a:ext cx="7931160" cy="295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"Cantai" disseram os caldeus, </a:t>
            </a:r>
            <a:br>
              <a:rPr sz="3600"/>
            </a:br>
            <a:r>
              <a:rPr b="0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Os hinos de Sião,</a:t>
            </a:r>
            <a:br>
              <a:rPr sz="3600"/>
            </a:br>
            <a:r>
              <a:rPr b="0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Mas isto mais entristeceu, </a:t>
            </a:r>
            <a:br>
              <a:rPr sz="3600"/>
            </a:br>
            <a:r>
              <a:rPr b="0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Os filhos de Abraão.</a:t>
            </a:r>
            <a:br>
              <a:rPr sz="3600"/>
            </a:br>
            <a:endParaRPr b="1" lang="pt-BR" sz="36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26560" y="2349360"/>
            <a:ext cx="7859880" cy="338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Mas, um dia, se ouviu, 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Que do rei a voz saiu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P'ra voltarem da escravidão.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Todo povo a jubilar, 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Com as harpas a cantar, 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Foi em busca de Sião.</a:t>
            </a:r>
            <a:endParaRPr b="1" lang="pt-BR" sz="36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26560" y="2349360"/>
            <a:ext cx="7859880" cy="273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Libertos foram lá por Deus </a:t>
            </a:r>
            <a:br>
              <a:rPr sz="3600"/>
            </a:br>
            <a:r>
              <a:rPr b="0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Da vil escravidão.</a:t>
            </a:r>
            <a:br>
              <a:rPr sz="3600"/>
            </a:br>
            <a:r>
              <a:rPr b="0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E toda alma se encheu, </a:t>
            </a:r>
            <a:br>
              <a:rPr sz="3600"/>
            </a:br>
            <a:r>
              <a:rPr b="0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De riso e gratidão.</a:t>
            </a:r>
            <a:br>
              <a:rPr sz="3600"/>
            </a:br>
            <a:endParaRPr b="1" lang="pt-BR" sz="36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26560" y="2349360"/>
            <a:ext cx="7859880" cy="338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Mas, um dia, se ouviu, 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Que do rei a voz saiu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P'ra voltarem da escravidão.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Todo povo a jubilar, 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Com as harpas a cantar, 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Foi em busca de Sião.</a:t>
            </a:r>
            <a:endParaRPr b="1" lang="pt-BR" sz="36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26560" y="2349000"/>
            <a:ext cx="7859880" cy="302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Quão grandes coisas nos fez Deus! </a:t>
            </a:r>
            <a:br>
              <a:rPr sz="3600"/>
            </a:br>
            <a:r>
              <a:rPr b="0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Cantavam, já, então;</a:t>
            </a:r>
            <a:br>
              <a:rPr sz="3600"/>
            </a:br>
            <a:r>
              <a:rPr b="0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E qual um sonho pareceu</a:t>
            </a:r>
            <a:br>
              <a:rPr sz="3600"/>
            </a:br>
            <a:r>
              <a:rPr b="0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A volta p'ra Sião.</a:t>
            </a:r>
            <a:br>
              <a:rPr sz="3600"/>
            </a:br>
            <a:endParaRPr b="1" lang="pt-BR" sz="36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26560" y="2349360"/>
            <a:ext cx="7859880" cy="338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Mas, um dia, se ouviu, 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Que do rei a voz saiu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P'ra voltarem da escravidão.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Todo povo a jubilar, 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Com as harpas a cantar, 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Foi em busca de Sião.</a:t>
            </a:r>
            <a:endParaRPr b="1" lang="pt-BR" sz="36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00000" y="2349360"/>
            <a:ext cx="7786800" cy="26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E neste mundo, qual Babel, </a:t>
            </a:r>
            <a:br>
              <a:rPr sz="3600"/>
            </a:br>
            <a:r>
              <a:rPr b="0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Há muitos em prisão,</a:t>
            </a:r>
            <a:br>
              <a:rPr sz="3600"/>
            </a:br>
            <a:r>
              <a:rPr b="0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Sofrendo uma dor cruel, </a:t>
            </a:r>
            <a:br>
              <a:rPr sz="3600"/>
            </a:br>
            <a:r>
              <a:rPr b="0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Sem ter consolação.</a:t>
            </a:r>
            <a:br>
              <a:rPr sz="3200"/>
            </a:br>
            <a:endParaRPr b="1" lang="pt-BR" sz="36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971280" y="2420640"/>
            <a:ext cx="7715160" cy="338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Mas, de Cristo se ouviu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Que de Deus, a voz saiu,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P'ra voltarem da escravidão. 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Queiras isto aceitar,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Com a harpa vem cantar,</a:t>
            </a:r>
            <a:br>
              <a:rPr sz="3600"/>
            </a:br>
            <a:r>
              <a:rPr b="1" i="1" lang="en-US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E, assim, voltar p'ra Sião.</a:t>
            </a:r>
            <a:r>
              <a:rPr b="0" i="1" lang="en-US" sz="32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	</a:t>
            </a:r>
            <a:r>
              <a:rPr b="1" lang="en-US" sz="14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P.L.M.</a:t>
            </a:r>
            <a:br>
              <a:rPr sz="1400"/>
            </a:br>
            <a:endParaRPr b="1" lang="pt-BR" sz="14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2005-10-16T00:28:41Z</dcterms:created>
  <dc:creator>Montagna</dc:creator>
  <dc:description/>
  <dc:language>pt-BR</dc:language>
  <cp:lastModifiedBy>Junior</cp:lastModifiedBy>
  <dcterms:modified xsi:type="dcterms:W3CDTF">2005-10-17T09:52:23Z</dcterms:modified>
  <cp:revision>3</cp:revision>
  <dc:subject/>
  <dc:title>137 - LIBERTO DA ESCRAVIDÃO </dc:title>
</cp:coreProperties>
</file>