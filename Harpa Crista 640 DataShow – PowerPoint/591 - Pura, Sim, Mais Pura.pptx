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D2C8F-EF2C-40AF-B92D-F96EA5762F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D102C-10B3-45FB-9967-CB0E26121F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BE7CB0-0843-4364-B863-1938806607F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591 - Pura, Sim, Mais Pura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Pura, sim, mais pura quero a mente ter!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Gozo, sim, mais gozo possa eu conhecer!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Jesus Bendito, ouve esta oração, Pois a ti pertence o meu coração.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Calmo, sim, mais calmo sempre quero estar.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Firme, sim, mais firme possa eu sempre andar!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me esmoreça este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em Cristo tenho toda a perfeição.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Alto, sim, mais alto que as estrelas 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Perto, sim, mais perto de Jesus estou.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meu modelo, sempre o seguirei: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quanto anelo nele encontrarei.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seja louvado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2005-12-26T23:17:19Z</dcterms:created>
  <dc:creator>Junior</dc:creator>
  <dc:description/>
  <dc:language>pt-BR</dc:language>
  <cp:lastModifiedBy>Junior</cp:lastModifiedBy>
  <dcterms:modified xsi:type="dcterms:W3CDTF">2005-12-26T23:17:20Z</dcterms:modified>
  <cp:revision>1</cp:revision>
  <dc:subject/>
  <dc:title>591 - Pura, Sim, Mais Pura</dc:title>
</cp:coreProperties>
</file>