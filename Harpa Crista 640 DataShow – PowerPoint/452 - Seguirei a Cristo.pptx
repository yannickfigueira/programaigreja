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61F75E-D969-418F-8D3E-628EF58C86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19C03D-2451-4676-8971-6376AF9C5F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5E03D1-7BD9-4946-BB32-C2E836C7609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452 – Seguirei a Cristo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Sempre! Sempre!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Seguirei a Cristo!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quer que Ele for,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seguirei,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Sempre! Sempre!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Seguirei a Cristo!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quer que Ele for,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seguirei!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2005-12-26T15:24:41Z</dcterms:created>
  <dc:creator>Junior</dc:creator>
  <dc:description/>
  <dc:language>pt-BR</dc:language>
  <cp:lastModifiedBy>Junior</cp:lastModifiedBy>
  <dcterms:modified xsi:type="dcterms:W3CDTF">2005-12-26T15:24:43Z</dcterms:modified>
  <cp:revision>1</cp:revision>
  <dc:subject/>
  <dc:title>452 – Seguirei a Cristo</dc:title>
</cp:coreProperties>
</file>