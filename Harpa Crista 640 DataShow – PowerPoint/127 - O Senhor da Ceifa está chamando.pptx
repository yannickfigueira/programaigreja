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85B970-3A65-4D97-A1FD-931ED05082A5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"/>
          <p:cNvGrpSpPr/>
          <p:nvPr/>
        </p:nvGrpSpPr>
        <p:grpSpPr>
          <a:xfrm>
            <a:off x="0" y="0"/>
            <a:ext cx="9148320" cy="6851520"/>
            <a:chOff x="0" y="0"/>
            <a:chExt cx="9148320" cy="6851520"/>
          </a:xfrm>
        </p:grpSpPr>
        <p:sp>
          <p:nvSpPr>
            <p:cNvPr id="43" name=""/>
            <p:cNvSpPr/>
            <p:nvPr/>
          </p:nvSpPr>
          <p:spPr>
            <a:xfrm>
              <a:off x="8007120" y="4168800"/>
              <a:ext cx="114120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548560" y="6022800"/>
              <a:ext cx="59976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015120" y="6689880"/>
              <a:ext cx="13320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" name=""/>
            <p:cNvGrpSpPr/>
            <p:nvPr/>
          </p:nvGrpSpPr>
          <p:grpSpPr>
            <a:xfrm>
              <a:off x="455400" y="0"/>
              <a:ext cx="8092440" cy="6851520"/>
              <a:chOff x="455400" y="0"/>
              <a:chExt cx="8092440" cy="6851520"/>
            </a:xfrm>
          </p:grpSpPr>
          <p:sp>
            <p:nvSpPr>
              <p:cNvPr id="47" name=""/>
              <p:cNvSpPr/>
              <p:nvPr/>
            </p:nvSpPr>
            <p:spPr>
              <a:xfrm>
                <a:off x="4425480" y="0"/>
                <a:ext cx="11376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4901760" y="0"/>
                <a:ext cx="27576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5328720" y="0"/>
                <a:ext cx="53460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5833440" y="0"/>
                <a:ext cx="67752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6262200" y="0"/>
                <a:ext cx="88524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6738480" y="0"/>
                <a:ext cx="109476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7176600" y="0"/>
                <a:ext cx="137124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3806280" y="0"/>
                <a:ext cx="23760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3120480" y="0"/>
                <a:ext cx="47592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2484000" y="0"/>
                <a:ext cx="67428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1788480" y="0"/>
                <a:ext cx="91260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1112400" y="0"/>
                <a:ext cx="116964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455400" y="0"/>
                <a:ext cx="133308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"/>
            <p:cNvSpPr/>
            <p:nvPr/>
          </p:nvSpPr>
          <p:spPr>
            <a:xfrm>
              <a:off x="7560" y="4605480"/>
              <a:ext cx="96192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560" y="6175440"/>
              <a:ext cx="36180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7580160" y="0"/>
              <a:ext cx="156168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8000640" y="0"/>
              <a:ext cx="114120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494560" y="0"/>
              <a:ext cx="64728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560" y="0"/>
              <a:ext cx="136188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7560" y="0"/>
              <a:ext cx="93312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7560" y="0"/>
              <a:ext cx="42840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0" y="436392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0" y="374004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0" y="498780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"/>
            <p:cNvGrpSpPr/>
            <p:nvPr/>
          </p:nvGrpSpPr>
          <p:grpSpPr>
            <a:xfrm>
              <a:off x="0" y="622440"/>
              <a:ext cx="9140760" cy="2493720"/>
              <a:chOff x="0" y="622440"/>
              <a:chExt cx="9140760" cy="2493720"/>
            </a:xfrm>
          </p:grpSpPr>
          <p:sp>
            <p:nvSpPr>
              <p:cNvPr id="72" name=""/>
              <p:cNvSpPr/>
              <p:nvPr/>
            </p:nvSpPr>
            <p:spPr>
              <a:xfrm>
                <a:off x="0" y="124452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0" y="311616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249228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186840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62244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" name=""/>
            <p:cNvSpPr/>
            <p:nvPr/>
          </p:nvSpPr>
          <p:spPr>
            <a:xfrm>
              <a:off x="0" y="623556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0" y="561168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F39AE4-2904-4508-B1F3-5B3D2E53E443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ccecff"/>
              </a:buClr>
              <a:buFont typeface="Verdan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1341360"/>
            <a:ext cx="9144000" cy="15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127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O SENHOR DA CEIFA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259920"/>
            <a:ext cx="9144000" cy="259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Senhor da Ceifa está chamando;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“Quem quer ir por Mim a procurar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Almas que no mundo, vão chorando;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Sem da salvação participar?”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308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Deus!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Toca-me com brasa do altar;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Deus,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Sim, alegre, atendo ao Teu mandar.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250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profeta a Deus se aproximando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Considera-se um pecador,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Mas, o fogo santo o queimando,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Torna-o útil para seu Senhor.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308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Deus!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Toca-me com brasa do altar;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Deus,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Sim, alegre, atendo ao Teu mandar.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229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Muitos são os que vão expirando,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Sem ter esperança de ver Deus: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Vai depressa lhes anunciando,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Jesus os leva para os céus.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308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Deus!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Toca-me com brasa do altar;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Deus,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Sim, alegre, atendo ao Teu mandar.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264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Breve, os trabalhos serão findos,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Bençãos vão os servos desfrutar;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Jesus os saudará: 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“Bem-vindos”,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Esta glória espero alcançar.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308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Deus!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Toca-me com brasa do altar;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Fala Deus, Fala Deus!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Sim, alegre, atendo ao Teu mandar.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2004-07-25T14:20:29Z</dcterms:created>
  <dc:creator>Jose Antonio de Bem</dc:creator>
  <dc:description/>
  <dc:language>pt-BR</dc:language>
  <cp:lastModifiedBy>Junior</cp:lastModifiedBy>
  <dcterms:modified xsi:type="dcterms:W3CDTF">2005-08-27T20:05:21Z</dcterms:modified>
  <cp:revision>3</cp:revision>
  <dc:subject/>
  <dc:title>O Senhor da Ceifa está chamando; “Quem quer ir por Mim a procurar Almas que no mundo, vão chorando; Sem da salvação participar?”</dc:title>
</cp:coreProperties>
</file>