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B53E5F-23EA-40FF-BD7F-283F33CCA2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151E93-D78B-4A8F-B408-199C37221E4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14AA66A-5012-41D3-AC95-28F3DD65885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162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ESTANDARTE DA VERDADE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verdade, levantemos o estandarte, Arvoremos o estandarte de Jesus. Proclamemos, com valor,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toda parte,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mensagem soleníssima da cruz.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mundo está sem luz, sem paz;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Levemos paz, consolação,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quem, na dor, no luto faz,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luz, sem paz, sem salvação.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verdade, levantemos o estandarte; Proclamaremos 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é luz e paz;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Pecador, ouve! Jesus tem para dar-te Salvação que nEle só, encontrarás.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mundo está sem luz, sem paz;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Levemos paz, consolação,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quem, na dor, no luto faz,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luz, sem paz, sem salvação.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Evangelho, levantemos o estandarte,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desperta do teu sono, pecador; Que o teu Deus, que o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Senhor tem para dar-te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Copiosas bênçãos do Seu grande amor.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mundo está sem luz, sem paz;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Levemos paz, consolação,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quem, na dor, no luto faz,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luz, sem paz, sem salvação.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2005-12-23T12:53:53Z</dcterms:created>
  <dc:creator>Junior</dc:creator>
  <dc:description/>
  <dc:language>pt-BR</dc:language>
  <cp:lastModifiedBy>Junior</cp:lastModifiedBy>
  <dcterms:modified xsi:type="dcterms:W3CDTF">2005-12-23T12:54:40Z</dcterms:modified>
  <cp:revision>1</cp:revision>
  <dc:subject/>
  <dc:title> 162 O ESTANDARTE DA VERDADE </dc:title>
</cp:coreProperties>
</file>