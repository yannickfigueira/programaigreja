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77D50C-7FA7-42D9-9B5D-24EFD25FE7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559780-BDB9-4DD0-A12C-6DB788F16B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1EC53D3-DDD4-4D85-AD2C-82C456E2BBF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329 – Jesus é Minha Paz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nos braços me tomou,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deu a paz;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Agora canto a quem me amou,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minha paz!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Faminto e sedento andei,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ter descanso, aqui;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água viva eu aceitei;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Achei descanso aqui!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Onipotente pra me amar,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Cristo, o Rei dos céus;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Alegremente vou cantar;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Achei descanso em Deus!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2005-12-26T19:01:34Z</dcterms:created>
  <dc:creator>Junior</dc:creator>
  <dc:description/>
  <dc:language>pt-BR</dc:language>
  <cp:lastModifiedBy>Junior</cp:lastModifiedBy>
  <dcterms:modified xsi:type="dcterms:W3CDTF">2005-12-26T19:01:36Z</dcterms:modified>
  <cp:revision>1</cp:revision>
  <dc:subject/>
  <dc:title>329 – Jesus é Minha Paz </dc:title>
</cp:coreProperties>
</file>