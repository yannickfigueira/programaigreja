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3459A8-8A46-42AF-AF55-270AF88B0A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368C4-46D8-4474-A907-6289D027DF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EC45C3-DDEB-49E9-A9CC-7B2B15B01A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CANAÃ EU ENTRAREI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Canaã eu entrarei,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país ditoso,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Sião habitarei; que paz ali terei Com meu Jesus! Que gozo!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dará repouso,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cantar, então, nos céus,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hino ao meu Deus!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poder e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santos reunidos,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reino dos remidos,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Entoarão, enfim, nos céus,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 hino ao bom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muitas provas eu passei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lutas bem notórias;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de andar não cansarei,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eu ver o Rei.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que dá vitória,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levará em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entrarei no esplendor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reino do Senhor.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poder e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santos reunidos,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reino dos remidos,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Entoarão, enfim, nos céus,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 hino ao bom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breve Cristo voltará;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nuvens, vê-Lo-emos;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Seu povo levará, e festa haverá; Ao céu nós subiremos,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lá encontraremos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nosso caro e bom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Verdade, vida e luz.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poder e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santos reunidos,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reino dos remidos,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Entoarão, enfim, nos céus,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 hino ao bom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2005-12-23T21:37:33Z</dcterms:created>
  <dc:creator>Junior</dc:creator>
  <dc:description/>
  <dc:language>pt-BR</dc:language>
  <cp:lastModifiedBy>Junior</cp:lastModifiedBy>
  <dcterms:modified xsi:type="dcterms:W3CDTF">2005-12-23T21:37:45Z</dcterms:modified>
  <cp:revision>1</cp:revision>
  <dc:subject/>
  <dc:title>276 EM CANAÃ EU ENTRAREI </dc:title>
</cp:coreProperties>
</file>