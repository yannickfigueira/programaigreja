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D49EC2-55FE-4EC8-A3DF-75F86D6B74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71F99B-295F-40C0-BCC4-024D93D95D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25C72C-B894-42E3-BF6C-763774DD940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558 – Dai-me a Bíblia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Dai-me a Bíblia, que eu tanto anelo: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caminho quero sempre andar.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suas palavras são a grata nova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Cristo veio anunciar.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Dai-me a Bíblia, livro tão precioso!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Doutrina Santa: fonte é de luz.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seus ensinos, qual farol glorioso,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nós conduzem ao Senhor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Dai-me a Bíblia: dela eu preciso,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do pecado a mim vai livrar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suas palavras são tão poderosas,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minha alma podem renovar.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Dai-me a Bíblia, livro tão precioso!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Doutrina Santa: fonte é de luz.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seus ensinos, qual farol glorioso,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nós conduzem ao Senhor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Dai-me a Bíblia! Que meu guia seja!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nesta vida meu caminho e luz!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seus ensinos - o roteiro certo 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conduzam para o bom Jesus.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Dai-me a Bíblia, livro tão precioso!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Doutrina Santa: fonte é de luz.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seus ensinos, qual farol glorioso,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nós conduzem ao Senhor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2005-12-26T21:40:03Z</dcterms:created>
  <dc:creator>Junior</dc:creator>
  <dc:description/>
  <dc:language>pt-BR</dc:language>
  <cp:lastModifiedBy>Junior</cp:lastModifiedBy>
  <dcterms:modified xsi:type="dcterms:W3CDTF">2005-12-26T21:40:05Z</dcterms:modified>
  <cp:revision>1</cp:revision>
  <dc:subject/>
  <dc:title>558 – Dai-me a Bíblia</dc:title>
</cp:coreProperties>
</file>