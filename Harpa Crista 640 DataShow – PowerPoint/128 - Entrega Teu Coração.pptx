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media/image1.jpeg" ContentType="image/jpe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A992D65-F7F2-424A-8BAA-5A624B7057D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F34752D-A184-4043-9E14-D0DE2DD1539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6A77C6A-BFCC-4B90-B94C-27AA1A633635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755640" y="2060640"/>
            <a:ext cx="7702560" cy="1900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128 </a:t>
            </a:r>
            <a:br>
              <a:rPr sz="3600"/>
            </a:br>
            <a:r>
              <a:rPr b="1" lang="pt-BR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ENTREGA TEU CORAÇÃO</a:t>
            </a:r>
            <a:br>
              <a:rPr sz="3600"/>
            </a:b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0" y="274680"/>
            <a:ext cx="9144000" cy="4883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 alma triste, perdida,</a:t>
            </a:r>
            <a:br>
              <a:rPr sz="4400"/>
            </a:br>
            <a:r>
              <a:rPr b="0" lang="en-US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Que vagas sem teireção!</a:t>
            </a:r>
            <a:br>
              <a:rPr sz="4400"/>
            </a:br>
            <a:r>
              <a:rPr b="0" lang="en-US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Aceita de Deus a vida, </a:t>
            </a:r>
            <a:br>
              <a:rPr sz="4400"/>
            </a:br>
            <a:r>
              <a:rPr b="0" lang="en-US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Entrega teu coração!</a:t>
            </a:r>
            <a:br>
              <a:rPr sz="4400"/>
            </a:b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404640"/>
            <a:ext cx="9144000" cy="5602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Dá, hoje, a Cristo,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Teu coração, teu coração.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Pois nEle acharás a paz, o perdão, Entrega teu coração.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Dá, hoje, a Cristo,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Teu coração, teu coração.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Pois nEle acharás a paz, o perdão, Entrega teu coração.</a:t>
            </a: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274680"/>
            <a:ext cx="9144000" cy="531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Jesus não quer teu dinheiro;</a:t>
            </a:r>
            <a:br>
              <a:rPr sz="4400"/>
            </a:br>
            <a:r>
              <a:rPr b="0" lang="en-US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graça te dá salvação! </a:t>
            </a:r>
            <a:br>
              <a:rPr sz="4400"/>
            </a:br>
            <a:r>
              <a:rPr b="0" lang="en-US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gozo mui verdadeiro:</a:t>
            </a:r>
            <a:br>
              <a:rPr sz="4400"/>
            </a:br>
            <a:r>
              <a:rPr b="0" lang="en-US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Entrega teu coração!</a:t>
            </a:r>
            <a:br>
              <a:rPr sz="4400"/>
            </a:b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476280"/>
            <a:ext cx="9144000" cy="5616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Dá, hoje, a Cristo,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Teu coração, teu coração.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Pois nEle acharás a paz, o perdão, Entrega teu coração.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Dá, hoje, a Cristo,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Teu coração, teu coração.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Pois nEle acharás a paz, o perdão, Entrega teu coração.</a:t>
            </a: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274680"/>
            <a:ext cx="9144000" cy="5170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Cristo ressuscitado </a:t>
            </a:r>
            <a:br>
              <a:rPr sz="4400"/>
            </a:br>
            <a:r>
              <a:rPr b="0" lang="en-US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Aceita o vero perdão, </a:t>
            </a:r>
            <a:br>
              <a:rPr sz="4400"/>
            </a:br>
            <a:r>
              <a:rPr b="0" lang="en-US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 queres ser libertado, </a:t>
            </a:r>
            <a:br>
              <a:rPr sz="4400"/>
            </a:br>
            <a:r>
              <a:rPr b="0" lang="en-US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Entrega teu coração.</a:t>
            </a:r>
            <a:br>
              <a:rPr sz="4400"/>
            </a:b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620280"/>
            <a:ext cx="9144000" cy="547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Dá, hoje, a Cristo,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Teu coração, teu coração.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Pois nEle acharás a paz, o perdão, Entrega teu coração.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Dá, hoje, a Cristo,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Teu coração, teu coração.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Pois nEle acharás a paz, o perdão, Entrega teu coração.</a:t>
            </a: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691920"/>
            <a:ext cx="9144000" cy="5025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Agora é o tempo aceitável</a:t>
            </a:r>
            <a:br>
              <a:rPr sz="4400"/>
            </a:br>
            <a:r>
              <a:rPr b="0" lang="en-US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 dia em que há salvação.</a:t>
            </a:r>
            <a:br>
              <a:rPr sz="4400"/>
            </a:br>
            <a:r>
              <a:rPr b="0" lang="en-US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Cristo, meigo, adorável</a:t>
            </a:r>
            <a:br>
              <a:rPr sz="4400"/>
            </a:br>
            <a:r>
              <a:rPr b="0" lang="en-US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Entrega teu coração.</a:t>
            </a:r>
            <a:r>
              <a:rPr b="0" lang="en-US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	</a:t>
            </a:r>
            <a:br>
              <a:rPr sz="4400"/>
            </a:br>
            <a:br>
              <a:rPr sz="4400"/>
            </a:br>
            <a:r>
              <a:rPr b="0" lang="en-US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	</a:t>
            </a:r>
            <a:r>
              <a:rPr b="0" lang="en-US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	</a:t>
            </a:r>
            <a:r>
              <a:rPr b="0" lang="en-US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	</a:t>
            </a:r>
            <a:r>
              <a:rPr b="0" lang="en-US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	</a:t>
            </a:r>
            <a:r>
              <a:rPr b="0" lang="en-US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	</a:t>
            </a:r>
            <a:r>
              <a:rPr b="0" lang="en-US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	</a:t>
            </a:r>
            <a:r>
              <a:rPr b="0" lang="en-US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	</a:t>
            </a:r>
            <a:r>
              <a:rPr b="0" lang="en-US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	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J.T.L.</a:t>
            </a:r>
            <a:br>
              <a:rPr sz="1800"/>
            </a:b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475920"/>
            <a:ext cx="9144000" cy="5545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Dá, hoje, a Cristo,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Teu coração, teu coração.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Pois nEle acharás a paz, o perdão, Entrega teu coração.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Dá, hoje, a Cristo,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Teu coração, teu coração.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Pois nEle acharás a paz, o perdão, Entrega teu coração.</a:t>
            </a: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2005-10-16T00:09:29Z</dcterms:created>
  <dc:creator>Montagna</dc:creator>
  <dc:description/>
  <dc:language>pt-BR</dc:language>
  <cp:lastModifiedBy>Junior</cp:lastModifiedBy>
  <dcterms:modified xsi:type="dcterms:W3CDTF">2005-10-16T21:44:28Z</dcterms:modified>
  <cp:revision>2</cp:revision>
  <dc:subject/>
  <dc:title>128 - ENTREGA TEU CORAÇÃO </dc:title>
</cp:coreProperties>
</file>