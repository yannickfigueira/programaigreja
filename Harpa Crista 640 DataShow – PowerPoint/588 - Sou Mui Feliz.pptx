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1EB70C-D343-4386-A66C-C91781DA3C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43D3FF-CD26-4898-9E50-C307A4A5D7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0E0509-65BB-49C1-A613-2CC8464C999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588 - Sou Mui Feliz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Fui pecador, perverso e mau,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de Ti vaguei!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mui feliz eu hoje sou,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meu Deus e Rei.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percebi a tua voz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me chamar: "Oh, vem!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filho meu! Eu dar-te-ei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perdão! Sim, vem!”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Logo a teus pés, humilde, vim,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prostrei, Senhor!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sou feliz, porque senti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benigno amor!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2005-12-26T23:12:31Z</dcterms:created>
  <dc:creator>Junior</dc:creator>
  <dc:description/>
  <dc:language>pt-BR</dc:language>
  <cp:lastModifiedBy>Junior</cp:lastModifiedBy>
  <dcterms:modified xsi:type="dcterms:W3CDTF">2005-12-26T23:12:33Z</dcterms:modified>
  <cp:revision>1</cp:revision>
  <dc:subject/>
  <dc:title>588 - Sou Mui Feliz </dc:title>
</cp:coreProperties>
</file>