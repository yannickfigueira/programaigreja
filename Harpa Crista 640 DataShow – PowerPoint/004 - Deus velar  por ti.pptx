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e3ebf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20AC5B-A104-4EF7-A6FE-48E8ADEDAD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3ebf1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e3ebf1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BF6E1B-C055-43ED-94B3-A1834668B269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Velará Por Ti</a:t>
            </a:r>
            <a:endParaRPr b="0" lang="pt-BR" sz="4000" strike="noStrike" u="none">
              <a:solidFill>
                <a:srgbClr val="e3ebf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Não desamines Deus proverá 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velará por ti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Sob suas asas te acolherá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velará por ti</a:t>
            </a:r>
            <a:endParaRPr b="0" lang="pt-BR" sz="4000" strike="noStrike" u="none">
              <a:solidFill>
                <a:srgbClr val="e3ebf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cuidará de ti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No teu viver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No teu sofrer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Seu olhar te acompanhará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velará por ti</a:t>
            </a:r>
            <a:endParaRPr b="0" lang="pt-BR" sz="4000" strike="noStrike" u="none">
              <a:solidFill>
                <a:srgbClr val="e3ebf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Se o coração palpitar de dor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velará por ti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Tu já provaste Seu terno amor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velará por ti</a:t>
            </a:r>
            <a:endParaRPr b="0" lang="pt-BR" sz="4000" strike="noStrike" u="none">
              <a:solidFill>
                <a:srgbClr val="e3ebf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cuidará de ti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No teu viver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No teu sofrer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Seu olhar te acompanhará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velará por ti</a:t>
            </a:r>
            <a:endParaRPr b="0" lang="pt-BR" sz="4000" strike="noStrike" u="none">
              <a:solidFill>
                <a:srgbClr val="e3ebf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Nos desalentos nas provações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velará por ti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Lembra-te Dele nas tentações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velará por ti</a:t>
            </a:r>
            <a:endParaRPr b="0" lang="pt-BR" sz="4000" strike="noStrike" u="none">
              <a:solidFill>
                <a:srgbClr val="e3ebf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cuidará de ti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No teu viver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No teu sofrer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Seu olhar te acompanhará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velará por ti</a:t>
            </a:r>
            <a:endParaRPr b="0" lang="pt-BR" sz="4000" strike="noStrike" u="none">
              <a:solidFill>
                <a:srgbClr val="e3ebf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Tudo o que pedes Ele fará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velará por ti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 o que precisas não negará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velará por ti</a:t>
            </a:r>
            <a:endParaRPr b="0" lang="pt-BR" sz="4000" strike="noStrike" u="none">
              <a:solidFill>
                <a:srgbClr val="e3ebf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cuidará de ti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No teu viver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No teu sofrer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Seu olhar te acompanhará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velará por ti</a:t>
            </a:r>
            <a:endParaRPr b="0" lang="pt-BR" sz="4000" strike="noStrike" u="none">
              <a:solidFill>
                <a:srgbClr val="e3ebf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Como estiveres não temas vem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velará por ti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Ele te entende e te ama bem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velará por ti</a:t>
            </a:r>
            <a:endParaRPr b="0" lang="pt-BR" sz="4000" strike="noStrike" u="none">
              <a:solidFill>
                <a:srgbClr val="e3ebf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cuidará de ti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No teu viver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No teu sofrer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Seu olhar te acompanhará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velará por ti</a:t>
            </a:r>
            <a:endParaRPr b="0" lang="pt-BR" sz="4000" strike="noStrike" u="none">
              <a:solidFill>
                <a:srgbClr val="e3ebf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cuidará de ti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No teu viver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No teu sofrer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Seu olhar te acompanhará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Deus velará por ti</a:t>
            </a:r>
            <a:endParaRPr b="0" lang="pt-BR" sz="4000" strike="noStrike" u="none">
              <a:solidFill>
                <a:srgbClr val="e3ebf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2005-07-24T19:23:06Z</dcterms:created>
  <dc:creator>Junior</dc:creator>
  <dc:description/>
  <dc:language>pt-BR</dc:language>
  <cp:lastModifiedBy>MB</cp:lastModifiedBy>
  <dcterms:modified xsi:type="dcterms:W3CDTF">2007-04-10T21:30:49Z</dcterms:modified>
  <cp:revision>4</cp:revision>
  <dc:subject/>
  <dc:title>Slide 1</dc:title>
</cp:coreProperties>
</file>