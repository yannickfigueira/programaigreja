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_rels/slide1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46ABC8-2883-4F9B-8C20-0B56AD4BB21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E18B15FD-5E33-4EA2-8A5D-C956F68BEFB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7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574 - Ó Pai Bondoso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Pai bondoso, vem nos guiar!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400"/>
            </a:br>
            <a:r>
              <a:rPr b="0" i="1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 novo ano vem nos guardar!</a:t>
            </a:r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2005-12-26T22:39:18Z</dcterms:created>
  <dc:creator>Junior</dc:creator>
  <dc:description/>
  <dc:language>pt-BR</dc:language>
  <cp:lastModifiedBy>Junior</cp:lastModifiedBy>
  <dcterms:modified xsi:type="dcterms:W3CDTF">2005-12-26T22:39:20Z</dcterms:modified>
  <cp:revision>1</cp:revision>
  <dc:subject/>
  <dc:title>574 - Ó Pai Bondoso     Ó Pai bondoso, vem nos guiar!  No novo ano vem nos guardar! </dc:title>
</cp:coreProperties>
</file>