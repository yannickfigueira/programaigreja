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311AF4-0831-4FEA-AC85-9F45B741C0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51F33F-2341-456E-AF2D-B9997239F1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649C5E-6F65-424B-92ED-D244E6609F3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506 – Bíblia Sagrada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Bíblia Sagrada, de Deus mandada;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Celeste tocha, de vera luz,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 minh'alma cheia de calma,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nela ouço a voz de Jesus!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Bíblia gloriosa, jóia preciosa,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meu tesouro do coração.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enriquece, me fortalece; Mostra-me em Cristo a salvação!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Bíblia bendita, graça infinita,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revela, o Seu poder!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Dom verdadeiro ao mundo inteiro,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Dela obtenho sumo saber!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2005-12-24T11:47:25Z</dcterms:created>
  <dc:creator>Junior</dc:creator>
  <dc:description/>
  <dc:language>pt-BR</dc:language>
  <cp:lastModifiedBy>Junior</cp:lastModifiedBy>
  <dcterms:modified xsi:type="dcterms:W3CDTF">2005-12-24T11:47:28Z</dcterms:modified>
  <cp:revision>1</cp:revision>
  <dc:subject/>
  <dc:title>506 – Bíblia Sagrada </dc:title>
</cp:coreProperties>
</file>