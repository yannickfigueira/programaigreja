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9F40F1-F6AE-427F-BB69-F4E6E36EDB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287EFD-4DAF-4B08-885C-A68B87D0D8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A83888-9E01-4FE8-9A4A-D7BA516AF86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209680"/>
            <a:ext cx="9144000" cy="147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352 – Jesus, nossa esperança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Jesus, nossa esperança,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Vide santa - nós os ramos;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fervor e confiança,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Vera graça Te rogamos, Ó Salvador.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Nossos corações contritos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Ti nós apresentamos.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lavá-los, Jesus Cristo.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Teu sangue, suplicamos,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Salvador.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que Tu tens resgatado,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e mais os purifica.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que os tens pra luz chamado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Suas almas santifica,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Salvador.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2005-12-26T18:19:31Z</dcterms:created>
  <dc:creator>Junior</dc:creator>
  <dc:description/>
  <dc:language>pt-BR</dc:language>
  <cp:lastModifiedBy>Junior</cp:lastModifiedBy>
  <dcterms:modified xsi:type="dcterms:W3CDTF">2005-12-26T18:19:33Z</dcterms:modified>
  <cp:revision>1</cp:revision>
  <dc:subject/>
  <dc:title>352 – Jesus, nossa esperança </dc:title>
</cp:coreProperties>
</file>