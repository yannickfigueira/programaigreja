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18B131-E3F2-468C-BF83-77F01469E6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75731-BCA1-4AD3-9310-E1BF6B05FD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7C698D-CA0D-4347-9CA1-4EF6C0FBA08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445 – Resgatado com o sangue de Cristo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ouro e prata não fui resgatado,</a:t>
            </a: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Tesouro terrestre, jamais me livrou;</a:t>
            </a: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preço foi o sangue de Cristo, manado</a:t>
            </a: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do Calvário onde a vida raiou!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prata e ouro não fui remido,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por tesouro de mui valor,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pelo sangue que foi vertido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meu Salvador!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ouro e a prata valor, oh! não tinham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satisfazer a justiça de Deus.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Cristo pagou toda a dívida minha; Encheu-me de amor e de paz lá do céu.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prata e ouro não fui remido,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por tesouro de mui valor,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pelo sangue que foi vertido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meu Salvador!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ouro e por prata não pude chegar-me</a:t>
            </a:r>
            <a:r>
              <a:rPr b="0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Diante de Deus e o perdão obter;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 Cristo, eu pude lançar-me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divina e o favor receber.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prata e ouro não fui remido,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por tesouro de mui valor,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pelo sangue que foi vertido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meu Salvador!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ouro e por prata não fui redimido;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entrada do céu não se pode comprar;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só pelo sangue de Cristo vertido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cruz, poderemos a glória alcançar.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prata e ouro não fui remido,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por tesouro de mui valor,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pelo sangue que foi vertido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meu Salvador!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2005-12-26T15:44:26Z</dcterms:created>
  <dc:creator>Junior</dc:creator>
  <dc:description/>
  <dc:language>pt-BR</dc:language>
  <cp:lastModifiedBy>Junior</cp:lastModifiedBy>
  <dcterms:modified xsi:type="dcterms:W3CDTF">2005-12-26T15:44:28Z</dcterms:modified>
  <cp:revision>1</cp:revision>
  <dc:subject/>
  <dc:title>445 – Resgatado com o sangue de Cristo </dc:title>
</cp:coreProperties>
</file>