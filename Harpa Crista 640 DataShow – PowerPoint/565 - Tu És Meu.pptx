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81C33B-DC00-4622-BCA5-6D124E6831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76BAD1-C702-4F61-A4B1-3641F196D5A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1F674BD-C136-4E87-BCB2-409A141EB59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565 – Tu És Meu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eu sei que tu és meu,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Dom que Deus, o Pai, me deu.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Teus feitos majestosos são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gozo do meu coração.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o que tens, é para mim.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meu prazer está em ti.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Tomaste aqui o meu lugar,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eu estar no santo lar.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mim estás nos céus.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que eu mostre aqui a tua luz!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Revele sempre o teu amor!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Até que venhas, meu Senhor!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2005-12-26T22:14:58Z</dcterms:created>
  <dc:creator>Junior</dc:creator>
  <dc:description/>
  <dc:language>pt-BR</dc:language>
  <cp:lastModifiedBy>Junior</cp:lastModifiedBy>
  <dcterms:modified xsi:type="dcterms:W3CDTF">2005-12-26T22:15:00Z</dcterms:modified>
  <cp:revision>1</cp:revision>
  <dc:subject/>
  <dc:title>565 – Tu És Meu</dc:title>
</cp:coreProperties>
</file>