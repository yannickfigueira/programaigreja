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FD47AD-D001-43DD-A326-248C19E072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0EBEBE-6487-4DDB-94A2-78448FA335D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EDB7EDB-3A2E-4E4B-8EE4-BCFCB3491FA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599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HERDEIRO DO REINO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tu, herdeiro do reino celeste,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Não, não dormites, o fim vai chegar; Oh! cinge as armas e põe-te na luta, Pois a vitória desejas ganhar.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te detenham prazeres terrenos,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bem depressa terão de passar;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deixa a vida que ao mundo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 prende,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vem a Cristo que te há de salvar! 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as potências dispostas à luta;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Sê fervoroso, fiel, bom cristão;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no horizonte refulgem as glórias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nobre herdeiro,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Prorrompe em canção!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2005-12-24T11:08:58Z</dcterms:created>
  <dc:creator>Junior</dc:creator>
  <dc:description/>
  <dc:language>pt-BR</dc:language>
  <cp:lastModifiedBy>Junior</cp:lastModifiedBy>
  <dcterms:modified xsi:type="dcterms:W3CDTF">2005-12-24T11:09:17Z</dcterms:modified>
  <cp:revision>1</cp:revision>
  <dc:subject/>
  <dc:title>599 HERDEIRO DO REINO </dc:title>
</cp:coreProperties>
</file>