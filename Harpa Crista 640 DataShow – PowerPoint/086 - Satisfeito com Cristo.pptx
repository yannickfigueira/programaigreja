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75"/>
                  </a:gs>
                  <a:gs pos="100000">
                    <a:srgbClr val="00007a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00006e"/>
                  </a:gs>
                  <a:gs pos="50000">
                    <a:srgbClr val="00007a"/>
                  </a:gs>
                  <a:gs pos="100000">
                    <a:srgbClr val="00006e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dt" idx="1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CC990F-D9AA-4DE5-B1AE-41D53A663364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00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00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"/>
          <p:cNvGrpSpPr/>
          <p:nvPr/>
        </p:nvGrpSpPr>
        <p:grpSpPr>
          <a:xfrm>
            <a:off x="3600" y="1422360"/>
            <a:ext cx="9143640" cy="5435640"/>
            <a:chOff x="3600" y="1422360"/>
            <a:chExt cx="9143640" cy="5435640"/>
          </a:xfrm>
        </p:grpSpPr>
        <p:grpSp>
          <p:nvGrpSpPr>
            <p:cNvPr id="157" name=""/>
            <p:cNvGrpSpPr/>
            <p:nvPr/>
          </p:nvGrpSpPr>
          <p:grpSpPr>
            <a:xfrm>
              <a:off x="31680" y="1422360"/>
              <a:ext cx="9115560" cy="5435640"/>
              <a:chOff x="31680" y="1422360"/>
              <a:chExt cx="9115560" cy="5435640"/>
            </a:xfrm>
          </p:grpSpPr>
          <p:sp>
            <p:nvSpPr>
              <p:cNvPr id="2" name=""/>
              <p:cNvSpPr/>
              <p:nvPr/>
            </p:nvSpPr>
            <p:spPr>
              <a:xfrm>
                <a:off x="2220840" y="1771560"/>
                <a:ext cx="4469040" cy="3349800"/>
              </a:xfrm>
              <a:custGeom>
                <a:avLst/>
                <a:gdLst/>
                <a:ahLst/>
                <a:rect l="l" t="t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" name=""/>
              <p:cNvSpPr/>
              <p:nvPr/>
            </p:nvSpPr>
            <p:spPr>
              <a:xfrm>
                <a:off x="1066680" y="1771560"/>
                <a:ext cx="6296040" cy="3756240"/>
              </a:xfrm>
              <a:custGeom>
                <a:avLst/>
                <a:gdLst/>
                <a:ahLst/>
                <a:rect l="l" t="t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" name=""/>
              <p:cNvSpPr/>
              <p:nvPr/>
            </p:nvSpPr>
            <p:spPr>
              <a:xfrm>
                <a:off x="31680" y="1697040"/>
                <a:ext cx="9099720" cy="4932360"/>
              </a:xfrm>
              <a:custGeom>
                <a:avLst/>
                <a:gdLst/>
                <a:ahLst/>
                <a:rect l="l" t="t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" name=""/>
              <p:cNvSpPr/>
              <p:nvPr/>
            </p:nvSpPr>
            <p:spPr>
              <a:xfrm>
                <a:off x="384120" y="1817640"/>
                <a:ext cx="8750520" cy="4381560"/>
              </a:xfrm>
              <a:custGeom>
                <a:avLst/>
                <a:gdLst/>
                <a:ahLst/>
                <a:rect l="l" t="t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7683480" y="1562040"/>
                <a:ext cx="1254240" cy="1887480"/>
              </a:xfrm>
              <a:custGeom>
                <a:avLst/>
                <a:gdLst/>
                <a:ahLst/>
                <a:rect l="l" t="t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12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8211960" y="1422360"/>
                <a:ext cx="919440" cy="1773360"/>
              </a:xfrm>
              <a:custGeom>
                <a:avLst/>
                <a:gdLst/>
                <a:ahLst/>
                <a:rect l="l" t="t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224320" y="1536840"/>
                <a:ext cx="3922920" cy="3803400"/>
              </a:xfrm>
              <a:custGeom>
                <a:avLst/>
                <a:gdLst/>
                <a:ahLst/>
                <a:rect l="l" t="t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755880" y="1693800"/>
                <a:ext cx="2221200" cy="2141640"/>
              </a:xfrm>
              <a:custGeom>
                <a:avLst/>
                <a:gdLst/>
                <a:ahLst/>
                <a:rect l="l" t="t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86720" y="3224160"/>
                <a:ext cx="1993680" cy="1285920"/>
              </a:xfrm>
              <a:custGeom>
                <a:avLst/>
                <a:gdLst/>
                <a:ahLst/>
                <a:rect l="l" t="t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4626000" y="5518080"/>
                <a:ext cx="4521240" cy="1251000"/>
              </a:xfrm>
              <a:custGeom>
                <a:avLst/>
                <a:gdLst/>
                <a:ahLst/>
                <a:rect l="l" t="t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8640720" y="1463760"/>
                <a:ext cx="506520" cy="1355760"/>
              </a:xfrm>
              <a:custGeom>
                <a:avLst/>
                <a:gdLst/>
                <a:ahLst/>
                <a:rect l="l" t="t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864560" y="5664240"/>
                <a:ext cx="1025280" cy="622440"/>
              </a:xfrm>
              <a:custGeom>
                <a:avLst/>
                <a:gdLst/>
                <a:ahLst/>
                <a:rect l="l" t="t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64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79200" y="3809880"/>
                <a:ext cx="4343400" cy="3048120"/>
              </a:xfrm>
              <a:custGeom>
                <a:avLst/>
                <a:gdLst/>
                <a:ahLst/>
                <a:rect l="l" t="t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360">
                <a:solidFill>
                  <a:srgbClr val="00007a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8" name=""/>
            <p:cNvGrpSpPr/>
            <p:nvPr/>
          </p:nvGrpSpPr>
          <p:grpSpPr>
            <a:xfrm>
              <a:off x="3600" y="3639960"/>
              <a:ext cx="2193840" cy="2694240"/>
              <a:chOff x="3600" y="3639960"/>
              <a:chExt cx="2193840" cy="2694240"/>
            </a:xfrm>
          </p:grpSpPr>
          <p:sp>
            <p:nvSpPr>
              <p:cNvPr id="16" name=""/>
              <p:cNvSpPr/>
              <p:nvPr/>
            </p:nvSpPr>
            <p:spPr>
              <a:xfrm rot="6798600">
                <a:off x="99000" y="6163560"/>
                <a:ext cx="11916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 rot="6798600">
                <a:off x="52920" y="615852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" name=""/>
              <p:cNvSpPr/>
              <p:nvPr/>
            </p:nvSpPr>
            <p:spPr>
              <a:xfrm rot="6798600">
                <a:off x="10080" y="6150960"/>
                <a:ext cx="1188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9" name=""/>
              <p:cNvSpPr/>
              <p:nvPr/>
            </p:nvSpPr>
            <p:spPr>
              <a:xfrm rot="5999400">
                <a:off x="332280" y="6165000"/>
                <a:ext cx="1098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0" name=""/>
              <p:cNvSpPr/>
              <p:nvPr/>
            </p:nvSpPr>
            <p:spPr>
              <a:xfrm rot="5999400">
                <a:off x="289080" y="61729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1" name=""/>
              <p:cNvSpPr/>
              <p:nvPr/>
            </p:nvSpPr>
            <p:spPr>
              <a:xfrm rot="6249600">
                <a:off x="241560" y="6171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2" name=""/>
              <p:cNvSpPr/>
              <p:nvPr/>
            </p:nvSpPr>
            <p:spPr>
              <a:xfrm rot="6237600">
                <a:off x="195120" y="616824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3" name=""/>
              <p:cNvSpPr/>
              <p:nvPr/>
            </p:nvSpPr>
            <p:spPr>
              <a:xfrm rot="5380200">
                <a:off x="576360" y="614124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4" name=""/>
              <p:cNvSpPr/>
              <p:nvPr/>
            </p:nvSpPr>
            <p:spPr>
              <a:xfrm rot="5380200">
                <a:off x="527400" y="61459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5" name=""/>
              <p:cNvSpPr/>
              <p:nvPr/>
            </p:nvSpPr>
            <p:spPr>
              <a:xfrm rot="5583000">
                <a:off x="479880" y="615384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6" name=""/>
              <p:cNvSpPr/>
              <p:nvPr/>
            </p:nvSpPr>
            <p:spPr>
              <a:xfrm rot="5737200">
                <a:off x="429480" y="6161760"/>
                <a:ext cx="109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7" name=""/>
              <p:cNvSpPr/>
              <p:nvPr/>
            </p:nvSpPr>
            <p:spPr>
              <a:xfrm rot="4715400">
                <a:off x="819360" y="60775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8" name=""/>
              <p:cNvSpPr/>
              <p:nvPr/>
            </p:nvSpPr>
            <p:spPr>
              <a:xfrm rot="4924800">
                <a:off x="771840" y="60854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29" name=""/>
              <p:cNvSpPr/>
              <p:nvPr/>
            </p:nvSpPr>
            <p:spPr>
              <a:xfrm rot="4924800">
                <a:off x="723960" y="6107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" name=""/>
              <p:cNvSpPr/>
              <p:nvPr/>
            </p:nvSpPr>
            <p:spPr>
              <a:xfrm rot="5041200">
                <a:off x="676440" y="61124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 rot="3816600">
                <a:off x="1054800" y="59713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 rot="3816600">
                <a:off x="1006920" y="5999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 rot="4104000">
                <a:off x="961200" y="6017400"/>
                <a:ext cx="997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 rot="4324800">
                <a:off x="912960" y="60379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5" name=""/>
              <p:cNvSpPr/>
              <p:nvPr/>
            </p:nvSpPr>
            <p:spPr>
              <a:xfrm rot="3367800">
                <a:off x="1268640" y="5845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6" name=""/>
              <p:cNvSpPr/>
              <p:nvPr/>
            </p:nvSpPr>
            <p:spPr>
              <a:xfrm rot="3367800">
                <a:off x="1225800" y="587124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7" name=""/>
              <p:cNvSpPr/>
              <p:nvPr/>
            </p:nvSpPr>
            <p:spPr>
              <a:xfrm rot="3367800">
                <a:off x="1182960" y="5899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" name=""/>
              <p:cNvSpPr/>
              <p:nvPr/>
            </p:nvSpPr>
            <p:spPr>
              <a:xfrm rot="3816600">
                <a:off x="1138680" y="5926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" name=""/>
              <p:cNvSpPr/>
              <p:nvPr/>
            </p:nvSpPr>
            <p:spPr>
              <a:xfrm rot="2302200">
                <a:off x="1464840" y="5694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" name=""/>
              <p:cNvSpPr/>
              <p:nvPr/>
            </p:nvSpPr>
            <p:spPr>
              <a:xfrm rot="2302200">
                <a:off x="1426680" y="57240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1" name=""/>
              <p:cNvSpPr/>
              <p:nvPr/>
            </p:nvSpPr>
            <p:spPr>
              <a:xfrm rot="2707200">
                <a:off x="1391040" y="57553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2" name=""/>
              <p:cNvSpPr/>
              <p:nvPr/>
            </p:nvSpPr>
            <p:spPr>
              <a:xfrm rot="2707200">
                <a:off x="1349640" y="57837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3" name=""/>
              <p:cNvSpPr/>
              <p:nvPr/>
            </p:nvSpPr>
            <p:spPr>
              <a:xfrm rot="1525800">
                <a:off x="1630080" y="551304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4" name=""/>
              <p:cNvSpPr/>
              <p:nvPr/>
            </p:nvSpPr>
            <p:spPr>
              <a:xfrm rot="1525800">
                <a:off x="1601280" y="55512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5" name=""/>
              <p:cNvSpPr/>
              <p:nvPr/>
            </p:nvSpPr>
            <p:spPr>
              <a:xfrm rot="1788000">
                <a:off x="1571400" y="55864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6" name=""/>
              <p:cNvSpPr/>
              <p:nvPr/>
            </p:nvSpPr>
            <p:spPr>
              <a:xfrm rot="1788000">
                <a:off x="1537920" y="56260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7" name=""/>
              <p:cNvSpPr/>
              <p:nvPr/>
            </p:nvSpPr>
            <p:spPr>
              <a:xfrm rot="841200">
                <a:off x="1766520" y="5326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 rot="841200">
                <a:off x="1746360" y="536256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 rot="1308600">
                <a:off x="1724040" y="540360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 rot="1308600">
                <a:off x="1689120" y="54367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 rot="469800">
                <a:off x="1860120" y="51195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 rot="559800">
                <a:off x="1844640" y="51591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 rot="733800">
                <a:off x="1832040" y="52005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 rot="733800">
                <a:off x="1810800" y="5245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 rot="21306000">
                <a:off x="1922040" y="4914720"/>
                <a:ext cx="1285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 rot="21599400">
                <a:off x="1906560" y="49557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 rot="21599400">
                <a:off x="1905120" y="499536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 rot="213600">
                <a:off x="1887480" y="503712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 rot="20917200">
                <a:off x="1935000" y="47066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0" name=""/>
              <p:cNvSpPr/>
              <p:nvPr/>
            </p:nvSpPr>
            <p:spPr>
              <a:xfrm rot="21119400">
                <a:off x="1936440" y="47480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1" name=""/>
              <p:cNvSpPr/>
              <p:nvPr/>
            </p:nvSpPr>
            <p:spPr>
              <a:xfrm rot="21119400">
                <a:off x="1936440" y="47862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2" name=""/>
              <p:cNvSpPr/>
              <p:nvPr/>
            </p:nvSpPr>
            <p:spPr>
              <a:xfrm rot="21329400">
                <a:off x="1935000" y="4827240"/>
                <a:ext cx="12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3" name=""/>
              <p:cNvSpPr/>
              <p:nvPr/>
            </p:nvSpPr>
            <p:spPr>
              <a:xfrm rot="20467200">
                <a:off x="1916280" y="451332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4" name=""/>
              <p:cNvSpPr/>
              <p:nvPr/>
            </p:nvSpPr>
            <p:spPr>
              <a:xfrm rot="20630400">
                <a:off x="1925280" y="45464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5" name=""/>
              <p:cNvSpPr/>
              <p:nvPr/>
            </p:nvSpPr>
            <p:spPr>
              <a:xfrm rot="20630400">
                <a:off x="1929960" y="45846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6" name=""/>
              <p:cNvSpPr/>
              <p:nvPr/>
            </p:nvSpPr>
            <p:spPr>
              <a:xfrm rot="20793600">
                <a:off x="1934640" y="46274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" name=""/>
              <p:cNvSpPr/>
              <p:nvPr/>
            </p:nvSpPr>
            <p:spPr>
              <a:xfrm rot="20055600">
                <a:off x="1849320" y="43286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" name=""/>
              <p:cNvSpPr/>
              <p:nvPr/>
            </p:nvSpPr>
            <p:spPr>
              <a:xfrm rot="20257800">
                <a:off x="1866600" y="4368600"/>
                <a:ext cx="136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9" name=""/>
              <p:cNvSpPr/>
              <p:nvPr/>
            </p:nvSpPr>
            <p:spPr>
              <a:xfrm rot="20257800">
                <a:off x="1879200" y="4404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0" name=""/>
              <p:cNvSpPr/>
              <p:nvPr/>
            </p:nvSpPr>
            <p:spPr>
              <a:xfrm rot="20257800">
                <a:off x="1895040" y="44366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1" name=""/>
              <p:cNvSpPr/>
              <p:nvPr/>
            </p:nvSpPr>
            <p:spPr>
              <a:xfrm rot="19671000">
                <a:off x="1747800" y="417204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" name=""/>
              <p:cNvSpPr/>
              <p:nvPr/>
            </p:nvSpPr>
            <p:spPr>
              <a:xfrm rot="19755600">
                <a:off x="1767960" y="419904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 rot="19847400">
                <a:off x="1792080" y="4233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 rot="19847400">
                <a:off x="1812600" y="426096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 rot="19132800">
                <a:off x="1609560" y="4028760"/>
                <a:ext cx="136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 rot="19132800">
                <a:off x="1643040" y="40590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7" name=""/>
              <p:cNvSpPr/>
              <p:nvPr/>
            </p:nvSpPr>
            <p:spPr>
              <a:xfrm rot="19132800">
                <a:off x="1666800" y="40860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8" name=""/>
              <p:cNvSpPr/>
              <p:nvPr/>
            </p:nvSpPr>
            <p:spPr>
              <a:xfrm rot="19257600">
                <a:off x="1695600" y="41112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71480" y="4068720"/>
                <a:ext cx="285840" cy="239760"/>
              </a:xfrm>
              <a:custGeom>
                <a:avLst/>
                <a:gdLst/>
                <a:ahLst/>
                <a:rect l="l" t="t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0" name=""/>
              <p:cNvSpPr/>
              <p:nvPr/>
            </p:nvSpPr>
            <p:spPr>
              <a:xfrm rot="6575400">
                <a:off x="-344520" y="4981320"/>
                <a:ext cx="1946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"/>
              <p:cNvSpPr/>
              <p:nvPr/>
            </p:nvSpPr>
            <p:spPr>
              <a:xfrm rot="238200">
                <a:off x="6120" y="4994280"/>
                <a:ext cx="16365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"/>
              <p:cNvSpPr/>
              <p:nvPr/>
            </p:nvSpPr>
            <p:spPr>
              <a:xfrm rot="18642600">
                <a:off x="1440720" y="392472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"/>
              <p:cNvSpPr/>
              <p:nvPr/>
            </p:nvSpPr>
            <p:spPr>
              <a:xfrm rot="18642600">
                <a:off x="1477080" y="394524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4" name=""/>
              <p:cNvSpPr/>
              <p:nvPr/>
            </p:nvSpPr>
            <p:spPr>
              <a:xfrm rot="18642600">
                <a:off x="1514520" y="396360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" name=""/>
              <p:cNvSpPr/>
              <p:nvPr/>
            </p:nvSpPr>
            <p:spPr>
              <a:xfrm rot="18938400">
                <a:off x="1546200" y="3982680"/>
                <a:ext cx="136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"/>
              <p:cNvSpPr/>
              <p:nvPr/>
            </p:nvSpPr>
            <p:spPr>
              <a:xfrm rot="17961000">
                <a:off x="1251360" y="38502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"/>
              <p:cNvSpPr/>
              <p:nvPr/>
            </p:nvSpPr>
            <p:spPr>
              <a:xfrm rot="17961000">
                <a:off x="1294200" y="38628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"/>
              <p:cNvSpPr/>
              <p:nvPr/>
            </p:nvSpPr>
            <p:spPr>
              <a:xfrm rot="18085200">
                <a:off x="1329480" y="3873600"/>
                <a:ext cx="128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9" name=""/>
              <p:cNvSpPr/>
              <p:nvPr/>
            </p:nvSpPr>
            <p:spPr>
              <a:xfrm rot="18379200">
                <a:off x="1369440" y="3893040"/>
                <a:ext cx="12852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0" name=""/>
              <p:cNvSpPr/>
              <p:nvPr/>
            </p:nvSpPr>
            <p:spPr>
              <a:xfrm rot="17261400">
                <a:off x="1031040" y="380268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"/>
              <p:cNvSpPr/>
              <p:nvPr/>
            </p:nvSpPr>
            <p:spPr>
              <a:xfrm rot="17349600">
                <a:off x="1074960" y="381168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"/>
              <p:cNvSpPr/>
              <p:nvPr/>
            </p:nvSpPr>
            <p:spPr>
              <a:xfrm rot="17349600">
                <a:off x="1122840" y="38196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"/>
              <p:cNvSpPr/>
              <p:nvPr/>
            </p:nvSpPr>
            <p:spPr>
              <a:xfrm rot="17611200">
                <a:off x="1170720" y="382644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4" name=""/>
              <p:cNvSpPr/>
              <p:nvPr/>
            </p:nvSpPr>
            <p:spPr>
              <a:xfrm rot="16737600">
                <a:off x="799200" y="380052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5" name=""/>
              <p:cNvSpPr/>
              <p:nvPr/>
            </p:nvSpPr>
            <p:spPr>
              <a:xfrm rot="16926600">
                <a:off x="846720" y="379764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"/>
              <p:cNvSpPr/>
              <p:nvPr/>
            </p:nvSpPr>
            <p:spPr>
              <a:xfrm rot="16953000">
                <a:off x="894600" y="379260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"/>
              <p:cNvSpPr/>
              <p:nvPr/>
            </p:nvSpPr>
            <p:spPr>
              <a:xfrm rot="17019600">
                <a:off x="943560" y="3794760"/>
                <a:ext cx="118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"/>
              <p:cNvSpPr/>
              <p:nvPr/>
            </p:nvSpPr>
            <p:spPr>
              <a:xfrm rot="16404600">
                <a:off x="564120" y="383112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9" name=""/>
              <p:cNvSpPr/>
              <p:nvPr/>
            </p:nvSpPr>
            <p:spPr>
              <a:xfrm rot="16239000">
                <a:off x="612000" y="382320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0" name=""/>
              <p:cNvSpPr/>
              <p:nvPr/>
            </p:nvSpPr>
            <p:spPr>
              <a:xfrm rot="16311000">
                <a:off x="664200" y="3817080"/>
                <a:ext cx="1094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1" name=""/>
              <p:cNvSpPr/>
              <p:nvPr/>
            </p:nvSpPr>
            <p:spPr>
              <a:xfrm rot="16434600">
                <a:off x="713520" y="3808800"/>
                <a:ext cx="1098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2" name=""/>
              <p:cNvSpPr/>
              <p:nvPr/>
            </p:nvSpPr>
            <p:spPr>
              <a:xfrm rot="15467400">
                <a:off x="327600" y="39009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3" name=""/>
              <p:cNvSpPr/>
              <p:nvPr/>
            </p:nvSpPr>
            <p:spPr>
              <a:xfrm rot="15379200">
                <a:off x="376920" y="388512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4" name=""/>
              <p:cNvSpPr/>
              <p:nvPr/>
            </p:nvSpPr>
            <p:spPr>
              <a:xfrm rot="15489000">
                <a:off x="423000" y="38692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5" name=""/>
              <p:cNvSpPr/>
              <p:nvPr/>
            </p:nvSpPr>
            <p:spPr>
              <a:xfrm rot="15680400">
                <a:off x="464040" y="3852000"/>
                <a:ext cx="10944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6" name=""/>
              <p:cNvSpPr/>
              <p:nvPr/>
            </p:nvSpPr>
            <p:spPr>
              <a:xfrm rot="14223600">
                <a:off x="8640" y="404568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7" name=""/>
              <p:cNvSpPr/>
              <p:nvPr/>
            </p:nvSpPr>
            <p:spPr>
              <a:xfrm rot="14431200">
                <a:off x="102240" y="3994200"/>
                <a:ext cx="997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8" name=""/>
              <p:cNvSpPr/>
              <p:nvPr/>
            </p:nvSpPr>
            <p:spPr>
              <a:xfrm rot="14797200">
                <a:off x="146520" y="397080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9" name=""/>
              <p:cNvSpPr/>
              <p:nvPr/>
            </p:nvSpPr>
            <p:spPr>
              <a:xfrm rot="14797200">
                <a:off x="189360" y="3954960"/>
                <a:ext cx="1000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0" name=""/>
              <p:cNvSpPr/>
              <p:nvPr/>
            </p:nvSpPr>
            <p:spPr>
              <a:xfrm rot="15142200">
                <a:off x="238680" y="3932280"/>
                <a:ext cx="997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1" name=""/>
              <p:cNvSpPr/>
              <p:nvPr/>
            </p:nvSpPr>
            <p:spPr>
              <a:xfrm rot="19723200">
                <a:off x="0" y="5338440"/>
                <a:ext cx="1191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2" name=""/>
              <p:cNvSpPr/>
              <p:nvPr/>
            </p:nvSpPr>
            <p:spPr>
              <a:xfrm rot="3283800">
                <a:off x="810360" y="5521320"/>
                <a:ext cx="384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3" name=""/>
              <p:cNvSpPr/>
              <p:nvPr/>
            </p:nvSpPr>
            <p:spPr>
              <a:xfrm rot="3283800">
                <a:off x="54720" y="4441680"/>
                <a:ext cx="384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4" name=""/>
              <p:cNvSpPr/>
              <p:nvPr/>
            </p:nvSpPr>
            <p:spPr>
              <a:xfrm rot="19723200">
                <a:off x="1111320" y="4525920"/>
                <a:ext cx="5032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5" name=""/>
              <p:cNvSpPr/>
              <p:nvPr/>
            </p:nvSpPr>
            <p:spPr>
              <a:xfrm rot="5908800">
                <a:off x="316800" y="6214680"/>
                <a:ext cx="2192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6" name=""/>
              <p:cNvSpPr/>
              <p:nvPr/>
            </p:nvSpPr>
            <p:spPr>
              <a:xfrm rot="6683400">
                <a:off x="70920" y="6214680"/>
                <a:ext cx="22860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7" name=""/>
              <p:cNvSpPr/>
              <p:nvPr/>
            </p:nvSpPr>
            <p:spPr>
              <a:xfrm rot="5245200">
                <a:off x="572400" y="6179760"/>
                <a:ext cx="209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8" name=""/>
              <p:cNvSpPr/>
              <p:nvPr/>
            </p:nvSpPr>
            <p:spPr>
              <a:xfrm rot="4500000">
                <a:off x="828000" y="610704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9" name=""/>
              <p:cNvSpPr/>
              <p:nvPr/>
            </p:nvSpPr>
            <p:spPr>
              <a:xfrm rot="3805200">
                <a:off x="1063080" y="599724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0" name=""/>
              <p:cNvSpPr/>
              <p:nvPr/>
            </p:nvSpPr>
            <p:spPr>
              <a:xfrm rot="3060000">
                <a:off x="1290240" y="5854320"/>
                <a:ext cx="209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1" name=""/>
              <p:cNvSpPr/>
              <p:nvPr/>
            </p:nvSpPr>
            <p:spPr>
              <a:xfrm rot="2089800">
                <a:off x="1488600" y="568620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2" name=""/>
              <p:cNvSpPr/>
              <p:nvPr/>
            </p:nvSpPr>
            <p:spPr>
              <a:xfrm rot="14431200">
                <a:off x="-28440" y="397800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3" name=""/>
              <p:cNvSpPr/>
              <p:nvPr/>
            </p:nvSpPr>
            <p:spPr>
              <a:xfrm rot="15193200">
                <a:off x="215640" y="3862080"/>
                <a:ext cx="2095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4" name=""/>
              <p:cNvSpPr/>
              <p:nvPr/>
            </p:nvSpPr>
            <p:spPr>
              <a:xfrm rot="16629000">
                <a:off x="709560" y="3752640"/>
                <a:ext cx="21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5" name=""/>
              <p:cNvSpPr/>
              <p:nvPr/>
            </p:nvSpPr>
            <p:spPr>
              <a:xfrm rot="17301000">
                <a:off x="947520" y="3746160"/>
                <a:ext cx="237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6" name=""/>
              <p:cNvSpPr/>
              <p:nvPr/>
            </p:nvSpPr>
            <p:spPr>
              <a:xfrm rot="17923200">
                <a:off x="1173600" y="3786840"/>
                <a:ext cx="24624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7" name=""/>
              <p:cNvSpPr/>
              <p:nvPr/>
            </p:nvSpPr>
            <p:spPr>
              <a:xfrm rot="18411000">
                <a:off x="1379880" y="385668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8" name=""/>
              <p:cNvSpPr/>
              <p:nvPr/>
            </p:nvSpPr>
            <p:spPr>
              <a:xfrm rot="18989400">
                <a:off x="1562040" y="3963960"/>
                <a:ext cx="2653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9" name=""/>
              <p:cNvSpPr/>
              <p:nvPr/>
            </p:nvSpPr>
            <p:spPr>
              <a:xfrm rot="19409400">
                <a:off x="1706040" y="4103280"/>
                <a:ext cx="2746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0" name=""/>
              <p:cNvSpPr/>
              <p:nvPr/>
            </p:nvSpPr>
            <p:spPr>
              <a:xfrm rot="19871400">
                <a:off x="1820880" y="426708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1" name=""/>
              <p:cNvSpPr/>
              <p:nvPr/>
            </p:nvSpPr>
            <p:spPr>
              <a:xfrm rot="20427600">
                <a:off x="1901520" y="445284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2" name=""/>
              <p:cNvSpPr/>
              <p:nvPr/>
            </p:nvSpPr>
            <p:spPr>
              <a:xfrm rot="20845800">
                <a:off x="1933200" y="465120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3" name=""/>
              <p:cNvSpPr/>
              <p:nvPr/>
            </p:nvSpPr>
            <p:spPr>
              <a:xfrm rot="21312000">
                <a:off x="1925280" y="4867200"/>
                <a:ext cx="26496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4" name=""/>
              <p:cNvSpPr/>
              <p:nvPr/>
            </p:nvSpPr>
            <p:spPr>
              <a:xfrm rot="696600">
                <a:off x="1787040" y="5297400"/>
                <a:ext cx="2383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"/>
              <p:cNvSpPr/>
              <p:nvPr/>
            </p:nvSpPr>
            <p:spPr>
              <a:xfrm rot="1529400">
                <a:off x="1652400" y="5500800"/>
                <a:ext cx="22212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"/>
              <p:cNvSpPr/>
              <p:nvPr/>
            </p:nvSpPr>
            <p:spPr>
              <a:xfrm>
                <a:off x="1349280" y="4978440"/>
                <a:ext cx="324000" cy="190440"/>
              </a:xfrm>
              <a:custGeom>
                <a:avLst/>
                <a:gdLst/>
                <a:ahLst/>
                <a:rect l="l" t="t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30240" y="4321080"/>
                <a:ext cx="142920" cy="123840"/>
              </a:xfrm>
              <a:custGeom>
                <a:avLst/>
                <a:gdLst/>
                <a:ahLst/>
                <a:rect l="l" t="t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154080" y="4208400"/>
                <a:ext cx="160200" cy="141480"/>
              </a:xfrm>
              <a:custGeom>
                <a:avLst/>
                <a:gdLst/>
                <a:ahLst/>
                <a:rect l="l" t="t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1074600" y="5559480"/>
                <a:ext cx="131760" cy="123840"/>
              </a:xfrm>
              <a:custGeom>
                <a:avLst/>
                <a:gdLst/>
                <a:ahLst/>
                <a:rect l="l" t="t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1492200" y="4416480"/>
                <a:ext cx="142920" cy="114120"/>
              </a:xfrm>
              <a:custGeom>
                <a:avLst/>
                <a:gdLst/>
                <a:ahLst/>
                <a:rect l="l" t="t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1425600" y="4311720"/>
                <a:ext cx="142920" cy="133200"/>
              </a:xfrm>
              <a:custGeom>
                <a:avLst/>
                <a:gdLst/>
                <a:ahLst/>
                <a:rect l="l" t="t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11160" y="6091200"/>
                <a:ext cx="9360" cy="19080"/>
              </a:xfrm>
              <a:custGeom>
                <a:avLst/>
                <a:gdLst/>
                <a:ahLst/>
                <a:rect l="l" t="t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27720" bIns="-277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11160" y="4056120"/>
                <a:ext cx="47520" cy="76320"/>
              </a:xfrm>
              <a:custGeom>
                <a:avLst/>
                <a:gdLst/>
                <a:ahLst/>
                <a:rect l="l" t="t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29520" bIns="2952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11160" y="6100920"/>
                <a:ext cx="57240" cy="104760"/>
              </a:xfrm>
              <a:custGeom>
                <a:avLst/>
                <a:gdLst/>
                <a:ahLst/>
                <a:rect l="l" t="t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5" name=""/>
              <p:cNvSpPr/>
              <p:nvPr/>
            </p:nvSpPr>
            <p:spPr>
              <a:xfrm rot="244800">
                <a:off x="1868400" y="5081760"/>
                <a:ext cx="255600" cy="1872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8080" bIns="-2808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6" name=""/>
              <p:cNvSpPr/>
              <p:nvPr/>
            </p:nvSpPr>
            <p:spPr>
              <a:xfrm rot="16001400">
                <a:off x="460440" y="3787560"/>
                <a:ext cx="218880" cy="19080"/>
              </a:xfrm>
              <a:prstGeom prst="rect">
                <a:avLst/>
              </a:pr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rIns="90000" tIns="-27720" bIns="-27720" anchor="ctr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220680" y="5672160"/>
                <a:ext cx="228600" cy="244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"/>
              <p:cNvSpPr/>
              <p:nvPr/>
            </p:nvSpPr>
            <p:spPr>
              <a:xfrm rot="18742800">
                <a:off x="981720" y="5636160"/>
                <a:ext cx="108000" cy="109440"/>
              </a:xfrm>
              <a:custGeom>
                <a:avLst/>
                <a:gdLst/>
                <a:ahLst/>
                <a:rect l="l" t="t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rgbClr val="00007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"/>
              <p:cNvSpPr/>
              <p:nvPr/>
            </p:nvSpPr>
            <p:spPr>
              <a:xfrm>
                <a:off x="372960" y="3973680"/>
                <a:ext cx="552600" cy="2019240"/>
              </a:xfrm>
              <a:custGeom>
                <a:avLst/>
                <a:gdLst/>
                <a:ahLst/>
                <a:rect l="l" t="t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0075"/>
                  </a:gs>
                  <a:gs pos="100000">
                    <a:srgbClr val="00007a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"/>
              <p:cNvSpPr/>
              <p:nvPr/>
            </p:nvSpPr>
            <p:spPr>
              <a:xfrm rot="19915200">
                <a:off x="469800" y="4836600"/>
                <a:ext cx="351000" cy="276480"/>
              </a:xfrm>
              <a:prstGeom prst="ellipse">
                <a:avLst/>
              </a:prstGeom>
              <a:gradFill rotWithShape="0">
                <a:gsLst>
                  <a:gs pos="0">
                    <a:srgbClr val="00006e"/>
                  </a:gs>
                  <a:gs pos="50000">
                    <a:srgbClr val="00007a"/>
                  </a:gs>
                  <a:gs pos="100000">
                    <a:srgbClr val="00006e"/>
                  </a:gs>
                </a:gsLst>
                <a:lin ang="81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301680" y="228240"/>
            <a:ext cx="854064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dt" idx="4"/>
          </p:nvPr>
        </p:nvSpPr>
        <p:spPr>
          <a:xfrm>
            <a:off x="3013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2892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F820969-6B4E-4B72-A6E4-A96C68235130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5"/>
          <p:cNvSpPr>
            <a:spLocks noGrp="1"/>
          </p:cNvSpPr>
          <p:nvPr>
            <p:ph type="body"/>
          </p:nvPr>
        </p:nvSpPr>
        <p:spPr>
          <a:xfrm>
            <a:off x="301680" y="1599840"/>
            <a:ext cx="8540640" cy="449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00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00cc99"/>
              </a:buClr>
              <a:buFont typeface="Wingdings" charset="2"/>
              <a:buChar char="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66cc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80000"/>
              <a:buFont typeface="Arial"/>
              <a:buChar char="►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Tahom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Tahom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539280" y="1844280"/>
            <a:ext cx="8075880" cy="1871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86</a:t>
            </a:r>
            <a:br>
              <a:rPr sz="4400"/>
            </a:br>
            <a:r>
              <a:rPr b="1" lang="pt-BR" sz="44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SATISFEITO COM CRISTO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  <p:sp>
        <p:nvSpPr>
          <p:cNvPr id="165" name=""/>
          <p:cNvSpPr/>
          <p:nvPr/>
        </p:nvSpPr>
        <p:spPr>
          <a:xfrm>
            <a:off x="3400560" y="4235400"/>
            <a:ext cx="47718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transition>
    <p:wipe dir="u"/>
  </p:transition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withEffect" fill="hold" presetClass="entr" presetID="37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 additive="repl">
                                        <p:cTn id="7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repl">
                                        <p:cTn id="8" dur="10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9" dur="898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0" dur="1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‘stou satisfeito com Cristo, 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Porque Ele minh’alma salvou 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 sobre o madeiro, sofrendo, 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 seu grande amor revelou.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‘stou satisfeito com Cristo,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Confesso-O por meu salvador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Embora de nada ser digno,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Desfruto do Seu grande amor.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Stou satisfeito com Cristo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De triste tornei-me feliz,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Ouvindo o Seu santo Evangelho,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 crendo no que Ele me diz.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‘stou satisfeito com Cristo,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Confesso-O por meu salvador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Embora de nada ser digno,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Desfruto do Seu grande amor.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‘stou satisfeito com Cristo,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 sei que vai logo voltar;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Virá com poder glorioso,</a:t>
            </a:r>
            <a:br>
              <a:rPr sz="4800"/>
            </a:br>
            <a:r>
              <a:rPr b="0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A fim de Seu povo levar.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0066"/>
            </a:gs>
            <a:gs pos="100000">
              <a:srgbClr val="00005c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0" y="274320"/>
            <a:ext cx="9144000" cy="5675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Oh! ‘stou satisfeito com Cristo,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Confesso-O por meu salvador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Embora de nada ser digno,</a:t>
            </a:r>
            <a:br>
              <a:rPr sz="4800"/>
            </a:br>
            <a:r>
              <a:rPr b="0" i="1" lang="pt-BR" sz="4800" strike="noStrike" u="none">
                <a:solidFill>
                  <a:srgbClr val="ccecff"/>
                </a:solidFill>
                <a:effectLst/>
                <a:uFillTx/>
                <a:latin typeface="Tahoma"/>
              </a:rPr>
              <a:t>Desfruto do Seu grande amor.</a:t>
            </a:r>
            <a:endParaRPr b="0" lang="pt-BR" sz="4800" strike="noStrike" u="none">
              <a:solidFill>
                <a:srgbClr val="ccecff"/>
              </a:solidFill>
              <a:effectLst/>
              <a:uFillTx/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2004-07-18T14:43:21Z</dcterms:created>
  <dc:creator>Jose Antonio de Bem</dc:creator>
  <dc:description/>
  <dc:language>pt-BR</dc:language>
  <cp:lastModifiedBy>Junior</cp:lastModifiedBy>
  <dcterms:modified xsi:type="dcterms:W3CDTF">2005-07-30T02:09:35Z</dcterms:modified>
  <cp:revision>4</cp:revision>
  <dc:subject/>
  <dc:title>Harpa Cristã 86 SATISFEITO COM CRISTO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7</vt:r8>
  </property>
</Properties>
</file>