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C39C3E-79FE-440F-99EB-1855218225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A4C9B5-A6DA-4EAD-80EB-E0D8645EE7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D008F33-EEB0-45A2-B149-5AA5132306C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316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BUSCA DE SIÃO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Saindo do Egito em busca de Sião,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Salvador guiou-me com Sua forte mão;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Levou-me em vitórias pelo fogo e o mar; </a:t>
            </a:r>
            <a:br>
              <a:rPr sz="3600"/>
            </a:br>
            <a:r>
              <a:rPr b="0" lang="pt-BR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Agora, canto a Deus, pela salvação sem par.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busquem mais a Mim na escravidão,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Ergui a tenda, enfim, na terra de Sião.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busquem mais a Mim na escravidão,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Ergui a tenda, enfim, na terra de Sião.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perto de Jesus e vendo o galardão,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Canaã eu sigo, lá está meu coração;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p'ra grande herança, há de me levar,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quem deu-me esperança, eu hei de aqui louvar.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busquem mais a Mim na escravidão,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Ergui a tenda, enfim, na terra de Sião.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busquem mais a Mim na escravidão,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Ergui a tenda, enfim, na terra de Sião.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Andei eu pelos campos, onde fruto achei;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Hebron, uvas vivas também eu apanhei,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Aqui melhor mel, vinho e leite eu encontrei,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P'ra escravidão do Egito jamais eu voltarei.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busquem mais a Mim na escravidão,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Ergui a tenda, enfim, na terra de Sião.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busquem mais a Mim na escravidão,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Ergui a tenda, enfim, na terra de Sião.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lutas desta vida eu não sinto mais,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sempre vou cantando Sua graça, amor e paz;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vou marchando para o eterno lar,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breve, lá no céu - minha pátria - hei de estar. F.V.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busquem mais a Mim na escravidão,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Ergui a tenda, enfim, na terra de Sião.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busquem mais a Mim na escravidão, </a:t>
            </a:r>
            <a:br>
              <a:rPr sz="3200"/>
            </a:br>
            <a:r>
              <a:rPr b="1" i="1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Ergui a tenda, enfim, na terra de Sião.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2005-10-19T07:02:32Z</dcterms:created>
  <dc:creator>Montagna</dc:creator>
  <dc:description/>
  <dc:language>pt-BR</dc:language>
  <cp:lastModifiedBy>Montagna</cp:lastModifiedBy>
  <dcterms:modified xsi:type="dcterms:W3CDTF">2005-10-19T07:05:42Z</dcterms:modified>
  <cp:revision>3</cp:revision>
  <dc:subject/>
  <dc:title>316 - EM BUSCA DE SIÃO</dc:title>
</cp:coreProperties>
</file>