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FB2804-D683-4769-AC63-6446AFC757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7483D-66C1-4A27-BA6E-BB0002773A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106BB0-B858-4055-A5A9-3666312A8D6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104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PROCURA A OVELHA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Jesus a procurara ovelha,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vagar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Desgarrou-se do aprisco do Senhor;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Pelos montes a sofrer,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Faça sol ou a chover,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busca Sua ovelha, com amor.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amor.., o Pastor...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chama Sua ovelha, sem cessar;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Possa hoje,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pecador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escutar a voz do amor,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que procura p’ra salvar.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Seus pés o bom Pastor,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feridos, que horror,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descer nos tenebrosos pedregais,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cansado de andar, mais, ainda a clamar: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"Ó ovelhas minhas, onde vós estais?”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amor.., o Pastor...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chama Sua ovelha, sem cessar;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Possa hoje,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pecador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escutar a voz do amor,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que procura p’ra salvar.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escuta o gemer da ovelha, que prazer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 logo o coração do bom Pastor!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correndo sem parar, 'té a ovelha abraçar, E trazê-la ao Seu ombro com amor.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amor.., o Pastor...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chama Sua ovelha, sem cessar;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Possa hoje,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pecador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escutar a voz do amor,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que procura p’ra salvar.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em casa, o Pastor,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Jubila com dulçor,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ovelha desgarrada que achou;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assim, também Jesus,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os anjos lá na luz,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alegra pelas almas que salvou!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amor.., o Pastor...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chama Sua ovelha, sem cessar;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Possa hoje,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pecador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escutar a voz do amor,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que procura p’ra salvar.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2005-12-23T10:51:14Z</dcterms:created>
  <dc:creator>Junior</dc:creator>
  <dc:description/>
  <dc:language>pt-BR</dc:language>
  <cp:lastModifiedBy>Junior</cp:lastModifiedBy>
  <dcterms:modified xsi:type="dcterms:W3CDTF">2005-12-23T10:51:41Z</dcterms:modified>
  <cp:revision>1</cp:revision>
  <dc:subject/>
  <dc:title>104 JESUS PROCURA A OVELHA </dc:title>
</cp:coreProperties>
</file>