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4000" cy="6934320"/>
            <a:chOff x="0" y="0"/>
            <a:chExt cx="9144000" cy="6934320"/>
          </a:xfrm>
        </p:grpSpPr>
        <p:sp>
          <p:nvSpPr>
            <p:cNvPr id="1" name=""/>
            <p:cNvSpPr/>
            <p:nvPr/>
          </p:nvSpPr>
          <p:spPr>
            <a:xfrm>
              <a:off x="0" y="3505320"/>
              <a:ext cx="3992400" cy="3127320"/>
            </a:xfrm>
            <a:custGeom>
              <a:avLst/>
              <a:gdLst/>
              <a:ahLst/>
              <a:rect l="l" t="t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5000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3962520"/>
              <a:ext cx="3352680" cy="2546280"/>
            </a:xfrm>
            <a:custGeom>
              <a:avLst/>
              <a:gdLst/>
              <a:ahLst/>
              <a:rect l="l" t="t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3321000" y="5132520"/>
              <a:ext cx="5823000" cy="1496880"/>
            </a:xfrm>
            <a:custGeom>
              <a:avLst/>
              <a:gdLst/>
              <a:ahLst/>
              <a:rect l="l" t="t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831960"/>
              <a:ext cx="1544760" cy="1896840"/>
            </a:xfrm>
            <a:custGeom>
              <a:avLst/>
              <a:gdLst/>
              <a:ahLst/>
              <a:rect l="l" t="t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060880" y="1440"/>
              <a:ext cx="4079880" cy="3597480"/>
            </a:xfrm>
            <a:custGeom>
              <a:avLst/>
              <a:gdLst/>
              <a:ahLst/>
              <a:rect l="l" t="t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595840" y="1440"/>
              <a:ext cx="3468960" cy="2394000"/>
            </a:xfrm>
            <a:custGeom>
              <a:avLst/>
              <a:gdLst/>
              <a:ahLst/>
              <a:rect l="l" t="t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0" y="1030320"/>
              <a:ext cx="1295280" cy="1279440"/>
            </a:xfrm>
            <a:custGeom>
              <a:avLst/>
              <a:gdLst/>
              <a:ahLst/>
              <a:rect l="l" t="t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2452680"/>
              <a:ext cx="1209600" cy="169920"/>
            </a:xfrm>
            <a:custGeom>
              <a:avLst/>
              <a:gdLst/>
              <a:ahLst/>
              <a:rect l="l" t="t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673440" y="5446800"/>
              <a:ext cx="5051520" cy="1182600"/>
            </a:xfrm>
            <a:custGeom>
              <a:avLst/>
              <a:gdLst/>
              <a:ahLst/>
              <a:rect l="l" t="t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b76a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04920" y="20160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24000" y="20808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4617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0" y="6400800"/>
              <a:ext cx="9144000" cy="53352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4617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683501"/>
                </a:gs>
                <a:gs pos="100000">
                  <a:srgbClr val="bb5f03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08200" y="363600"/>
              <a:ext cx="5060880" cy="3213000"/>
            </a:xfrm>
            <a:custGeom>
              <a:avLst/>
              <a:gdLst/>
              <a:ahLst/>
              <a:rect l="l" t="t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133720" y="465120"/>
              <a:ext cx="3403440" cy="2836800"/>
            </a:xfrm>
            <a:custGeom>
              <a:avLst/>
              <a:gdLst/>
              <a:ahLst/>
              <a:rect l="l" t="t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4654440" y="2743200"/>
              <a:ext cx="4489560" cy="3755880"/>
            </a:xfrm>
            <a:custGeom>
              <a:avLst/>
              <a:gdLst/>
              <a:ahLst/>
              <a:rect l="l" t="t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5000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5016600" y="2952720"/>
              <a:ext cx="3432240" cy="3070080"/>
            </a:xfrm>
            <a:custGeom>
              <a:avLst/>
              <a:gdLst/>
              <a:ahLst/>
              <a:rect l="l" t="t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eec94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feec94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cccc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0C8ECA-86C8-4362-A16C-379DA17AC81B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"/>
          <p:cNvGrpSpPr/>
          <p:nvPr/>
        </p:nvGrpSpPr>
        <p:grpSpPr>
          <a:xfrm>
            <a:off x="0" y="0"/>
            <a:ext cx="9144000" cy="6934320"/>
            <a:chOff x="0" y="0"/>
            <a:chExt cx="9144000" cy="6934320"/>
          </a:xfrm>
        </p:grpSpPr>
        <p:sp>
          <p:nvSpPr>
            <p:cNvPr id="1" name=""/>
            <p:cNvSpPr/>
            <p:nvPr/>
          </p:nvSpPr>
          <p:spPr>
            <a:xfrm>
              <a:off x="0" y="3505320"/>
              <a:ext cx="3992400" cy="3127320"/>
            </a:xfrm>
            <a:custGeom>
              <a:avLst/>
              <a:gdLst/>
              <a:ahLst/>
              <a:rect l="l" t="t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5000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3962520"/>
              <a:ext cx="3352680" cy="2546280"/>
            </a:xfrm>
            <a:custGeom>
              <a:avLst/>
              <a:gdLst/>
              <a:ahLst/>
              <a:rect l="l" t="t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3321000" y="5132520"/>
              <a:ext cx="5823000" cy="1496880"/>
            </a:xfrm>
            <a:custGeom>
              <a:avLst/>
              <a:gdLst/>
              <a:ahLst/>
              <a:rect l="l" t="t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831960"/>
              <a:ext cx="1544760" cy="1896840"/>
            </a:xfrm>
            <a:custGeom>
              <a:avLst/>
              <a:gdLst/>
              <a:ahLst/>
              <a:rect l="l" t="t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060880" y="1440"/>
              <a:ext cx="4079880" cy="3597480"/>
            </a:xfrm>
            <a:custGeom>
              <a:avLst/>
              <a:gdLst/>
              <a:ahLst/>
              <a:rect l="l" t="t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595840" y="1440"/>
              <a:ext cx="3468960" cy="2394000"/>
            </a:xfrm>
            <a:custGeom>
              <a:avLst/>
              <a:gdLst/>
              <a:ahLst/>
              <a:rect l="l" t="t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0" y="1030320"/>
              <a:ext cx="1295280" cy="1279440"/>
            </a:xfrm>
            <a:custGeom>
              <a:avLst/>
              <a:gdLst/>
              <a:ahLst/>
              <a:rect l="l" t="t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2452680"/>
              <a:ext cx="1209600" cy="169920"/>
            </a:xfrm>
            <a:custGeom>
              <a:avLst/>
              <a:gdLst/>
              <a:ahLst/>
              <a:rect l="l" t="t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673440" y="5446800"/>
              <a:ext cx="5051520" cy="1182600"/>
            </a:xfrm>
            <a:custGeom>
              <a:avLst/>
              <a:gdLst/>
              <a:ahLst/>
              <a:rect l="l" t="t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b76a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04920" y="20160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24000" y="20808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4617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0" y="6400800"/>
              <a:ext cx="9144000" cy="53352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4617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683501"/>
                </a:gs>
                <a:gs pos="100000">
                  <a:srgbClr val="bb5f03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08200" y="363600"/>
              <a:ext cx="5060880" cy="3213000"/>
            </a:xfrm>
            <a:custGeom>
              <a:avLst/>
              <a:gdLst/>
              <a:ahLst/>
              <a:rect l="l" t="t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133720" y="465120"/>
              <a:ext cx="3403440" cy="2836800"/>
            </a:xfrm>
            <a:custGeom>
              <a:avLst/>
              <a:gdLst/>
              <a:ahLst/>
              <a:rect l="l" t="t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4654440" y="2743200"/>
              <a:ext cx="4489560" cy="3755880"/>
            </a:xfrm>
            <a:custGeom>
              <a:avLst/>
              <a:gdLst/>
              <a:ahLst/>
              <a:rect l="l" t="t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5000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5016600" y="2952720"/>
              <a:ext cx="3432240" cy="3070080"/>
            </a:xfrm>
            <a:custGeom>
              <a:avLst/>
              <a:gdLst/>
              <a:ahLst/>
              <a:rect l="l" t="t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eec94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feec94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cccc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DA6D34-D2DB-44F8-B3C9-F315C6391770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"/>
          <p:cNvGrpSpPr/>
          <p:nvPr/>
        </p:nvGrpSpPr>
        <p:grpSpPr>
          <a:xfrm>
            <a:off x="0" y="0"/>
            <a:ext cx="9144000" cy="6934320"/>
            <a:chOff x="0" y="0"/>
            <a:chExt cx="9144000" cy="6934320"/>
          </a:xfrm>
        </p:grpSpPr>
        <p:sp>
          <p:nvSpPr>
            <p:cNvPr id="31" name=""/>
            <p:cNvSpPr/>
            <p:nvPr/>
          </p:nvSpPr>
          <p:spPr>
            <a:xfrm>
              <a:off x="0" y="3505320"/>
              <a:ext cx="3992400" cy="3127320"/>
            </a:xfrm>
            <a:custGeom>
              <a:avLst/>
              <a:gdLst/>
              <a:ahLst/>
              <a:rect l="l" t="t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5000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0" y="3962520"/>
              <a:ext cx="3352680" cy="2546280"/>
            </a:xfrm>
            <a:custGeom>
              <a:avLst/>
              <a:gdLst/>
              <a:ahLst/>
              <a:rect l="l" t="t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3321000" y="5132520"/>
              <a:ext cx="5823000" cy="1496880"/>
            </a:xfrm>
            <a:custGeom>
              <a:avLst/>
              <a:gdLst/>
              <a:ahLst/>
              <a:rect l="l" t="t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0" y="831960"/>
              <a:ext cx="1544760" cy="1896840"/>
            </a:xfrm>
            <a:custGeom>
              <a:avLst/>
              <a:gdLst/>
              <a:ahLst/>
              <a:rect l="l" t="t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5060880" y="1440"/>
              <a:ext cx="4079880" cy="3597480"/>
            </a:xfrm>
            <a:custGeom>
              <a:avLst/>
              <a:gdLst/>
              <a:ahLst/>
              <a:rect l="l" t="t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5595840" y="1440"/>
              <a:ext cx="3468960" cy="2394000"/>
            </a:xfrm>
            <a:custGeom>
              <a:avLst/>
              <a:gdLst/>
              <a:ahLst/>
              <a:rect l="l" t="t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0" y="1030320"/>
              <a:ext cx="1295280" cy="1279440"/>
            </a:xfrm>
            <a:custGeom>
              <a:avLst/>
              <a:gdLst/>
              <a:ahLst/>
              <a:rect l="l" t="t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0" y="2452680"/>
              <a:ext cx="1209600" cy="169920"/>
            </a:xfrm>
            <a:custGeom>
              <a:avLst/>
              <a:gdLst/>
              <a:ahLst/>
              <a:rect l="l" t="t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3673440" y="5446800"/>
              <a:ext cx="5051520" cy="1182600"/>
            </a:xfrm>
            <a:custGeom>
              <a:avLst/>
              <a:gdLst/>
              <a:ahLst/>
              <a:rect l="l" t="t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b76a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304920" y="20160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324000" y="20808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4617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0" y="6400800"/>
              <a:ext cx="9144000" cy="53352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4617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0" y="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683501"/>
                </a:gs>
                <a:gs pos="100000">
                  <a:srgbClr val="bb5f03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808200" y="363600"/>
              <a:ext cx="5060880" cy="3213000"/>
            </a:xfrm>
            <a:custGeom>
              <a:avLst/>
              <a:gdLst/>
              <a:ahLst/>
              <a:rect l="l" t="t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2133720" y="465120"/>
              <a:ext cx="3403440" cy="2836800"/>
            </a:xfrm>
            <a:custGeom>
              <a:avLst/>
              <a:gdLst/>
              <a:ahLst/>
              <a:rect l="l" t="t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4654440" y="2743200"/>
              <a:ext cx="4489560" cy="3755880"/>
            </a:xfrm>
            <a:custGeom>
              <a:avLst/>
              <a:gdLst/>
              <a:ahLst/>
              <a:rect l="l" t="t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5000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5016600" y="2952720"/>
              <a:ext cx="3432240" cy="3070080"/>
            </a:xfrm>
            <a:custGeom>
              <a:avLst/>
              <a:gdLst/>
              <a:ahLst/>
              <a:rect l="l" t="t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182880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5400" strike="noStrike" u="none">
                <a:solidFill>
                  <a:srgbClr val="feec94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1" lang="pt-BR" sz="5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7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9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9B4320-0591-4ABF-8DBB-73DC169054FC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2" marL="914400" algn="ctr">
              <a:spcBef>
                <a:spcPts val="601"/>
              </a:spcBef>
              <a:buClr>
                <a:srgbClr val="cccc00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4" marL="1828800" algn="ctr">
              <a:spcBef>
                <a:spcPts val="4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990720" y="2286000"/>
            <a:ext cx="7315200" cy="12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2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108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2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PELEJAR POR JESUS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33520" y="1523520"/>
            <a:ext cx="861048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Por Jesus vamos pelejar,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Prosseguindo o nosso andar;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 com Ele, então, no céu,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Nós iremos a paz gozar.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28600" y="1523520"/>
            <a:ext cx="876312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Lutemos todos contra o mal,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 vamos a Jesus seguir;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Ele é o nosso General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 a glória do porvir!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33160" y="1523520"/>
            <a:ext cx="845820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Em Jesus, temos nós poder;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Avancemos, já sem temer;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Confiando no Seu amor,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Vamos lutar, até vencer.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80880" y="1523520"/>
            <a:ext cx="876312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Lutemos todos contra o mal,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 vamos a Jesus seguir;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Ele é o nosso General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 a glória do porvir!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440" y="1523520"/>
            <a:ext cx="845820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Crentes, para Jesus olhai,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Pela fé, sempre, sim, lutai;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Ao inimigo, ó combatei;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O Evangelho anunciai.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80880" y="1523520"/>
            <a:ext cx="876312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Lutemos todos contra o mal,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 vamos a Jesus seguir;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Ele é o nosso General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 a glória do porvir!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440" y="1523520"/>
            <a:ext cx="845820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A Escritura nos diz assim;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Que Jesus é p’ra ti e mim,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O caminho, a luz veraz,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Que nos leva ao céu, enfim.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0" y="277560"/>
            <a:ext cx="9144000" cy="543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Lutemos todos contra o mal,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 vamos a Jesus seguir;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Ele é o nosso General</a:t>
            </a:r>
            <a:br>
              <a:rPr sz="4400"/>
            </a:br>
            <a:r>
              <a:rPr b="0" i="1" lang="en-US" sz="4400" strike="noStrike" u="none">
                <a:solidFill>
                  <a:srgbClr val="feec94"/>
                </a:solidFill>
                <a:effectLst/>
                <a:uFillTx/>
                <a:latin typeface="Verdana"/>
              </a:rPr>
              <a:t>E a glória do porvir!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2005-01-13T20:11:52Z</dcterms:created>
  <dc:creator>Heliezer de Bem</dc:creator>
  <dc:description/>
  <dc:language>pt-BR</dc:language>
  <cp:lastModifiedBy>Junior</cp:lastModifiedBy>
  <dcterms:modified xsi:type="dcterms:W3CDTF">2005-07-30T02:06:10Z</dcterms:modified>
  <cp:revision>8</cp:revision>
  <dc:subject/>
  <dc:title>Um pendão vos entregou o Rei A vós, soldados seus; Corajosos, pois, em tudo o defendei, Marchando para os céus.</dc:title>
</cp:coreProperties>
</file>