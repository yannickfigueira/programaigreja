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692AD2-BCF6-4D59-A3CD-ADC64B7E06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033C4B-4B84-4C43-A453-15AD8BF7CA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CBAF637-F4D5-4BB4-A60C-FE583B7EAC2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19047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383 - O Sustento da Alma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 sustento à minha vida,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Palavra do Senhor;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minh’alma abatida,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poder Consolador: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Livramento glorioso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achamos em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o coração ditoso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desfruta Sua luz.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 deu-me salvação,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vida eternal;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Deu-me gozo no meu coração,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poder celestial;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graça é bastante,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Divina! é Seu amor;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vida exultante,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bom Consolador!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Santos, todos proclamemos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 há de voltar,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 Lhe servir devemos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sinceros O amar.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Resaurgiu da sepultura,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 vida se mostrou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felizes criaturas,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mundo tanto amou.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 deu-me salvação,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vida eternal;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Deu-me gozo no meu coração,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poder celestial;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graça é bastante,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Divina! é Seu amor;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vida exultante,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bom Consolador!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não haja ociosos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Igreja do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Mas, sim, crentes fervorosos Trabalhando com vigor;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aqui tiver vencido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Jesus e Seu amor,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de ter real vestido,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as bodas d’esplendor! 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 deu-me salvação,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vida eternal;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Deu-me gozo no meu coração,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poder celestial;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graça é bastante,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Divina! é Seu amor;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vida exultante,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bom Consolador!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Entraremos na formosa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Sala, cheia de fulgor,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Preparada para a Esposa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Jesus, o Salvador;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formos lá chegados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Grande festa haverá;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Jesus, que nos tem dado Salvação, nos servirá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 deu-me salvação,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vida eternal;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Deu-me gozo no meu coração,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poder celestial;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graça é bastante,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Divina! é Seu amor;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vida exultante,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bom Consolador!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2005-12-26T18:08:44Z</dcterms:created>
  <dc:creator>Junior</dc:creator>
  <dc:description/>
  <dc:language>pt-BR</dc:language>
  <cp:lastModifiedBy>Junior</cp:lastModifiedBy>
  <dcterms:modified xsi:type="dcterms:W3CDTF">2005-12-26T18:08:46Z</dcterms:modified>
  <cp:revision>1</cp:revision>
  <dc:subject/>
  <dc:title>383 - O Sustento da Alma </dc:title>
</cp:coreProperties>
</file>