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654CC1-79E2-4726-A0D3-3A600FB49A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4D2D68-E05C-4A54-A9D1-1BDF2BDB54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70FDB3-3205-4731-82EF-A60CDE71B0E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406 - À Sombra do meu Redentor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Preciso sempre encostar-me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pés do meu bom Redentor;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Presto virá pra levar-me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céus, minha pátria de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preciso sempre lançar-me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braços do meu Redentor;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Jesus vou também abrigar-me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Seu sublime amor.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Preciso sempre deter-me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sombra do meu Redentor;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posso só defender-me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alçar a bandeira de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preciso sempre lançar-me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braços do meu Redentor;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Jesus vou também abrigar-me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Seu sublime amor.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Preciso sempre chegar-me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Contrito aos pés do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poder consolar-me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Seu abundante amor.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preciso sempre lançar-me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braços do meu Redentor;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Jesus vou também abrigar-me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Seu sublime amor.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2005-12-26T17:06:30Z</dcterms:created>
  <dc:creator>Junior</dc:creator>
  <dc:description/>
  <dc:language>pt-BR</dc:language>
  <cp:lastModifiedBy>Junior</cp:lastModifiedBy>
  <dcterms:modified xsi:type="dcterms:W3CDTF">2005-12-26T17:06:32Z</dcterms:modified>
  <cp:revision>1</cp:revision>
  <dc:subject/>
  <dc:title>406 - À Sombra do meu Redentor </dc:title>
</cp:coreProperties>
</file>