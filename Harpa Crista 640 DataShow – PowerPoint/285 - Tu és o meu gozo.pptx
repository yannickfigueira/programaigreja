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41BFC6-26E9-4385-BDF8-DCEAAA2312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2C29DF-0A84-4689-9241-B490C2BF84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1EE5B4-0A5E-442F-8C80-454BEE4F859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285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O MEU GOZO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pela fé me sustento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graça, nos Teus mandamentos,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operam a cada momento,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coração, salvação!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o meu gozo,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o meu manancial de amor;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Irei Te louvar para sempre nos céus,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perto do trono de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de Deus recebida,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Encheu-me de gozo, de vida,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a mim é concedida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nosso Senhor, Redentor!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o meu gozo,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o meu manancial de amor;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Irei Te louvar para sempre nos céus,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perto do trono de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bênçãos oh! vem me inundando,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coração inflamando,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meus pecados queimando,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todo meu ser, com poder.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o meu gozo,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o meu manancial de amor;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Irei Te louvar para sempre nos céus,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perto do trono de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2005-12-24T08:44:34Z</dcterms:created>
  <dc:creator>Junior</dc:creator>
  <dc:description/>
  <dc:language>pt-BR</dc:language>
  <cp:lastModifiedBy>Junior</cp:lastModifiedBy>
  <dcterms:modified xsi:type="dcterms:W3CDTF">2005-12-24T08:44:45Z</dcterms:modified>
  <cp:revision>1</cp:revision>
  <dc:subject/>
  <dc:title>285 TU ÉS O MEU GOZO </dc:title>
</cp:coreProperties>
</file>