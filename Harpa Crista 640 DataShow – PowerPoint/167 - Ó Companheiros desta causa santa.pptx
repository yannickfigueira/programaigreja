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1440" y="0"/>
            <a:ext cx="9149040" cy="6851520"/>
            <a:chOff x="1440" y="0"/>
            <a:chExt cx="9149040" cy="6851520"/>
          </a:xfrm>
        </p:grpSpPr>
        <p:sp>
          <p:nvSpPr>
            <p:cNvPr id="1" name=""/>
            <p:cNvSpPr/>
            <p:nvPr/>
          </p:nvSpPr>
          <p:spPr>
            <a:xfrm>
              <a:off x="8008920" y="4168800"/>
              <a:ext cx="1141560" cy="2682720"/>
            </a:xfrm>
            <a:custGeom>
              <a:avLst/>
              <a:gdLst/>
              <a:ahLst/>
              <a:rect l="l" t="t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8550360" y="6022800"/>
              <a:ext cx="600120" cy="828720"/>
            </a:xfrm>
            <a:custGeom>
              <a:avLst/>
              <a:gdLst/>
              <a:ahLst/>
              <a:rect l="l" t="t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9016920" y="6689880"/>
              <a:ext cx="133560" cy="161640"/>
            </a:xfrm>
            <a:custGeom>
              <a:avLst/>
              <a:gdLst/>
              <a:ahLst/>
              <a:rect l="l" t="t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" name=""/>
            <p:cNvGrpSpPr/>
            <p:nvPr/>
          </p:nvGrpSpPr>
          <p:grpSpPr>
            <a:xfrm>
              <a:off x="457200" y="0"/>
              <a:ext cx="8093160" cy="6851520"/>
              <a:chOff x="457200" y="0"/>
              <a:chExt cx="8093160" cy="6851520"/>
            </a:xfrm>
          </p:grpSpPr>
          <p:sp>
            <p:nvSpPr>
              <p:cNvPr id="5" name=""/>
              <p:cNvSpPr/>
              <p:nvPr/>
            </p:nvSpPr>
            <p:spPr>
              <a:xfrm>
                <a:off x="4427640" y="0"/>
                <a:ext cx="114120" cy="6851520"/>
              </a:xfrm>
              <a:custGeom>
                <a:avLst/>
                <a:gdLst/>
                <a:ahLst/>
                <a:rect l="l" t="t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903920" y="0"/>
                <a:ext cx="276120" cy="6851520"/>
              </a:xfrm>
              <a:custGeom>
                <a:avLst/>
                <a:gdLst/>
                <a:ahLst/>
                <a:rect l="l" t="t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5330880" y="0"/>
                <a:ext cx="534960" cy="6851520"/>
              </a:xfrm>
              <a:custGeom>
                <a:avLst/>
                <a:gdLst/>
                <a:ahLst/>
                <a:rect l="l" t="t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835600" y="0"/>
                <a:ext cx="677880" cy="6851520"/>
              </a:xfrm>
              <a:custGeom>
                <a:avLst/>
                <a:gdLst/>
                <a:ahLst/>
                <a:rect l="l" t="t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6264360" y="0"/>
                <a:ext cx="885600" cy="6851520"/>
              </a:xfrm>
              <a:custGeom>
                <a:avLst/>
                <a:gdLst/>
                <a:ahLst/>
                <a:rect l="l" t="t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40640" y="0"/>
                <a:ext cx="1095120" cy="6851520"/>
              </a:xfrm>
              <a:custGeom>
                <a:avLst/>
                <a:gdLst/>
                <a:ahLst/>
                <a:rect l="l" t="t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7178760" y="0"/>
                <a:ext cx="1371600" cy="6851520"/>
              </a:xfrm>
              <a:custGeom>
                <a:avLst/>
                <a:gdLst/>
                <a:ahLst/>
                <a:rect l="l" t="t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3808440" y="0"/>
                <a:ext cx="237960" cy="6851520"/>
              </a:xfrm>
              <a:custGeom>
                <a:avLst/>
                <a:gdLst/>
                <a:ahLst/>
                <a:rect l="l" t="t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3122640" y="0"/>
                <a:ext cx="476280" cy="6851520"/>
              </a:xfrm>
              <a:custGeom>
                <a:avLst/>
                <a:gdLst/>
                <a:ahLst/>
                <a:rect l="l" t="t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2486160" y="0"/>
                <a:ext cx="674640" cy="6851520"/>
              </a:xfrm>
              <a:custGeom>
                <a:avLst/>
                <a:gdLst/>
                <a:ahLst/>
                <a:rect l="l" t="t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790640" y="0"/>
                <a:ext cx="912960" cy="6851520"/>
              </a:xfrm>
              <a:custGeom>
                <a:avLst/>
                <a:gdLst/>
                <a:ahLst/>
                <a:rect l="l" t="t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1114560" y="0"/>
                <a:ext cx="1170000" cy="6851520"/>
              </a:xfrm>
              <a:custGeom>
                <a:avLst/>
                <a:gdLst/>
                <a:ahLst/>
                <a:rect l="l" t="t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457200" y="0"/>
                <a:ext cx="1333440" cy="6851520"/>
              </a:xfrm>
              <a:custGeom>
                <a:avLst/>
                <a:gdLst/>
                <a:ahLst/>
                <a:rect l="l" t="t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" name=""/>
            <p:cNvSpPr/>
            <p:nvPr/>
          </p:nvSpPr>
          <p:spPr>
            <a:xfrm>
              <a:off x="9360" y="4605480"/>
              <a:ext cx="962280" cy="2246040"/>
            </a:xfrm>
            <a:custGeom>
              <a:avLst/>
              <a:gdLst/>
              <a:ahLst/>
              <a:rect l="l" t="t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9360" y="6175440"/>
              <a:ext cx="362160" cy="676080"/>
            </a:xfrm>
            <a:custGeom>
              <a:avLst/>
              <a:gdLst/>
              <a:ahLst/>
              <a:rect l="l" t="t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7581960" y="0"/>
              <a:ext cx="1562040" cy="2835360"/>
            </a:xfrm>
            <a:custGeom>
              <a:avLst/>
              <a:gdLst/>
              <a:ahLst/>
              <a:rect l="l" t="t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002440" y="0"/>
              <a:ext cx="1141560" cy="1341360"/>
            </a:xfrm>
            <a:custGeom>
              <a:avLst/>
              <a:gdLst/>
              <a:ahLst/>
              <a:rect l="l" t="t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8496360" y="0"/>
              <a:ext cx="647640" cy="657360"/>
            </a:xfrm>
            <a:custGeom>
              <a:avLst/>
              <a:gdLst/>
              <a:ahLst/>
              <a:rect l="l" t="t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9360" y="0"/>
              <a:ext cx="1362240" cy="2236680"/>
            </a:xfrm>
            <a:custGeom>
              <a:avLst/>
              <a:gdLst/>
              <a:ahLst/>
              <a:rect l="l" t="t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9360" y="0"/>
              <a:ext cx="933480" cy="950760"/>
            </a:xfrm>
            <a:custGeom>
              <a:avLst/>
              <a:gdLst/>
              <a:ahLst/>
              <a:rect l="l" t="t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9360" y="0"/>
              <a:ext cx="428760" cy="399960"/>
            </a:xfrm>
            <a:custGeom>
              <a:avLst/>
              <a:gdLst/>
              <a:ahLst/>
              <a:rect l="l" t="t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1440" y="436392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1440" y="374004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440" y="498780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" name=""/>
            <p:cNvGrpSpPr/>
            <p:nvPr/>
          </p:nvGrpSpPr>
          <p:grpSpPr>
            <a:xfrm>
              <a:off x="1440" y="622440"/>
              <a:ext cx="9141120" cy="2493720"/>
              <a:chOff x="1440" y="622440"/>
              <a:chExt cx="9141120" cy="2493720"/>
            </a:xfrm>
          </p:grpSpPr>
          <p:sp>
            <p:nvSpPr>
              <p:cNvPr id="30" name=""/>
              <p:cNvSpPr/>
              <p:nvPr/>
            </p:nvSpPr>
            <p:spPr>
              <a:xfrm>
                <a:off x="1440" y="124452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1440" y="311616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1440" y="249228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1440" y="186840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>
                <a:off x="1440" y="62244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" name=""/>
            <p:cNvSpPr/>
            <p:nvPr/>
          </p:nvSpPr>
          <p:spPr>
            <a:xfrm>
              <a:off x="1440" y="623556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440" y="561168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8F792C8-8A11-4642-A25E-C2828E82E0E8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799"/>
              </a:spcBef>
              <a:buClr>
                <a:srgbClr val="66cc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3" marL="1600200" indent="-228600">
              <a:spcBef>
                <a:spcPts val="799"/>
              </a:spcBef>
              <a:buClr>
                <a:srgbClr val="ccec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0" y="260280"/>
            <a:ext cx="9144000" cy="423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Ó COMPANHEIROS DESTA CAUSA SANTA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ANUNCIAI QUE CRISTO É O SALVADOR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É BOA NOVA QUE O PERDIDO SALVA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DO ESCRAVO FAZ UM VENCEDOR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DO AMAZONAS ATÉ AO RIO GRANDE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 EVANGELHO, OUSADOS, PROCLAMAI,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A MENSAGEM, QUE DA PAZ NOS FALA;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ETERNA GLÓRIA VOS DARÁ DO PAI.</a:t>
            </a:r>
            <a:br>
              <a:rPr sz="3200"/>
            </a:br>
            <a:endParaRPr b="0" lang="pt-BR" sz="32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0" y="277560"/>
            <a:ext cx="9144000" cy="466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A SALVAÇÃO PERFEITA E GLORIOSA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QUE, EM JESUS, O PAI QUIS REVELAR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NÓS </a:t>
            </a:r>
            <a:r>
              <a:rPr b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PUBLICAMOS</a:t>
            </a: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, SIM, POR TODA A PARTE,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AOS QUE JESUS JÁ VEIO P’RA SALVAR.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MUITOS JÁ A CRISTO SE ENTREGARAM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A ESTES OUTROS VÃO SE REUNIR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SIM, A PALAVRA EM VÃO, NÃO SE SEMEIA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POIS QUEM A DEU, TAMBÉM A FAZ FRUIR.</a:t>
            </a:r>
            <a:br>
              <a:rPr sz="3200"/>
            </a:br>
            <a:endParaRPr b="0" lang="pt-BR" sz="32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277560"/>
            <a:ext cx="9144000" cy="444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PODER DO ALTO P’RA SER TESTEMUNHA,</a:t>
            </a:r>
            <a:br>
              <a:rPr sz="2800"/>
            </a:br>
            <a:r>
              <a:rPr b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FOI A PROMESSA QU’ELE NOS DEIXOU,</a:t>
            </a:r>
            <a:br>
              <a:rPr sz="2800"/>
            </a:br>
            <a:r>
              <a:rPr b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BOM POUCOS CRENTES, ‘STÃO À SUA ESPERA,</a:t>
            </a:r>
            <a:br>
              <a:rPr sz="2800"/>
            </a:br>
            <a:r>
              <a:rPr b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DESCONHECENDO O QUE DEUS NOS LEGOU</a:t>
            </a:r>
            <a:br>
              <a:rPr sz="2800"/>
            </a:br>
            <a:r>
              <a:rPr b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MAS, GLÓRIA A DEUS! HÁ OUTROS QUE ACORDARAM</a:t>
            </a:r>
            <a:br>
              <a:rPr sz="2800"/>
            </a:br>
            <a:r>
              <a:rPr b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CHEIOS DE PODER PENTECOSTAL,</a:t>
            </a:r>
            <a:br>
              <a:rPr sz="2800"/>
            </a:br>
            <a:r>
              <a:rPr b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VÃO DESPERTAR OS CRENTES OCIOSOS</a:t>
            </a:r>
            <a:br>
              <a:rPr sz="2800"/>
            </a:br>
            <a:r>
              <a:rPr b="1" lang="pt-BR" sz="2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P’RA ACHAREM ESTE DOM CELESTIAL.</a:t>
            </a:r>
            <a:br>
              <a:rPr sz="2800"/>
            </a:br>
            <a:endParaRPr b="0" lang="pt-BR" sz="28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0" y="277920"/>
            <a:ext cx="9144000" cy="379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NO NOME DE JESUS NÓS PROCLAMAMOS,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A SALVAÇÃO P’RA TODO O PECADOR,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ESTE NOME CURA OS ENFERMOS,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QUE BUSCAM NELE ALIVIAR A DOR;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OS DEMONIOS SERÃO EXPULSOS,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PORQUE JESUS PODER NOS PROMETEU,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JÁ UM POVO ESTÁ SE PREPARANDO</a:t>
            </a:r>
            <a:br>
              <a:rPr sz="3200"/>
            </a:br>
            <a:r>
              <a:rPr b="1" lang="pt-BR" sz="32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P’RA ENCONTRAR JESUS, O REI DO CÉU.</a:t>
            </a:r>
            <a:endParaRPr b="0" lang="pt-BR" sz="32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2004-08-22T16:51:16Z</dcterms:created>
  <dc:creator>Jose Antonio de Bem</dc:creator>
  <dc:description/>
  <dc:language>pt-BR</dc:language>
  <cp:lastModifiedBy>Jose Antonio de Bem</cp:lastModifiedBy>
  <dcterms:modified xsi:type="dcterms:W3CDTF">2004-08-22T16:53:44Z</dcterms:modified>
  <cp:revision>1</cp:revision>
  <dc:subject/>
  <dc:title>Ó COMPANHEIROS DESTA CAUSA SANTA ANUNCIAI QUE CRISTO É O SALVADOR É BOA NOVA QUE O PERDIDO SALVA E DO ESCRAVO FAZ UM VENCEDOR DO AMAZONAS ATÉ AO RIO GRANDE O EVANGELHO, OUSADOS, PROCLAMAI, E A MENSAGEM, QUE DA PAZ NOS FALA; ETERNA GLÓRIA VOS DARÁ DO PAI. </dc:title>
</cp:coreProperties>
</file>