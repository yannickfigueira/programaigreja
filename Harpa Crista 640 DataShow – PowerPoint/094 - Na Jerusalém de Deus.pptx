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24A567-7E39-47CA-9157-B9868BE2F2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E77D11-9417-4325-9B07-63C081E2E7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E60B9B-E733-4E92-A4B2-42648C9CB22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 luta desta vida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Trabalhosa se findar,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adeus a este mundo vamos dar; Para o céu então iremos,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 nos encontrar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e alegria,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ali chegar,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Jerusalém! Em Jerusalém!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ali cantando hosanas,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Rei no trono esta,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caminho é extenso,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Jesus vai me guiar,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Quando, pelas provações aqui passar; Pois olhando nEle, eu sigo.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brevemente estar,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e alegria,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ali chegar,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Jerusalém! Em Jerusalém!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ali cantando hosanas,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Rei no trono esta,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sairmos deste mundo,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divina! mansão,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Gozaremos a perfeita salvação;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 contemplaremos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estender-nos Sua mão,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e alegria,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ali chegar,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Jerusalém! Em Jerusalém!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ali cantando hosanas,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Rei no trono esta,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Quando, unidos com os salvos,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pátria do Senhor, Contemplarmos a Jesus, o Salvador, Sempre nos alegraremos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há perfeito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e alegria,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ali chegar,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Jerusalém! Em Jerusalém!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ali cantando hosanas,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Rei no trono esta,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Jerusalém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2005-12-23T10:03:52Z</dcterms:created>
  <dc:creator>Junior</dc:creator>
  <dc:description/>
  <dc:language>pt-BR</dc:language>
  <cp:lastModifiedBy>Junior</cp:lastModifiedBy>
  <dcterms:modified xsi:type="dcterms:W3CDTF">2005-12-23T10:04:01Z</dcterms:modified>
  <cp:revision>1</cp:revision>
  <dc:subject/>
  <dc:title>94 NA JERUSALÉM DE DEUS </dc:title>
</cp:coreProperties>
</file>