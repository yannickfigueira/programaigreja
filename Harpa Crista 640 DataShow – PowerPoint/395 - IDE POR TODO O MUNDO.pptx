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C78CB7-5328-4FBC-A635-EB643712DEF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C542F0-6B15-4178-9827-364B9759DB7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50A1ABD-E75A-424D-BCE8-B1D25F6AD5C1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395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IDE POR TODO O MUNDO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Ide por todo o mundo e dizei: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"E-Me dado todo o poder";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Ide, anunciai que já ressuscitei,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P'ra dar vida a todo o que crer.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Confiando, irei onde me mandar;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Pela terra, pelo mar também .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Eis que estou convosco para vos guardar,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todos os séculos. Amém.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Ide e ensinai todas as nações;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Publicai a salvação e paz;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já venceu a morte e seus grilhões,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Liberdade agora, a todos traz.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Confiando, irei onde me mandar;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Pela terra, pelo mar também .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Eis que estou convosco para vos guardar,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todos os séculos. Amém.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 salvação a porta aberta está;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por ela hoje quer entrar?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Jesus quem oferece e quem dá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Livre entrada no celeste lar.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Confiando, irei onde me mandar;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Pela terra, pelo mar também .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Eis que estou convosco para vos guardar,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todos os séculos. Amém.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2005-10-21T02:45:57Z</dcterms:created>
  <dc:creator>Montagna</dc:creator>
  <dc:description/>
  <dc:language>pt-BR</dc:language>
  <cp:lastModifiedBy>Montagna</cp:lastModifiedBy>
  <dcterms:modified xsi:type="dcterms:W3CDTF">2005-10-21T02:46:25Z</dcterms:modified>
  <cp:revision>2</cp:revision>
  <dc:subject/>
  <dc:title>395 - IDE POR TODO O MUNDO</dc:title>
</cp:coreProperties>
</file>