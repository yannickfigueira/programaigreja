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D825F6-4844-44A2-B9EF-1DCDF6A4E5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05392B-B45A-4908-93DB-B6428669C7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F06272-440E-4B15-B610-8538426D397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39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ALVO MAIS QUE A NEVE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Bendito seja o Cordeiro,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na cruz por nós padeceu!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Bendito seja o Seu sangue,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por nós, ali Ele verteu!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Eis nesse sangue lavados,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roupas que tão alvas são,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Os pecadores remidos,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perante Seu Deus já estão!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Alvo mais que a neve!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Alvo mais que a neve!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 nesse sangue lavado,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alvo que a neve serei.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Quão espinhosa coroa,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Jesus por nós suportou!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Quão profunda as chagas,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nos provam quanto Ele amou!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Eis nessas chagas pureza,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o maior pecador!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que mais alvo que a neve,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Teu sangue nos torna Senhor.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Alvo mais que a neve!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Alvo mais que a neve!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 nesse sangue lavado,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alvo que a neve serei.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nós a Ti confessarmos,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seguirmos na Tua luz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não somente perdoas,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Purificas também, oh Jesus;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Sim, e de todo o pecado!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maravilha 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que mais alvo que a neve,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Teu sangue nos torna Senhor.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Alvo mais que a neve!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Alvo mais que a neve!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 nesse sangue lavado,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alvo que a neve serei.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2005-06-27T23:31:03Z</dcterms:created>
  <dc:creator>Junior</dc:creator>
  <dc:description/>
  <dc:language>pt-BR</dc:language>
  <cp:lastModifiedBy>Junior</cp:lastModifiedBy>
  <dcterms:modified xsi:type="dcterms:W3CDTF">2005-06-27T23:56:24Z</dcterms:modified>
  <cp:revision>2</cp:revision>
  <dc:subject/>
  <dc:title>39 ALVO MAIS QUE A NEVE</dc:title>
</cp:coreProperties>
</file>