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BA91A4-418B-4FD3-800E-8923019221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7D480F-68C4-4306-8793-391C3A8DC5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21AA28E-12BE-4CF3-9278-B6D0E1BAE97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529 - Em Sua Graça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sua graça, seu rico amor.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Veio do Céu a Belém meu Senhor.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maravilha! Meu Salvador</a:t>
            </a:r>
            <a:br>
              <a:rPr sz="4400"/>
            </a:b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mim na cruz morreu!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2005-12-26T20:06:01Z</dcterms:created>
  <dc:creator>Junior</dc:creator>
  <dc:description/>
  <dc:language>pt-BR</dc:language>
  <cp:lastModifiedBy>Junior</cp:lastModifiedBy>
  <dcterms:modified xsi:type="dcterms:W3CDTF">2005-12-26T20:06:03Z</dcterms:modified>
  <cp:revision>1</cp:revision>
  <dc:subject/>
  <dc:title>529 - Em Sua Graça </dc:title>
</cp:coreProperties>
</file>