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90440"/>
            <a:ext cx="7010640" cy="152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23880" y="1905120"/>
            <a:ext cx="701064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51"/>
              </a:spcBef>
              <a:buClr>
                <a:srgbClr val="336666"/>
              </a:buClr>
              <a:buSzPct val="70000"/>
              <a:buFont typeface="Wingdings" charset="2"/>
              <a:buChar char="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51"/>
              </a:spcBef>
              <a:buClr>
                <a:srgbClr val="99cccc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51"/>
              </a:spcBef>
              <a:buClr>
                <a:srgbClr val="cccc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51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6294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7636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523520" y="6248520"/>
            <a:ext cx="12956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D0CEC9-3B54-469E-B02D-88B9D437A0B0}" type="slidenum">
              <a:rPr b="0" lang="en-US" sz="14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 flipV="1">
            <a:off x="1371600" y="304920"/>
            <a:ext cx="0" cy="12952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52280" y="838080"/>
            <a:ext cx="228600" cy="228600"/>
          </a:xfrm>
          <a:prstGeom prst="ellipse">
            <a:avLst/>
          </a:prstGeom>
          <a:solidFill>
            <a:srgbClr val="33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539640" y="838080"/>
            <a:ext cx="228600" cy="228600"/>
          </a:xfrm>
          <a:prstGeom prst="ellipse">
            <a:avLst/>
          </a:prstGeom>
          <a:solidFill>
            <a:srgbClr val="99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927000" y="838080"/>
            <a:ext cx="228600" cy="228600"/>
          </a:xfrm>
          <a:prstGeom prst="ellipse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133360" y="1371600"/>
            <a:ext cx="647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7086240" y="6248520"/>
            <a:ext cx="15238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5"/>
          </p:nvPr>
        </p:nvSpPr>
        <p:spPr>
          <a:xfrm>
            <a:off x="38098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6"/>
          </p:nvPr>
        </p:nvSpPr>
        <p:spPr>
          <a:xfrm>
            <a:off x="2209320" y="6248520"/>
            <a:ext cx="12193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336666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18C0B9-63D6-4296-A40A-FDABA2FAE0DA}" type="slidenum">
              <a:rPr b="0" lang="en-US" sz="1400" strike="noStrike" u="none">
                <a:solidFill>
                  <a:srgbClr val="336666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905120" y="1219320"/>
            <a:ext cx="0" cy="2057400"/>
          </a:xfrm>
          <a:prstGeom prst="line">
            <a:avLst/>
          </a:prstGeom>
          <a:ln w="349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63440" y="2103480"/>
            <a:ext cx="347760" cy="347760"/>
          </a:xfrm>
          <a:prstGeom prst="ellipse">
            <a:avLst/>
          </a:prstGeom>
          <a:solidFill>
            <a:srgbClr val="33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39800" y="2104920"/>
            <a:ext cx="349200" cy="347760"/>
          </a:xfrm>
          <a:prstGeom prst="ellipse">
            <a:avLst/>
          </a:prstGeom>
          <a:solidFill>
            <a:srgbClr val="99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317600" y="2104920"/>
            <a:ext cx="347760" cy="347760"/>
          </a:xfrm>
          <a:prstGeom prst="ellipse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336666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cccccc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336666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07640" y="1700280"/>
            <a:ext cx="6913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151 - FALA, JESUS QUERIDO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508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Fala, Jesus querido;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Fala-me, hoje sim!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 com Tua bondade;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Fica ao pé de mim;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Meu coração aberto `stá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P'ra Tua voz ouvir;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Enche-me de louvores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gozo p'ra Te servir.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9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suavemente! </a:t>
            </a:r>
            <a:br>
              <a:rPr sz="3600"/>
            </a:br>
            <a:r>
              <a:rPr b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Fala, </a:t>
            </a: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com muito amor!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Vencedor para sempre,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Livre te hei de por,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cada dia, sempre em terno tom;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Ouvir Tua voz eu quero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neste mesmo som.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53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Para teus filhos fala,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E, no caminho bom,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Pela bondade os guia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A pedir o santo dom;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Quererão consagrar-se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Para suas vidas dar.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Obedecendo a Cristo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com fervor O amar.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981000"/>
            <a:ext cx="9144000" cy="49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suavemente! </a:t>
            </a:r>
            <a:br>
              <a:rPr sz="3600"/>
            </a:br>
            <a:r>
              <a:rPr b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Fala, </a:t>
            </a: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com muito amor!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Vencedor para sempre,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Livre te hei de por,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cada dia, sempre em terno tom;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Ouvir Tua voz eu quero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neste mesmo som.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9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Como no tempo antigo,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Tu revelaste a lei,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Mostra-me Tua vontade,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à Tua santa grei;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Deixa-me gloriar-Te,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Quero a Ti louvar,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Cantar alegremente </a:t>
            </a:r>
            <a:br>
              <a:rPr sz="4000"/>
            </a:br>
            <a:r>
              <a:rPr b="0" lang="en-US" sz="40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sempre Te honrar.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052640"/>
            <a:ext cx="9144000" cy="49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suavemente! </a:t>
            </a:r>
            <a:br>
              <a:rPr sz="3600"/>
            </a:br>
            <a:r>
              <a:rPr b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Fala, </a:t>
            </a: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com muito amor!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Vencedor para sempre,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Livre te hei de por,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Fala-me cada dia, sempre em terno tom;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Ouvir Tua voz eu quero </a:t>
            </a:r>
            <a:br>
              <a:rPr sz="3600"/>
            </a:br>
            <a:r>
              <a:rPr b="1" i="1" lang="en-US" sz="3600" strike="noStrike" u="none">
                <a:solidFill>
                  <a:srgbClr val="336666"/>
                </a:solidFill>
                <a:effectLst/>
                <a:uFillTx/>
                <a:latin typeface="Arial"/>
              </a:rPr>
              <a:t>e neste mesmo som.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2005-10-16T00:53:31Z</dcterms:created>
  <dc:creator>Montagna</dc:creator>
  <dc:description/>
  <dc:language>pt-BR</dc:language>
  <cp:lastModifiedBy>User041</cp:lastModifiedBy>
  <dcterms:modified xsi:type="dcterms:W3CDTF">2006-07-30T19:19:23Z</dcterms:modified>
  <cp:revision>4</cp:revision>
  <dc:subject/>
  <dc:title>151 - FALA, JESUS QUERIDO </dc:title>
</cp:coreProperties>
</file>