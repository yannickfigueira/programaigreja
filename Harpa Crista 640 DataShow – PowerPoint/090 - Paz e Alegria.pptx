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01680" y="228600"/>
            <a:ext cx="8510400" cy="132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b7e7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01680" y="1676160"/>
            <a:ext cx="8540640" cy="442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ff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304920" y="6244920"/>
            <a:ext cx="228600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4920"/>
            <a:ext cx="228600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5BD2284-237B-40D1-8A37-542CB7B70EF0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1980720"/>
            <a:ext cx="7772400" cy="16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b7e7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4"/>
          </p:nvPr>
        </p:nvSpPr>
        <p:spPr>
          <a:xfrm>
            <a:off x="304920" y="6244920"/>
            <a:ext cx="228600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sldNum" idx="6"/>
          </p:nvPr>
        </p:nvSpPr>
        <p:spPr>
          <a:xfrm>
            <a:off x="6553080" y="6244920"/>
            <a:ext cx="228600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08DB07-31FE-4718-923B-09F0F511810D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ffcc00"/>
              </a:buClr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Arial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ffcc00"/>
              </a:buClr>
              <a:buFont typeface="Wingdings" charset="2"/>
              <a:buChar char="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84360" y="2133720"/>
            <a:ext cx="7702560" cy="23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90</a:t>
            </a:r>
            <a:br>
              <a:rPr sz="4000"/>
            </a:br>
            <a:r>
              <a:rPr b="1" lang="pt-BR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 HÁ PAZ E ALEGRIA </a:t>
            </a:r>
            <a:br>
              <a:rPr sz="4000"/>
            </a:br>
            <a:endParaRPr b="0" lang="pt-BR" sz="40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907560"/>
            <a:ext cx="9144000" cy="410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Há paz e alegria no reino da luz;</a:t>
            </a:r>
            <a:br>
              <a:rPr sz="4000"/>
            </a:b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A pátria dos remidos, </a:t>
            </a:r>
            <a:br>
              <a:rPr sz="4000"/>
            </a:b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Jesus nos conduz, </a:t>
            </a:r>
            <a:br>
              <a:rPr sz="4000"/>
            </a:b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No reino dos céus há gozo e paz;</a:t>
            </a:r>
            <a:br>
              <a:rPr sz="4000"/>
            </a:b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Os filhos de Deus têm poder veraz.</a:t>
            </a:r>
            <a:br>
              <a:rPr sz="4000"/>
            </a:br>
            <a:endParaRPr b="0" lang="pt-BR" sz="40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907560"/>
            <a:ext cx="9144000" cy="424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Há paz e alegria no reino dos céus; </a:t>
            </a:r>
            <a:br>
              <a:rPr sz="4000"/>
            </a:b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Os salvos Iá entoam louvores a Deus; </a:t>
            </a:r>
            <a:br>
              <a:rPr sz="4000"/>
            </a:b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Dai glória a Jesus! Porque nos amou; Por nós o Seu sangue Ele derramou!</a:t>
            </a:r>
            <a:br>
              <a:rPr sz="4000"/>
            </a:br>
            <a:endParaRPr b="0" lang="pt-BR" sz="40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549360"/>
            <a:ext cx="9144000" cy="424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Jesus tem prometido o Consolador! </a:t>
            </a:r>
            <a:br>
              <a:rPr sz="4000"/>
            </a:b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O Espírito Santo, o Instruidor;</a:t>
            </a:r>
            <a:br>
              <a:rPr sz="4000"/>
            </a:b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Também prometeu, no reino dos céus, </a:t>
            </a:r>
            <a:br>
              <a:rPr sz="4000"/>
            </a:b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Um santo lugar, junto ao nosso Deus.</a:t>
            </a:r>
            <a:endParaRPr b="0" lang="pt-BR" sz="40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981000"/>
            <a:ext cx="9144000" cy="460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Firmado na promessa </a:t>
            </a:r>
            <a:br>
              <a:rPr sz="4000"/>
            </a:b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Tão grande e eficaz,</a:t>
            </a:r>
            <a:br>
              <a:rPr sz="4000"/>
            </a:b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Agora neste mundo desfruto a paz;</a:t>
            </a:r>
            <a:br>
              <a:rPr sz="4000"/>
            </a:b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Espero Jesus, nas nuvens descer,</a:t>
            </a:r>
            <a:br>
              <a:rPr sz="4000"/>
            </a:b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E na Sua glória me receber.</a:t>
            </a: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	</a:t>
            </a:r>
            <a:br>
              <a:rPr sz="4000"/>
            </a:br>
            <a:br>
              <a:rPr sz="4000"/>
            </a:b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	</a:t>
            </a:r>
            <a:r>
              <a:rPr b="0" lang="en-US" sz="40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	</a:t>
            </a:r>
            <a:r>
              <a:rPr b="0" lang="en-US" sz="1600" strike="noStrike" u="none">
                <a:solidFill>
                  <a:srgbClr val="efefff"/>
                </a:solidFill>
                <a:effectLst/>
                <a:uFillTx/>
                <a:latin typeface="Arial"/>
              </a:rPr>
              <a:t>A.T.G</a:t>
            </a:r>
            <a:endParaRPr b="0" lang="pt-BR" sz="1600" strike="noStrike" u="none">
              <a:solidFill>
                <a:srgbClr val="b7e7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2005-10-15T22:33:03Z</dcterms:created>
  <dc:creator>Montagna</dc:creator>
  <dc:description/>
  <dc:language>pt-BR</dc:language>
  <cp:lastModifiedBy>Junior</cp:lastModifiedBy>
  <dcterms:modified xsi:type="dcterms:W3CDTF">2005-10-16T19:57:03Z</dcterms:modified>
  <cp:revision>2</cp:revision>
  <dc:subject/>
  <dc:title>90 </dc:title>
</cp:coreProperties>
</file>