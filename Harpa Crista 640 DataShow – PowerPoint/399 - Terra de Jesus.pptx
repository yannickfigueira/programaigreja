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296F9F-6450-4CC3-8A40-1DA1A874B6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E7002B-7EC2-4BFA-8E19-26F9F7FD06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6C7817-08C2-4AA2-B615-B34AD13BD9D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399</a:t>
            </a:r>
            <a:br>
              <a:rPr sz="6000"/>
            </a:br>
            <a:r>
              <a:rPr b="0" lang="pt-BR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de Jesus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6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mundo, sim, além,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 pais de luz;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as trevas não se vêem,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brilha ali Jesus;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97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de Jesus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de amor!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brilha 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meu Salvador;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0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porta de fulgor,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pode o mal entrar;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a morte, luto ou dor,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terão lugar,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4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de Jesus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de amor!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brilha 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meu Salvador;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0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divinal mansão,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nos preparou!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todos os irmãos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Vão ver quem os salvou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0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de Jesus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de amor!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brilha 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meu Salvador;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304560"/>
            <a:ext cx="8229600" cy="60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de Jesus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de amor!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brilha 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meu Salvador;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Oh! Não queres ir lá?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2005-08-21T14:40:25Z</dcterms:created>
  <dc:creator>Junior</dc:creator>
  <dc:description/>
  <dc:language>pt-BR</dc:language>
  <cp:lastModifiedBy>Junior</cp:lastModifiedBy>
  <dcterms:modified xsi:type="dcterms:W3CDTF">2005-10-17T13:41:40Z</dcterms:modified>
  <cp:revision>2</cp:revision>
  <dc:subject/>
  <dc:title>399 Terra de Jesus</dc:title>
</cp:coreProperties>
</file>