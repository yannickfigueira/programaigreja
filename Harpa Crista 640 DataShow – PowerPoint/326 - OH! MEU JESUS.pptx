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1A1DB1-7BC5-4DDE-BC9E-685C243B22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EB2535-AEE2-4AD8-9326-2541E7F483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DA158D4-53A2-4F91-8328-4C0294E2212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326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MEU JESUS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meu Jesus, quando lutas no caminho encontrar,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Tua mão divina vem me ajudar;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temerei amparado por Ti mesmo, meu Jesus,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Salvador, a vitória me vem por Tua luz,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Ti espero somente, meu Senhor,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andar de valor em valor;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Jesus, minhas forças hei de ver mais aumentar;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Tendo a fé; Tua graça me há de bastar.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meu Jesus, encostado em Teu braço vou andar,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amor na sã Palavra meditar;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assim na peleja,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Jesus eu vencerei,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pela fé, abrigado do mal estarei;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bem armado as trevas desfarei,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poder de Jesus, o meu Rei!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Jesus, que me dás,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coração, do Teu amor, Hei de Te ver glorioso, no céu d'esplendor!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meu Jesus, o Teu nome invocarei com mui amor,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o poder Te foi entregue Salvador;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todo o ser, o joelho ante Ti se dobrará;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és o Senhor, toda língua testificará,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nossos pés, Salvador queiras firmar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rocha, que não se pode abalar;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meu Jesus, Tua graça quero sempre procurar,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que eu vá nos teus braços enfim repousar. 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2005-10-20T00:42:26Z</dcterms:created>
  <dc:creator>Montagna</dc:creator>
  <dc:description/>
  <dc:language>pt-BR</dc:language>
  <cp:lastModifiedBy>Junior</cp:lastModifiedBy>
  <dcterms:modified xsi:type="dcterms:W3CDTF">2005-11-26T19:34:24Z</dcterms:modified>
  <cp:revision>4</cp:revision>
  <dc:subject/>
  <dc:title>326 - OH! MEU JESUS</dc:title>
</cp:coreProperties>
</file>