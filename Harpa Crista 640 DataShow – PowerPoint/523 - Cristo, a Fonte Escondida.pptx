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CF6FC6-C7CC-4A65-B202-70C00A0349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7941A4-CC3A-4DEC-9C07-2F8D8A23C2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C67C3C-AB17-41B0-B76C-C320F82B65A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012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523 – Cristo, a Fonte Escondida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nos deu uma fonte escondida.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qualquer sede pode estancar.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cujas águas repletas de vida,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de graça nos hão de fartar.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Água sairá, viva manará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fonte que abriu o Senhor,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Água correrá!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todos quiserem beber,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se esgotará;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Milhares de mIihares venham; Sempre sairá!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muitas fontes de gozo no mundo,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Nelas os homens vão sempre beber,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são cisternas e poços imundos,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águas vivas não podem conter.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Água sairá, viva manará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fonte que abriu o Senhor,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Água correrá!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todos quiserem beber,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se esgotará;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Milhares de mIihares venham; Sempre sairá!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muitos homens gastaram dinheiro,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a fonte de Deus encontrar;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Jesus Cristo é o nosso roteiro,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para a fonte, nos há de guiar.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Água sairá, viva manará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fonte que abriu o Senhor,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Água correrá!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todos quiserem beber,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se esgotará;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Milhares de mIihares venham; Sempre sairá!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Oh, Aleluia ao bom Pai supremo,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Pelas bênçãos que a todos quer dar,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pela fonte de paz que nós temos,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nosso ser, para nos alegrar!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Água sairá, viva manará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fonte que abriu o Senhor,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Água correrá!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todos quiserem beber,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se esgotará;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Milhares de mIihares venham; Sempre sairá!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2005-12-26T19:54:04Z</dcterms:created>
  <dc:creator>Junior</dc:creator>
  <dc:description/>
  <dc:language>pt-BR</dc:language>
  <cp:lastModifiedBy>Junior</cp:lastModifiedBy>
  <dcterms:modified xsi:type="dcterms:W3CDTF">2005-12-26T19:54:06Z</dcterms:modified>
  <cp:revision>1</cp:revision>
  <dc:subject/>
  <dc:title>523 – Cristo, a Fonte Escondida</dc:title>
</cp:coreProperties>
</file>