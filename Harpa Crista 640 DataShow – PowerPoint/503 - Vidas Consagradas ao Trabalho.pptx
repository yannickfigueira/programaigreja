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1935F3-C535-4906-8238-5BE72207B9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ABF930-1AF9-4670-961D-71963D4DD90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A5D4E21-612F-40F0-819E-0E06D533456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012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503 - Vidas Consagradas ao Trabalho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busca corações já puros,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proclamem sempre o perdão da cruz,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aos transgressores mostre os bens futuros,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voltarem do pecado para luz!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Ide trabalhar além nos campos do Senhor,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para a sega se apresentam brancos Já;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Depressa ao labor, ordena Jeová,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Desfrutareis, então, Seu grande amor!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 Lábios puros Cristo necessita,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com gozo falem desta salvação;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Línguas cheias duma graça infinita,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proclamem aos cativos, redenção!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 Cristo busca mãos, mas consagradas,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trabalhar com santa prontidão;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Pedem vosso auxilio messes já douradas,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trigais maduros breve Cairão!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 Vidas santas Cristo necessita,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aos pecadores mostrem Seu poder,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Jesus firmadas e também contritas,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que por elas, faça Seu querer.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2005-12-24T11:51:44Z</dcterms:created>
  <dc:creator>Junior</dc:creator>
  <dc:description/>
  <dc:language>pt-BR</dc:language>
  <cp:lastModifiedBy>Junior</cp:lastModifiedBy>
  <dcterms:modified xsi:type="dcterms:W3CDTF">2005-12-24T11:51:46Z</dcterms:modified>
  <cp:revision>1</cp:revision>
  <dc:subject/>
  <dc:title>503 - Vidas Consagradas ao Trabalho </dc:title>
</cp:coreProperties>
</file>