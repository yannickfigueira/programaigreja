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951E49-5A08-4C3F-BC20-33DBB6DB71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FA581C4-873D-4BE2-B89D-950A6D5D8F6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03BCF08-D91B-4C7E-905B-9A5156796D0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472 – Em Meu Lugar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Jesus lá na cruz já sofre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meu lugar, em meu lugar;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por mim Ele ali padeceu,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a minh'alma salvar.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00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 Jesus, meu pecado cravou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a cruz, sobre a cruz;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Sangue precioso minh'alma lavou;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 ao bondoso Jesus.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2005-12-25T20:05:28Z</dcterms:created>
  <dc:creator>Junior</dc:creator>
  <dc:description/>
  <dc:language>pt-BR</dc:language>
  <cp:lastModifiedBy>Junior</cp:lastModifiedBy>
  <dcterms:modified xsi:type="dcterms:W3CDTF">2005-12-25T20:05:30Z</dcterms:modified>
  <cp:revision>1</cp:revision>
  <dc:subject/>
  <dc:title>472 – Em Meu Lugar </dc:title>
</cp:coreProperties>
</file>