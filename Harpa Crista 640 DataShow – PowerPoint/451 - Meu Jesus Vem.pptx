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B6CB66-7FD2-4820-917A-74339E865E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0EF06-0781-4623-BE63-0B2D051407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A43148-4D6D-40E6-87E3-9CE38F41DDF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451 – Meu Jesus Vem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testemunhos indicam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breve Cristo virá;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os sinais testificam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Ele vem, não tardará.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Dia de grande glória,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remidos será!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será de vitória;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em breve virá.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 vem, meu Jesus vem;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encontrá-Lo no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anjos nas harpas tangem,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Dando louvores a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é trevas no mundo,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noite chegada está,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voz de amor mui profundo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 que Jesus voltará.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corpo já transformado,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céu aberto achará!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anjos mil a Seu lado,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em breve virá!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 vem, meu Jesus vem;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encontrá-Lo no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anjos nas harpas tangem,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Dando louvores a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Tristezas desaparecem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dores não haverá;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Estrelas já resplandecem;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festa começará!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Descanso ali prometido,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Minh'alma então gozará;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a mensagem, perdido;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em breve virá!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 vem, meu Jesus vem;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encontrá-Lo no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anjos nas harpas tangem,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Dando louvores a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2005-12-26T15:27:57Z</dcterms:created>
  <dc:creator>Junior</dc:creator>
  <dc:description/>
  <dc:language>pt-BR</dc:language>
  <cp:lastModifiedBy>Junior</cp:lastModifiedBy>
  <dcterms:modified xsi:type="dcterms:W3CDTF">2005-12-26T15:27:59Z</dcterms:modified>
  <cp:revision>1</cp:revision>
  <dc:subject/>
  <dc:title>451 – Meu Jesus Vem </dc:title>
</cp:coreProperties>
</file>