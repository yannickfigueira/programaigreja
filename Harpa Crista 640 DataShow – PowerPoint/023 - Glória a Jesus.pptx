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0E0E85-899E-4C19-A7C5-B36E1EB0EC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DEAB01-5563-4B12-B2A7-68F6D081E49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EA41BA9-8544-4069-9CB1-BB444F2F512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23 </a:t>
            </a:r>
            <a:br>
              <a:rPr sz="4400"/>
            </a:br>
            <a:r>
              <a:rPr b="0" i="1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GLÓRIA A JESUS</a:t>
            </a:r>
            <a:r>
              <a:rPr b="0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Cantam os santos com fervor, </a:t>
            </a:r>
            <a:br>
              <a:rPr sz="4400"/>
            </a:br>
            <a:r>
              <a:rPr b="0" i="1" lang="en-US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A quem por mim foi imolado, </a:t>
            </a:r>
            <a:br>
              <a:rPr sz="4400"/>
            </a:br>
            <a:r>
              <a:rPr b="0" i="1" lang="en-US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Na cruz, sofrendo o meu pecado.</a:t>
            </a:r>
            <a:r>
              <a:rPr b="0" lang="en-US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Glória a Jesus!</a:t>
            </a:r>
            <a:r>
              <a:rPr b="0" i="1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Glória a Jesus!</a:t>
            </a:r>
            <a:r>
              <a:rPr b="0" i="1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Glória a Jesus, o Salvador!</a:t>
            </a:r>
            <a:r>
              <a:rPr b="0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Deus é o Justificador </a:t>
            </a:r>
            <a:br>
              <a:rPr sz="4400"/>
            </a:br>
            <a:r>
              <a:rPr b="0" i="1" lang="en-US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De quem crer no Seu </a:t>
            </a:r>
            <a:br>
              <a:rPr sz="4400"/>
            </a:br>
            <a:r>
              <a:rPr b="0" i="1" lang="en-US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Enviado Sim, no </a:t>
            </a:r>
            <a:br>
              <a:rPr sz="4400"/>
            </a:br>
            <a:r>
              <a:rPr b="0" i="1" lang="en-US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Seu Filho mui amado.</a:t>
            </a:r>
            <a:r>
              <a:rPr b="0" lang="en-US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Glória a Jesus!</a:t>
            </a:r>
            <a:r>
              <a:rPr b="0" i="1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Glória a Jesus!</a:t>
            </a:r>
            <a:r>
              <a:rPr b="0" i="1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Glória a Jesus, o Salvador!</a:t>
            </a:r>
            <a:r>
              <a:rPr b="0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Do Seu Pai recebeu louvor, </a:t>
            </a:r>
            <a:br>
              <a:rPr sz="4400"/>
            </a:br>
            <a:r>
              <a:rPr b="0" i="1" lang="en-US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E com poder foi exaltado, </a:t>
            </a:r>
            <a:br>
              <a:rPr sz="4400"/>
            </a:br>
            <a:r>
              <a:rPr b="0" i="1" lang="en-US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Por isso é glorificado.  </a:t>
            </a:r>
            <a:r>
              <a:rPr b="0" lang="en-US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Glória a Jesus!</a:t>
            </a:r>
            <a:r>
              <a:rPr b="0" i="1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Glória a Jesus!</a:t>
            </a:r>
            <a:r>
              <a:rPr b="0" i="1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Glória a Jesus, o Salvador!</a:t>
            </a:r>
            <a:r>
              <a:rPr b="0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Do "sangue purificador", </a:t>
            </a:r>
            <a:br>
              <a:rPr sz="4400"/>
            </a:br>
            <a:r>
              <a:rPr b="0" i="1" lang="en-US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Eu quero sempre ter lembrança, </a:t>
            </a:r>
            <a:br>
              <a:rPr sz="4400"/>
            </a:br>
            <a:r>
              <a:rPr b="0" i="1" lang="en-US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E nEle ter mais confiança.  </a:t>
            </a:r>
            <a:r>
              <a:rPr b="0" lang="en-US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Glória a Jesus!</a:t>
            </a:r>
            <a:r>
              <a:rPr b="0" i="1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Glória a Jesus!</a:t>
            </a:r>
            <a:r>
              <a:rPr b="0" i="1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Glória a Jesus, o Salvador!</a:t>
            </a:r>
            <a:r>
              <a:rPr b="0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Por nós, na cruz, sofreu a dor, </a:t>
            </a:r>
            <a:br>
              <a:rPr sz="4400"/>
            </a:br>
            <a:r>
              <a:rPr b="0" i="1" lang="en-US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Com sangue fomos nós comprados, </a:t>
            </a:r>
            <a:br>
              <a:rPr sz="4400"/>
            </a:br>
            <a:r>
              <a:rPr b="0" i="1" lang="en-US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E do pecado resgatados.  </a:t>
            </a:r>
            <a:r>
              <a:rPr b="0" lang="en-US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Glória a Jesus!</a:t>
            </a:r>
            <a:r>
              <a:rPr b="0" i="1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Glória a Jesus!</a:t>
            </a:r>
            <a:r>
              <a:rPr b="0" i="1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1" i="1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Glória a Jesus, o Salvador!</a:t>
            </a:r>
            <a:r>
              <a:rPr b="0" lang="pt-BR" sz="4400" strike="noStrike" u="none">
                <a:solidFill>
                  <a:srgbClr val="fdecdf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2005-12-22T17:27:34Z</dcterms:created>
  <dc:creator>Junior</dc:creator>
  <dc:description/>
  <dc:language>pt-BR</dc:language>
  <cp:lastModifiedBy>Junior</cp:lastModifiedBy>
  <dcterms:modified xsi:type="dcterms:W3CDTF">2006-01-29T18:45:37Z</dcterms:modified>
  <cp:revision>2</cp:revision>
  <dc:subject/>
  <dc:title>23  GLÓRIA A JESUS </dc:title>
</cp:coreProperties>
</file>