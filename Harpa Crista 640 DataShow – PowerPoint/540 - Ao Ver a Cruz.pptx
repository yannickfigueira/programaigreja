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4F913-1995-4BFD-BB93-358329E86F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DD16B-C05E-441C-B67D-8EA0C03727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9A705B-896A-4D86-95D3-5712A0CE85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540 – Ao Ver a Cruz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ver morrer na rude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dor e angústia meu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Compreendo ser um pecador,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orgulho sem valor.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mãos, os pés e a fronte em 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Derramam sangue por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santa mão! Ferida mão!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Deseja dar-me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 graças mil a meu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provado sobre a cruz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Irá sustar e conduzir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vida no porvir.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2005-12-26T20:45:04Z</dcterms:created>
  <dc:creator>Junior</dc:creator>
  <dc:description/>
  <dc:language>pt-BR</dc:language>
  <cp:lastModifiedBy>Junior</cp:lastModifiedBy>
  <dcterms:modified xsi:type="dcterms:W3CDTF">2005-12-26T20:45:07Z</dcterms:modified>
  <cp:revision>1</cp:revision>
  <dc:subject/>
  <dc:title>540 – Ao Ver a Cruz </dc:title>
</cp:coreProperties>
</file>