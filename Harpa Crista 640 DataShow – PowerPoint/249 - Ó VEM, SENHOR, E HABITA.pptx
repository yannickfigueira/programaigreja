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C48181-413B-4AB4-9CF9-C96B617154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510885-7615-4840-AFD6-6DE9BAEDF7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41B9ED6-CC9C-429E-8F44-374D08A54BD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249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VEM, SENHOR, E HABITA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vem, Senhor, e habita no meu coração;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Dá-me a graça bendita por Tua compaixão.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Deus vem dar-me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dom do Consolador;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hoje selar-me,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Enchendo-me do Teu amor!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Dia de paz e de gozo eu vou desfrutar,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Jesus glorioso minh'alma batizar.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Deus vem dar-me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dom do Consolador;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hoje selar-me,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Enchendo-me do Teu amor!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Teu amor puro e santo sempre falarei;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Mesmo com dor e com pranto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Cristo louvarei.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Deus vem dar-me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dom do Consolador;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hoje selar-me,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Enchendo-me do Teu amor!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Deus, Te peço agora, ouve-me Senhor: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Batiza-me nesta hora, no Teu Consolador!</a:t>
            </a:r>
            <a:br>
              <a:rPr sz="3200"/>
            </a:b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P.L.M.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Deus vem dar-me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dom do Consolador;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hoje selar-me,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Enchendo-me do Teu amor!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2005-10-18T18:42:42Z</dcterms:created>
  <dc:creator>Montagna</dc:creator>
  <dc:description/>
  <dc:language>pt-BR</dc:language>
  <cp:lastModifiedBy>Montagna</cp:lastModifiedBy>
  <dcterms:modified xsi:type="dcterms:W3CDTF">2005-10-18T18:43:02Z</dcterms:modified>
  <cp:revision>2</cp:revision>
  <dc:subject/>
  <dc:title>249 Ó VEM, SENHOR, E HABITA</dc:title>
</cp:coreProperties>
</file>