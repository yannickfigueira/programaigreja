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07D0F-397B-4F2F-835B-D2965D4B6F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9A509D-C25A-44A4-887B-79D103FC6B3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627 - Finda-se Minha Prisão</a:t>
            </a: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Lá, eu verei meu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Coros de anjos quero ouvir;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 também hei de cantar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meu Jesus me quis remir.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2005-12-27T15:00:54Z</dcterms:created>
  <dc:creator>Junior</dc:creator>
  <dc:description/>
  <dc:language>pt-BR</dc:language>
  <cp:lastModifiedBy>Junior</cp:lastModifiedBy>
  <dcterms:modified xsi:type="dcterms:W3CDTF">2005-12-27T15:00:56Z</dcterms:modified>
  <cp:revision>1</cp:revision>
  <dc:subject/>
  <dc:title>627 - Finda-se Minha Prisão     Lá, eu verei meu Salvador,  Coros de anjos quero ouvir;  Junto também hei de cantar  Que meu Jesus me quis remir. </dc:title>
</cp:coreProperties>
</file>