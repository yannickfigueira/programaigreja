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81BADD-B38B-4456-B23F-4D8213FD85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ED8BFD-4090-4ACE-A7BD-879475643E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272027-1715-4625-8CC0-085773FA531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304</a:t>
            </a:r>
            <a:br>
              <a:rPr sz="4400"/>
            </a:br>
            <a:r>
              <a:rPr b="0" lang="pt-BR" sz="4400" strike="noStrike" u="none">
                <a:solidFill>
                  <a:srgbClr val="ffccff"/>
                </a:solidFill>
                <a:effectLst/>
                <a:uFillTx/>
                <a:latin typeface="Arial"/>
              </a:rPr>
              <a:t>A Face Adorada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380880" y="9144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Desprezando toda dor eu vou a cantar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E o calvário, ao pecador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Sempre apontar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Flechas transpassaram-me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Padeci gran dor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Mas Jesus, minha luz, fez-me vencedor.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A face adorada de Jesus verei,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Com a grei amada no céu estarei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Na mansão dourada hinos vou cantar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A Jesus, minha luz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Que me quis salvar.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380880" y="76212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Pode a noite escura ser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No servir Jesus,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Mas clamando com poder,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Brilhará a luz, podem os laços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De Satã, todos me cercar,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Mas Jesus, pela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Faz-me triunfar.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3600" strike="noStrike" u="none">
              <a:solidFill>
                <a:srgbClr val="ffccff"/>
              </a:solidFill>
              <a:effectLst/>
              <a:uFillTx/>
              <a:latin typeface="Bell M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A face adorada de Jesus verei,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Com a grei amada no céu estarei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Na mansão dourada hinos vou cantar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A Jesus, minha luz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Que me quis salvar.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380880" y="6094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Quando estou a contemplar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A montanha além;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Onde a luta governar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Está Jesus também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Que estende Sua mão, sobre nós dali,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Sei assim que por mim,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Cristo vela aqui.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3600" strike="noStrike" u="none">
              <a:solidFill>
                <a:srgbClr val="ffccff"/>
              </a:solidFill>
              <a:effectLst/>
              <a:uFillTx/>
              <a:latin typeface="Bell M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A face adorada de Jesus verei,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Com a grei amada no céu estarei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Na mansão dourada hinos vou cantar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A Jesus, minha luz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Que me quis salvar.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457200" y="76212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Se entre as ondas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Estou sem luz,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Quase a perecer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Meu piloto é Jesus, pode me valer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O meu barco guia bem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Pelo bravo mar, sim Jesus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Me conduz, posso sossegar.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3600" strike="noStrike" u="none">
              <a:solidFill>
                <a:srgbClr val="ffccff"/>
              </a:solidFill>
              <a:effectLst/>
              <a:uFillTx/>
              <a:latin typeface="Bell M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A face adorada de Jesus verei,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Com a grei amada no céu estarei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Na mansão dourada hinos vou cantar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A Jesus, minha luz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ccff"/>
                </a:solidFill>
                <a:effectLst/>
                <a:uFillTx/>
                <a:latin typeface="Bell MT"/>
              </a:rPr>
              <a:t>Que me quis salvar.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2005-07-24T19:11:42Z</dcterms:created>
  <dc:creator>Junior</dc:creator>
  <dc:description/>
  <dc:language>pt-BR</dc:language>
  <cp:lastModifiedBy>Junior</cp:lastModifiedBy>
  <dcterms:modified xsi:type="dcterms:W3CDTF">2005-10-09T19:22:16Z</dcterms:modified>
  <cp:revision>5</cp:revision>
  <dc:subject/>
  <dc:title>Slide 1</dc:title>
</cp:coreProperties>
</file>