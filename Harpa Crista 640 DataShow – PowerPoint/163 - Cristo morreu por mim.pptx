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2B6BA3-8617-4D55-9ABA-136C8E002B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85686E-B877-4B78-950D-924FAD63F1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864579-6217-4B12-BBC7-7E6A5510016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163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MORREU POR MIM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Calvário, pela senda,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 Jesus subiu,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na cruz, em dor horrenda,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Obra de amor cumpriu!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cruz, sobre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morreu por mim;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cruz, sobre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morreu por ti.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obra gloriosa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pra Deus a de Jesus!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morte tão penosa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Fez raiar, do céu, a luz!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cruz, sobre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morreu por mim;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cruz, sobre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morreu por ti.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Nesta obra hoje crendo,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vida e prazer;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fé, estou revendo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Senhor, por mim sofrer.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cruz, sobre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morreu por mim;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cruz, sobre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morreu por ti.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Pecador na cruz remirá,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 a morte atroz.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 teu pecado tira,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ouvires Sua voz.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cruz, sobre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morreu por mim;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cruz, sobre a cruz,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morreu por ti.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2005-12-23T12:57:33Z</dcterms:created>
  <dc:creator>Junior</dc:creator>
  <dc:description/>
  <dc:language>pt-BR</dc:language>
  <cp:lastModifiedBy>Junior</cp:lastModifiedBy>
  <dcterms:modified xsi:type="dcterms:W3CDTF">2005-12-23T12:57:43Z</dcterms:modified>
  <cp:revision>1</cp:revision>
  <dc:subject/>
  <dc:title> 163 CRISTO MORREU POR MIM</dc:title>
</cp:coreProperties>
</file>