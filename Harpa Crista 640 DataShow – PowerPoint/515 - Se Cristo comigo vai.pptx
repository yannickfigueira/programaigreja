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6840" y="625104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2720" y="624816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3B72251-108A-4AF7-A5B7-2DFC5F9D0EDF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" name=""/>
          <p:cNvGrpSpPr/>
          <p:nvPr/>
        </p:nvGrpSpPr>
        <p:grpSpPr>
          <a:xfrm>
            <a:off x="0" y="0"/>
            <a:ext cx="9140760" cy="6850080"/>
            <a:chOff x="0" y="0"/>
            <a:chExt cx="9140760" cy="6850080"/>
          </a:xfrm>
        </p:grpSpPr>
        <p:grpSp>
          <p:nvGrpSpPr>
            <p:cNvPr id="3" name=""/>
            <p:cNvGrpSpPr/>
            <p:nvPr/>
          </p:nvGrpSpPr>
          <p:grpSpPr>
            <a:xfrm>
              <a:off x="2743200" y="3540240"/>
              <a:ext cx="6392880" cy="3309840"/>
              <a:chOff x="2743200" y="3540240"/>
              <a:chExt cx="6392880" cy="3309840"/>
            </a:xfrm>
          </p:grpSpPr>
          <p:sp>
            <p:nvSpPr>
              <p:cNvPr id="4" name=""/>
              <p:cNvSpPr/>
              <p:nvPr/>
            </p:nvSpPr>
            <p:spPr>
              <a:xfrm>
                <a:off x="2743200" y="4197240"/>
                <a:ext cx="4575240" cy="2652840"/>
              </a:xfrm>
              <a:custGeom>
                <a:avLst/>
                <a:gdLst/>
                <a:ahLst/>
                <a:rect l="l" t="t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6620040" y="4240080"/>
                <a:ext cx="1998360" cy="1287720"/>
              </a:xfrm>
              <a:custGeom>
                <a:avLst/>
                <a:gdLst/>
                <a:ahLst/>
                <a:rect l="l" t="t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4603680" y="5311800"/>
                <a:ext cx="4522680" cy="1538280"/>
              </a:xfrm>
              <a:custGeom>
                <a:avLst/>
                <a:gdLst/>
                <a:ahLst/>
                <a:rect l="l" t="t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97c"/>
                  </a:gs>
                  <a:gs pos="100000">
                    <a:srgbClr val="0033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4362480" y="3540240"/>
                <a:ext cx="4773600" cy="3309840"/>
              </a:xfrm>
              <a:custGeom>
                <a:avLst/>
                <a:gdLst/>
                <a:ahLst/>
                <a:rect l="l" t="t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rgbClr val="0033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7145280" y="3678120"/>
                <a:ext cx="1981080" cy="855720"/>
              </a:xfrm>
              <a:custGeom>
                <a:avLst/>
                <a:gdLst/>
                <a:ahLst/>
                <a:rect l="l" t="t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3399"/>
                  </a:gs>
                  <a:gs pos="100000">
                    <a:srgbClr val="002c85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" name=""/>
            <p:cNvSpPr/>
            <p:nvPr/>
          </p:nvSpPr>
          <p:spPr>
            <a:xfrm>
              <a:off x="5273640" y="2128680"/>
              <a:ext cx="2897280" cy="2440080"/>
            </a:xfrm>
            <a:custGeom>
              <a:avLst/>
              <a:gdLst/>
              <a:ahLst/>
              <a:rect l="l" t="t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rgbClr val="003399"/>
                </a:gs>
                <a:gs pos="100000">
                  <a:srgbClr val="002b81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0" y="0"/>
              <a:ext cx="9140760" cy="2819520"/>
            </a:xfrm>
            <a:custGeom>
              <a:avLst/>
              <a:gdLst/>
              <a:ahLst/>
              <a:rect l="l" t="t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514"/>
                </a:gs>
                <a:gs pos="100000">
                  <a:srgbClr val="003399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" name="PlaceHolder 3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Clique para editar o formato do texto do título</a:t>
            </a:r>
            <a:endParaRPr b="1" lang="pt-BR" sz="44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3"/>
          </p:nvPr>
        </p:nvSpPr>
        <p:spPr>
          <a:xfrm>
            <a:off x="3124080" y="624816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7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799"/>
              </a:spcBef>
              <a:buClr>
                <a:srgbClr val="e5e5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3" marL="1600200" indent="-228600">
              <a:spcBef>
                <a:spcPts val="7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spcBef>
                <a:spcPts val="7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dt" idx="4"/>
          </p:nvPr>
        </p:nvSpPr>
        <p:spPr>
          <a:xfrm>
            <a:off x="456840" y="625104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5"/>
          </p:nvPr>
        </p:nvSpPr>
        <p:spPr>
          <a:xfrm>
            <a:off x="6552720" y="624816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B5DE7AE-9340-498C-9762-9DE8B33DD869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6" name=""/>
          <p:cNvGrpSpPr/>
          <p:nvPr/>
        </p:nvGrpSpPr>
        <p:grpSpPr>
          <a:xfrm>
            <a:off x="0" y="0"/>
            <a:ext cx="9140760" cy="6850080"/>
            <a:chOff x="0" y="0"/>
            <a:chExt cx="9140760" cy="6850080"/>
          </a:xfrm>
        </p:grpSpPr>
        <p:grpSp>
          <p:nvGrpSpPr>
            <p:cNvPr id="17" name=""/>
            <p:cNvGrpSpPr/>
            <p:nvPr/>
          </p:nvGrpSpPr>
          <p:grpSpPr>
            <a:xfrm>
              <a:off x="2743200" y="3540240"/>
              <a:ext cx="6392880" cy="3309840"/>
              <a:chOff x="2743200" y="3540240"/>
              <a:chExt cx="6392880" cy="3309840"/>
            </a:xfrm>
          </p:grpSpPr>
          <p:sp>
            <p:nvSpPr>
              <p:cNvPr id="4" name=""/>
              <p:cNvSpPr/>
              <p:nvPr/>
            </p:nvSpPr>
            <p:spPr>
              <a:xfrm>
                <a:off x="2743200" y="4197240"/>
                <a:ext cx="4575240" cy="2652840"/>
              </a:xfrm>
              <a:custGeom>
                <a:avLst/>
                <a:gdLst/>
                <a:ahLst/>
                <a:rect l="l" t="t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6620040" y="4240080"/>
                <a:ext cx="1998360" cy="1287720"/>
              </a:xfrm>
              <a:custGeom>
                <a:avLst/>
                <a:gdLst/>
                <a:ahLst/>
                <a:rect l="l" t="t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4603680" y="5311800"/>
                <a:ext cx="4522680" cy="1538280"/>
              </a:xfrm>
              <a:custGeom>
                <a:avLst/>
                <a:gdLst/>
                <a:ahLst/>
                <a:rect l="l" t="t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97c"/>
                  </a:gs>
                  <a:gs pos="100000">
                    <a:srgbClr val="0033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4362480" y="3540240"/>
                <a:ext cx="4773600" cy="3309840"/>
              </a:xfrm>
              <a:custGeom>
                <a:avLst/>
                <a:gdLst/>
                <a:ahLst/>
                <a:rect l="l" t="t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rgbClr val="0033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7145280" y="3678120"/>
                <a:ext cx="1981080" cy="855720"/>
              </a:xfrm>
              <a:custGeom>
                <a:avLst/>
                <a:gdLst/>
                <a:ahLst/>
                <a:rect l="l" t="t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3399"/>
                  </a:gs>
                  <a:gs pos="100000">
                    <a:srgbClr val="002c85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" name=""/>
            <p:cNvSpPr/>
            <p:nvPr/>
          </p:nvSpPr>
          <p:spPr>
            <a:xfrm>
              <a:off x="5273640" y="2128680"/>
              <a:ext cx="2897280" cy="2440080"/>
            </a:xfrm>
            <a:custGeom>
              <a:avLst/>
              <a:gdLst/>
              <a:ahLst/>
              <a:rect l="l" t="t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rgbClr val="003399"/>
                </a:gs>
                <a:gs pos="100000">
                  <a:srgbClr val="002b81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0" y="0"/>
              <a:ext cx="9140760" cy="2819520"/>
            </a:xfrm>
            <a:custGeom>
              <a:avLst/>
              <a:gdLst/>
              <a:ahLst/>
              <a:rect l="l" t="t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514"/>
                </a:gs>
                <a:gs pos="100000">
                  <a:srgbClr val="003399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" name="PlaceHolder 3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Clique para editar o formato do texto do título</a:t>
            </a:r>
            <a:endParaRPr b="1" lang="pt-BR" sz="44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6"/>
          </p:nvPr>
        </p:nvSpPr>
        <p:spPr>
          <a:xfrm>
            <a:off x="3124080" y="624816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7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799"/>
              </a:spcBef>
              <a:buClr>
                <a:srgbClr val="e5e5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3" marL="1600200" indent="-228600">
              <a:spcBef>
                <a:spcPts val="7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spcBef>
                <a:spcPts val="7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"/>
          <p:cNvGrpSpPr/>
          <p:nvPr/>
        </p:nvGrpSpPr>
        <p:grpSpPr>
          <a:xfrm>
            <a:off x="0" y="0"/>
            <a:ext cx="9140760" cy="6850080"/>
            <a:chOff x="0" y="0"/>
            <a:chExt cx="9140760" cy="6850080"/>
          </a:xfrm>
        </p:grpSpPr>
        <p:grpSp>
          <p:nvGrpSpPr>
            <p:cNvPr id="22" name=""/>
            <p:cNvGrpSpPr/>
            <p:nvPr/>
          </p:nvGrpSpPr>
          <p:grpSpPr>
            <a:xfrm>
              <a:off x="2743200" y="3540240"/>
              <a:ext cx="6392880" cy="3309840"/>
              <a:chOff x="2743200" y="3540240"/>
              <a:chExt cx="6392880" cy="3309840"/>
            </a:xfrm>
          </p:grpSpPr>
          <p:sp>
            <p:nvSpPr>
              <p:cNvPr id="23" name=""/>
              <p:cNvSpPr/>
              <p:nvPr/>
            </p:nvSpPr>
            <p:spPr>
              <a:xfrm>
                <a:off x="2743200" y="4197240"/>
                <a:ext cx="4575240" cy="2652840"/>
              </a:xfrm>
              <a:custGeom>
                <a:avLst/>
                <a:gdLst/>
                <a:ahLst/>
                <a:rect l="l" t="t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>
                <a:off x="6620040" y="4240080"/>
                <a:ext cx="1998360" cy="1287720"/>
              </a:xfrm>
              <a:custGeom>
                <a:avLst/>
                <a:gdLst/>
                <a:ahLst/>
                <a:rect l="l" t="t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"/>
              <p:cNvSpPr/>
              <p:nvPr/>
            </p:nvSpPr>
            <p:spPr>
              <a:xfrm>
                <a:off x="4603680" y="5311800"/>
                <a:ext cx="4522680" cy="1538280"/>
              </a:xfrm>
              <a:custGeom>
                <a:avLst/>
                <a:gdLst/>
                <a:ahLst/>
                <a:rect l="l" t="t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97c"/>
                  </a:gs>
                  <a:gs pos="100000">
                    <a:srgbClr val="0033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" name=""/>
              <p:cNvSpPr/>
              <p:nvPr/>
            </p:nvSpPr>
            <p:spPr>
              <a:xfrm>
                <a:off x="4362480" y="3540240"/>
                <a:ext cx="4773600" cy="3309840"/>
              </a:xfrm>
              <a:custGeom>
                <a:avLst/>
                <a:gdLst/>
                <a:ahLst/>
                <a:rect l="l" t="t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rgbClr val="0033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"/>
              <p:cNvSpPr/>
              <p:nvPr/>
            </p:nvSpPr>
            <p:spPr>
              <a:xfrm>
                <a:off x="7145280" y="3678120"/>
                <a:ext cx="1981080" cy="855720"/>
              </a:xfrm>
              <a:custGeom>
                <a:avLst/>
                <a:gdLst/>
                <a:ahLst/>
                <a:rect l="l" t="t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3399"/>
                  </a:gs>
                  <a:gs pos="100000">
                    <a:srgbClr val="002c85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" name=""/>
            <p:cNvSpPr/>
            <p:nvPr/>
          </p:nvSpPr>
          <p:spPr>
            <a:xfrm>
              <a:off x="5273640" y="2128680"/>
              <a:ext cx="2897280" cy="2440080"/>
            </a:xfrm>
            <a:custGeom>
              <a:avLst/>
              <a:gdLst/>
              <a:ahLst/>
              <a:rect l="l" t="t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rgbClr val="003399"/>
                </a:gs>
                <a:gs pos="100000">
                  <a:srgbClr val="002b81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0" y="0"/>
              <a:ext cx="9140760" cy="2819520"/>
            </a:xfrm>
            <a:custGeom>
              <a:avLst/>
              <a:gdLst/>
              <a:ahLst/>
              <a:rect l="l" t="t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514"/>
                </a:gs>
                <a:gs pos="100000">
                  <a:srgbClr val="003399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85800" y="1736640"/>
            <a:ext cx="7772400" cy="192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6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Clique para editar o formato do texto do título</a:t>
            </a:r>
            <a:endParaRPr b="1" lang="pt-BR" sz="6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dt" idx="7"/>
          </p:nvPr>
        </p:nvSpPr>
        <p:spPr>
          <a:xfrm>
            <a:off x="456840" y="624816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ftr" idx="8"/>
          </p:nvPr>
        </p:nvSpPr>
        <p:spPr>
          <a:xfrm>
            <a:off x="3124080" y="625104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9"/>
          </p:nvPr>
        </p:nvSpPr>
        <p:spPr>
          <a:xfrm>
            <a:off x="6552720" y="625428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5377B2D-9AEC-4541-B375-D5C19F51D19E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914400" algn="ctr">
              <a:spcBef>
                <a:spcPts val="601"/>
              </a:spcBef>
              <a:buClr>
                <a:srgbClr val="e5e5ff"/>
              </a:buClr>
              <a:buSzPct val="70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3" marL="1371600" algn="ctr">
              <a:spcBef>
                <a:spcPts val="4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1828800" algn="ctr">
              <a:spcBef>
                <a:spcPts val="4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85800" y="1828800"/>
            <a:ext cx="7772400" cy="192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6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515</a:t>
            </a:r>
            <a:br>
              <a:rPr sz="6000"/>
            </a:br>
            <a:r>
              <a:rPr b="0" lang="pt-BR" sz="6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Se Cristo Comigo Vai</a:t>
            </a:r>
            <a:endParaRPr b="1" lang="pt-BR" sz="6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Se, pelos vales, eu</a:t>
            </a:r>
            <a:br>
              <a:rPr sz="5000"/>
            </a:br>
            <a:r>
              <a:rPr b="0" lang="pt-BR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Peregrino vou andar</a:t>
            </a:r>
            <a:br>
              <a:rPr sz="5000"/>
            </a:br>
            <a:r>
              <a:rPr b="0" lang="pt-BR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Ou na luz Gloriosa </a:t>
            </a:r>
            <a:br>
              <a:rPr sz="5000"/>
            </a:br>
            <a:r>
              <a:rPr b="0" lang="pt-BR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De Cristo habitar,</a:t>
            </a:r>
            <a:br>
              <a:rPr sz="5000"/>
            </a:br>
            <a:r>
              <a:rPr b="0" lang="pt-BR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Irei com meu Senhor</a:t>
            </a:r>
            <a:br>
              <a:rPr sz="5000"/>
            </a:br>
            <a:r>
              <a:rPr b="0" lang="pt-BR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Pra onde Ele for</a:t>
            </a:r>
            <a:br>
              <a:rPr sz="5000"/>
            </a:br>
            <a:r>
              <a:rPr b="0" lang="pt-BR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Confiando na graça </a:t>
            </a:r>
            <a:br>
              <a:rPr sz="5000"/>
            </a:br>
            <a:r>
              <a:rPr b="0" lang="pt-BR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Do meu Salvador</a:t>
            </a:r>
            <a:endParaRPr b="1" lang="pt-BR" sz="5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60912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Se Cristo comigo vai, eu irei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E não temerei, com gozo irei; 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Comigo vai;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E grato servir a Jesus, levar a cruz;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Se Cristo comigo vai, eu irei.</a:t>
            </a:r>
            <a:br>
              <a:rPr sz="5000"/>
            </a:br>
            <a:br>
              <a:rPr sz="5000"/>
            </a:br>
            <a:endParaRPr b="1" lang="pt-BR" sz="5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658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Se lá para o deserto 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Jesus me quer mandar;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Levando boas novas 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De salvação sem par;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Eu lidarei, então 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Com paz no coração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A Cristo seguindo, 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Sem mais dilação.</a:t>
            </a:r>
            <a:endParaRPr b="1" lang="pt-BR" sz="5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0" y="761760"/>
            <a:ext cx="9144000" cy="525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Se Cristo comigo vai, eu irei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E não temerei, com gozo irei; 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Comigo vai;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E grato servir a Jesus, levar a cruz;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Se Cristo comigo vai, eu irei.</a:t>
            </a:r>
            <a:br>
              <a:rPr sz="5000"/>
            </a:br>
            <a:br>
              <a:rPr sz="5000"/>
            </a:br>
            <a:endParaRPr b="1" lang="pt-BR" sz="5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228240" y="-360"/>
            <a:ext cx="8915400" cy="6705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Será a minha sorte 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A dura cruz levar,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Sua Graça e Seu poder,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Quero sempre aqui contar.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Contente com Jesus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Levando a minha cruz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Eu falo de Cristo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Que é a minha luz.</a:t>
            </a:r>
            <a:endParaRPr b="1" lang="pt-BR" sz="5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837720"/>
            <a:ext cx="9144000" cy="525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Se Cristo comigo vai, eu irei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E não temerei, com gozo irei; 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Comigo vai;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E grato servir a Jesus, levar a cruz;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Se Cristo comigo vai, eu irei.</a:t>
            </a:r>
            <a:br>
              <a:rPr sz="5000"/>
            </a:br>
            <a:br>
              <a:rPr sz="5000"/>
            </a:br>
            <a:endParaRPr b="1" lang="pt-BR" sz="5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0" y="15228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Ao Salvador Jesus 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Eu desejo obedecer,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Pois na Sua palavra 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Encontro o meu saber;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Fiel a Deus serei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O mundo vencerei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Jesus vai comigo,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Não mais temerei</a:t>
            </a:r>
            <a:endParaRPr b="1" lang="pt-BR" sz="5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Se Cristo comigo vai, eu irei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E não temerei, com gozo irei; 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Comigo vai;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E grato servir a Jesus, levar a cruz;</a:t>
            </a:r>
            <a:br>
              <a:rPr sz="5000"/>
            </a:br>
            <a:r>
              <a:rPr b="0" lang="en-US" sz="5000" strike="noStrike" u="none">
                <a:solidFill>
                  <a:srgbClr val="ccccff"/>
                </a:solidFill>
                <a:effectLst/>
                <a:uFillTx/>
                <a:latin typeface="Garamond"/>
              </a:rPr>
              <a:t>Se Cristo comigo vai, eu irei.</a:t>
            </a:r>
            <a:br>
              <a:rPr sz="5000"/>
            </a:br>
            <a:br>
              <a:rPr sz="5000"/>
            </a:br>
            <a:endParaRPr b="1" lang="pt-BR" sz="5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2004-11-21T21:27:55Z</dcterms:created>
  <dc:creator>owner</dc:creator>
  <dc:description/>
  <dc:language>pt-BR</dc:language>
  <cp:lastModifiedBy>Junior</cp:lastModifiedBy>
  <dcterms:modified xsi:type="dcterms:W3CDTF">2005-07-30T02:26:54Z</dcterms:modified>
  <cp:revision>3</cp:revision>
  <dc:subject/>
  <dc:title>Se, pelos vales, eu peregrino vou andar Ou na luz Gloriosa de Cristo habitar, Irei com meu Senhor p’ra onde Ele for. Confiando na graça de meu Salvador. </dc:title>
</cp:coreProperties>
</file>