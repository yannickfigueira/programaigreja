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3EE947-299F-4B5F-9F23-834C299A75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72EEED-71DC-4C78-8E99-2A00C03E1F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B11297-7C02-43E7-8C83-22416A90306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89 - SUBLIME E GRANDE AMOR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Conte-me, sim, de Jesus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na mente, eu gravar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Como foi que padeceu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cruz, pra me libertar: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sua paixão e morte,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começar no jardim,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houve mais quem tivesse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sofrimento assim!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Só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Sublime e grande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Conta-me como sentiu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rude morte na cruz,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Suportando a acusação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inimigos da luz;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Conta-me como tem dado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mal feitor sua paz,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Dizendo: hoje, comigo,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paraíso estarás.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Só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Sublime e grande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Conta-me como chorou,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Falando a Jerusalém;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Profetas fazes morrer,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a Ti eles vem.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Conta-me como inda chora,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causa do pecador,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não quer seu evangelho,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Proclamado com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Só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Sublime e grande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Conta-me como o Senhor,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bom testemunho deu,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Satisfazendo a lei,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o cálice bebeu;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Também disse estas palavras,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seu tão profundo amor;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Pai, lhes perdoa a cegueira,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é própria do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Só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Sublime e grande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Conta-me como, também,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Veio ao povo Judeu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Povo que tanto amou,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Querendo dar-lhe o céu;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Como inda hoje Ele ama,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todo o pecador,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Dando-lhe paz e descanso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Pelo evangelho de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Só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amor!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Sublime e grande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2005-06-26T12:33:17Z</dcterms:created>
  <dc:creator>Junior</dc:creator>
  <dc:description/>
  <dc:language>pt-BR</dc:language>
  <cp:lastModifiedBy>Junior</cp:lastModifiedBy>
  <dcterms:modified xsi:type="dcterms:W3CDTF">2005-06-27T23:04:11Z</dcterms:modified>
  <cp:revision>4</cp:revision>
  <dc:subject/>
  <dc:title>SUBLIME E GRANDE AMOR</dc:title>
</cp:coreProperties>
</file>