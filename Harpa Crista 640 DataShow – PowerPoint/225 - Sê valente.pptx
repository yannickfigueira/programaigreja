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1E7B48-BFD2-46AC-8CE8-F666634647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00C56C-8C83-4481-AFB4-9FD09894A4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65C7F0-9F52-4D7B-9E71-4D3D859349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batalha contra o mal,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 em marcha triunfal,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o alvo que é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à vitória te conduz;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não deixes tua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Pelejando por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Nunca rejeitando 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 sempre 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indômito valor,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do Consolador,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maligno t’enfrentar,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Lutarás sem recuar,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aqui, ou onde for,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Escudado no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Mostrarás o teu valor;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Pelejando por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Nunca rejeitando 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 sempre 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indômito valor,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do Consolador,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Co'altruísmo, com poder,sê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Franco, sem o mal temer,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caídos em redor.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Manifesta-lhes o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um vencedor;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Pelejando por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Nunca rejeitando 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 sempre 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indômito valor,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do Consolador,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a proclamar,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Brasil, em terra ou mar, sê valente!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enobrecer!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com Jesus viver,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ti também vencer;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Pelejando por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 Nunca rejeitando 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 sempre 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indômito valor,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do Consolador,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valente!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2005-12-23T19:42:00Z</dcterms:created>
  <dc:creator>Junior</dc:creator>
  <dc:description/>
  <dc:language>pt-BR</dc:language>
  <cp:lastModifiedBy>User041</cp:lastModifiedBy>
  <dcterms:modified xsi:type="dcterms:W3CDTF">2006-12-09T18:45:54Z</dcterms:modified>
  <cp:revision>2</cp:revision>
  <dc:subject/>
  <dc:title>225 SÊ VALENTE </dc:title>
</cp:coreProperties>
</file>