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50F7EF-E1C8-43F5-A94D-1CD51850FF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0A3568-0D54-448C-A8F9-8910A5429F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CDD13A-48A0-474E-8FAA-5E898671220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423 - DE TI PRECISO MAIS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preciso mais de amor,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Reino de Deus, em meu coração;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compaixão Tu és o Senhor;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mais. De Ti preciso mais,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amor veraz;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estás pronto p'ra me valer,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preciso mais de poder,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 do eterno Consolador;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o dador que enche meu ser;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mais! De Ti preciso mais,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poder veraz,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Tua graça, ó vem me encher,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preciso mais Te imitar,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humildade e submissão;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instrução eu quero guardar,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mais, De Ti preciso mais,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graça eficaz,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Sei que Tu queres m'a conceder,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preciso mais de ouvir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silêncio a voz de amor,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dá vigor para eu Te servir,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mais. De Ti preciso mais.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voz veraz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meu silêncio sempre atender,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preciso mais comunhão,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 estar em santo Tabor;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esplendor, transfiguração;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Ti preciso mais. De Ti preciso mais,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Transformação veraz;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face eu quero ter, De Ti preciso mais!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2005-10-21T10:15:08Z</dcterms:created>
  <dc:creator>Montagna</dc:creator>
  <dc:description/>
  <dc:language>pt-BR</dc:language>
  <cp:lastModifiedBy>Montagna</cp:lastModifiedBy>
  <dcterms:modified xsi:type="dcterms:W3CDTF">2005-10-21T10:15:11Z</dcterms:modified>
  <cp:revision>1</cp:revision>
  <dc:subject/>
  <dc:title>423 - DE TI PRECISO MAIS</dc:title>
</cp:coreProperties>
</file>