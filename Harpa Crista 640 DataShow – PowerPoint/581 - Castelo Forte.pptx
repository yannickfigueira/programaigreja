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E2AF74-B06C-417F-BE21-F1C80404D2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E19C2-0C0A-4F37-830B-32A69125DB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853D5F-B378-4B43-93C2-37A96A2842D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581 – Castelo Forte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Castelo forte é nosso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Amparo e fortaleza: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defende os seus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luta e na fraqueza.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tenta Satanás,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fúria pertinaz,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artimanhas tais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astúcias tão cruéis,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iguais não há na Terra.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nossa força nada faz: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Estamos, sim, perdidos.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nosso Deus socorro traz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somos protegidos.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Defende-nos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venceu na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dos altos céus.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sendo também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Triunfa na batalha.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nos quisessem devorar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Demônios não contados,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nos podiam assustar,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somos derrotados.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acusador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servos do Senhor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condenado está: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Vencido cairá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uma só palavra.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a luta vencerá,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Sabemos com certeza,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nada nos assustará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por defesa.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temos de perder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Família, bens, poder,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embora a vida vá,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nós Jesus está,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dar-nos-á seu reino.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2005-12-26T22:57:11Z</dcterms:created>
  <dc:creator>Junior</dc:creator>
  <dc:description/>
  <dc:language>pt-BR</dc:language>
  <cp:lastModifiedBy>Junior</cp:lastModifiedBy>
  <dcterms:modified xsi:type="dcterms:W3CDTF">2005-12-26T22:57:12Z</dcterms:modified>
  <cp:revision>1</cp:revision>
  <dc:subject/>
  <dc:title>581 – Castelo Forte</dc:title>
</cp:coreProperties>
</file>