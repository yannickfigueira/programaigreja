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9E824-66CA-46BB-A663-16764DDAA0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40F6B6-CC6F-4A9B-8507-273697BCCC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CC0A0B-74D8-4DB2-9850-A2BE0EBFE33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95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Ó PECADOR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ouve, ó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bem, presta atenção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 céu trouxe o perdão;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a Sua meiga voz;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Digna é de aceitação.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o que diz 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Sua mensagem de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"Será livre de temor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que vier a Mim”;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aceita o Seu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ouve, ó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medita com atenção;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o mundo enganador;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terás perdão;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diz: “Quem crer em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 ter a Salvação”.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Ouvi já, amigos meus,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tenhais hesitação;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Vinde ao Filho, sim, de Deus;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Dai-Lhe o vosso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diz: “Quem crer em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terá condenação”.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2005-12-23T10:07:03Z</dcterms:created>
  <dc:creator>Junior</dc:creator>
  <dc:description/>
  <dc:language>pt-BR</dc:language>
  <cp:lastModifiedBy>Junior</cp:lastModifiedBy>
  <dcterms:modified xsi:type="dcterms:W3CDTF">2005-12-23T10:07:11Z</dcterms:modified>
  <cp:revision>1</cp:revision>
  <dc:subject/>
  <dc:title>95 OUVE, Ó PECADOR </dc:title>
</cp:coreProperties>
</file>