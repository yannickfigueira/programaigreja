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37AEE0-60C8-48A6-9994-CAADA78B2D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AA697E-4195-499C-BDF4-365128193B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F5BE0BF-ECBB-4CE8-B2E9-FD863BDEF17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317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VEM TRIUNFANTE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brilha do oriente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 relâmpago ao ocidente,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Deste mundo voltará do céu, Jesus;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Levará Sua Noiva em gozo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Seu lado mui ditoso,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lar eterno de celeste luz.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breve, do céu, Jesus virá nos buscar;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gran poder, virá Jesus.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nós devemos todos preparados estar,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vestes brancas, e brilhando como a luz.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a porta está aberta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 alma que desperta,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Aceitando a Jesus, o Salvador,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Seu sangue derramado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vencido o vil pecado,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Carregando, no madeiro nossa dor!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breve, do céu, Jesus virá nos buscar;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gran poder, virá Jesus.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nós devemos todos preparados estar,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vestes brancas, e brilhando como a luz.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vem, vem triunfante,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Seus olhos chamejantes,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Sua face brilhará qual luz do soll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felizes os que clamam,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vinda, pois O amam,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 céu, os nomes escritos têm no rol.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breve, do céu, Jesus virá nos buscar;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gran poder, virá Jesus.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nós devemos todos preparados estar,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vestes brancas, e brilhando como a luz.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vem, qual sol raiando,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mundo iluminando,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Igreja subirá ao encontro Seu;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Sua mão traz luz brilhante,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estrela cintilante,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os louvores se ouvirão nos altos céus! 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breve, do céu, Jesus virá nos buscar;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gran poder, virá Jesus.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nós devemos todos preparados estar,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vestes brancas, e brilhando como a luz.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2005-10-19T07:10:17Z</dcterms:created>
  <dc:creator>Montagna</dc:creator>
  <dc:description/>
  <dc:language>pt-BR</dc:language>
  <cp:lastModifiedBy>Montagna</cp:lastModifiedBy>
  <dcterms:modified xsi:type="dcterms:W3CDTF">2005-10-19T07:10:56Z</dcterms:modified>
  <cp:revision>3</cp:revision>
  <dc:subject/>
  <dc:title>317 - JESUS VEM TRIUNFANTE</dc:title>
</cp:coreProperties>
</file>