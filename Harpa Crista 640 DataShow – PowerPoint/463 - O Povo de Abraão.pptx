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2C15E2-AC6A-46D9-A59D-83EAB54414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8BE80F-55CF-4979-83AB-C65AF4C3EB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CAA256-4457-4DE7-96DE-C596A74DB87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463 - O Povo de Abraão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o povo de Abraão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 terra de Sião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Entre os povos inimigos viajou;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eu cheio de amor,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fé no Salvador,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Caminhando para o céu, contente vou.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céu, lá no céu,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tristezas eu jamais conhecerei;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Ruas áureas brilham lá,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cidade de Jeová;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alegre,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marchando para o céu!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Sustentado pelo amor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bendito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Vigiando, sempre orando, certo vou; Dirigido pela luz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presença de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Caminhando para o céu,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sempre estou.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céu, lá no céu,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tristezas eu jamais conhecerei;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Ruas áureas brilham lá,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cidade de Jeová;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alegre,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marchando para o céu!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 eu chegarei,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glória gozarei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aqueles que servirem ao Senhor;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sempre trabalhar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glorificar,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que todos vejam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mim o Seu amor.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céu, lá no céu,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tristezas eu jamais conhecerei;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Ruas áureas brilham lá,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cidade de Jeová;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alegre,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marchando para o céu!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2005-12-26T15:15:03Z</dcterms:created>
  <dc:creator>Junior</dc:creator>
  <dc:description/>
  <dc:language>pt-BR</dc:language>
  <cp:lastModifiedBy>Junior</cp:lastModifiedBy>
  <dcterms:modified xsi:type="dcterms:W3CDTF">2005-12-26T15:15:08Z</dcterms:modified>
  <cp:revision>1</cp:revision>
  <dc:subject/>
  <dc:title>463 - O Povo de Abraão </dc:title>
</cp:coreProperties>
</file>