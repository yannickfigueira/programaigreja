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951D17-58D4-4872-BA53-B52F520C5F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8B4279-8CC8-4308-B160-6A335B9E3B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602762-D3E2-4F83-BCD7-DDF0B4A3174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NOIVA DE JESUS, APRONTA-TE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unida está a minh'alma,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nEle eu tenho meu vero sustento;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enche de gozo do céu, e de calma;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me ensina os seus mandamentos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Noiva de Jesus, apronta-te para ir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eterno e santo reinado;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divinal amor irás lá, então,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fruir Com Jesus Cristo, o teu amado!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santa Igreja, com sangue remida,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é manifesta em mim Sua glória,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Sua graça me foi concedida,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abrigado, terei a vitória.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Noiva de Jesus, apronta-te para ir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eterno e santo reinado;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divinal amor irás lá, então,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fruir Com Jesus Cristo, o teu amado!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eu desejo a Cristo unido,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Seguir o caminho p'ra bela cidade,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nEle, dos males, sou bem protegido,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rodeado de vera bondade.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Noiva de Jesus, apronta-te para ir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eterno e santo reinado;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divinal amor irás lá, então,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fruir Com Jesus Cristo, o teu amado!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2005-10-18T18:47:21Z</dcterms:created>
  <dc:creator>Montagna</dc:creator>
  <dc:description/>
  <dc:language>pt-BR</dc:language>
  <cp:lastModifiedBy>Montagna</cp:lastModifiedBy>
  <dcterms:modified xsi:type="dcterms:W3CDTF">2005-10-18T18:47:55Z</dcterms:modified>
  <cp:revision>2</cp:revision>
  <dc:subject/>
  <dc:title>250 NOIVA DE JESUS, APRONTA-TE</dc:title>
</cp:coreProperties>
</file>