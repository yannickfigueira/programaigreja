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29BC27-26E3-4858-8D98-F423B776504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C3AD31-791C-433C-9BC8-E9F2F97DC03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1A3DB1F-45CD-4FE3-B3C2-0FA363D4702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109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VENHA A JESUS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5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alguém deseja, venha a Jesus, Água e pão da vida, Ele te conduz.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mão Lhe estende, pede-Lhe a luz,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alguém deseja, venha.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5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alguém deseja, se alguém deseja,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Venha hoje mesmo receber perdão,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Jesus te chama, ó,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chama em vão,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alguém deseja, venha!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5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alguém deseja, paz fruirá;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que te chama, te libertará;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Seus braços santos te abraçará Se alguém deseja, venha!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5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alguém deseja, se alguém deseja,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Venha hoje mesmo receber perdão,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Jesus te chama, ó,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chama em vão,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alguém deseja, venha!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5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alguém deseja, não morrerá,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a vida eterna sempre gozará;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 é a promessa que Jesus te dá.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alguém deseja, venha!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5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alguém deseja, se alguém deseja,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Venha hoje mesmo receber perdão,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Jesus te chama, ó,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chama em vão,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alguém deseja, venha!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2005-12-23T11:05:44Z</dcterms:created>
  <dc:creator>Junior</dc:creator>
  <dc:description/>
  <dc:language>pt-BR</dc:language>
  <cp:lastModifiedBy>Junior</cp:lastModifiedBy>
  <dcterms:modified xsi:type="dcterms:W3CDTF">2005-12-23T11:06:01Z</dcterms:modified>
  <cp:revision>1</cp:revision>
  <dc:subject/>
  <dc:title>109 VENHA A JESUS </dc:title>
</cp:coreProperties>
</file>