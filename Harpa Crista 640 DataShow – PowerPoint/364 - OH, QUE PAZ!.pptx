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16CBE-4EA8-4696-B2CD-4FA4E94D4F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6A3590-5770-496F-A994-60DEB3E41E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70C0F4-8038-4060-B2B5-6FABCCF7B15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QUE PAZ!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eu sinto no Senhor Jesus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eterna, que me faz andar na luz,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está em mim na prova e na dor;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paz é o Senhor!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recebo pela cruz,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 no Senhor,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viver sempre em Jesus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vencer por Seu amor!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paz, que luz tem o pecador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vem a Ti,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eu tenho no meu coração,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eterna, que me dá consolação!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paz que goza todo o fiel;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Jesus: o Emanuel!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recebo pela cruz,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 no Senhor,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viver sempre em Jesus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vencer por Seu amor!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paz, que luz tem o pecador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vem a Ti,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celeste me dá o Senhor!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eterna, que me enche de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Essa é Cristo, a vitória d'Israel,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possui quem for fiel!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recebo pela cruz,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 no Senhor,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viver sempre em Jesus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vencer por Seu amor!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paz, que luz tem o pecador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vem a Ti,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Amados, caminhemos com Jesus!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pensando nEle e na Sua cruz;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a paz que alegra o coração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nos dá o Seu perdão!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 recebo pela cruz,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eterna no Senhor,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viver sempre em Jesus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vencer por Seu amor!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paz, que luz tem o pecador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vem a Ti,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2005-10-20T19:58:34Z</dcterms:created>
  <dc:creator>Montagna</dc:creator>
  <dc:description/>
  <dc:language>pt-BR</dc:language>
  <cp:lastModifiedBy>Montagna</cp:lastModifiedBy>
  <dcterms:modified xsi:type="dcterms:W3CDTF">2005-10-20T19:58:56Z</dcterms:modified>
  <cp:revision>2</cp:revision>
  <dc:subject/>
  <dc:title>364 - OH, QUE PAZ!</dc:title>
</cp:coreProperties>
</file>