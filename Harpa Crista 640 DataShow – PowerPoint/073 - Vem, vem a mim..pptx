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343080" indent="-343080" algn="ctr">
              <a:spcBef>
                <a:spcPts val="814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04D10D-85FC-4FF5-AA94-43DB4F5D14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B5D9BB-528C-4FF1-B3CE-E6C2FDD5516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814"/>
              </a:spcBef>
              <a:spcAft>
                <a:spcPts val="11"/>
              </a:spcAft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43080" indent="-343080">
              <a:spcBef>
                <a:spcPts val="814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49280"/>
                <a:tab algn="l" pos="898560"/>
                <a:tab algn="l" pos="1347840"/>
                <a:tab algn="l" pos="1797120"/>
                <a:tab algn="l" pos="2246400"/>
                <a:tab algn="l" pos="2695680"/>
                <a:tab algn="l" pos="3144960"/>
                <a:tab algn="l" pos="3594240"/>
                <a:tab algn="l" pos="4043520"/>
                <a:tab algn="l" pos="449280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245280"/>
            <a:ext cx="2131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defRPr>
            </a:lvl1pPr>
          </a:lstStyle>
          <a:p>
            <a:pPr indent="0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3720" y="6245280"/>
            <a:ext cx="289404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defRPr>
            </a:lvl1pPr>
          </a:lstStyle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5280"/>
            <a:ext cx="21322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defRPr>
            </a:lvl1pPr>
          </a:lstStyle>
          <a:p>
            <a:pPr indent="0" algn="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fld id="{10EB44EC-62A1-45E8-9783-8B50899F7D3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egoe UI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73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Vem, Vem a Mim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566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Pecador escuta a voz do Senhor: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“Se estás cansado, ó vem descansar;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Vem, não te detenhas;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Sem nenhum temor,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Deixa o teu fardo e vem repousar”.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63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Vem, vem a Mim e descansarás;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Toma o Meu jugo e Te guiarei;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humilde e manso,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Dou-te minha paz;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Ó vem, hoje mesmo,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te salvarei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228240"/>
            <a:ext cx="9144000" cy="5257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Vem a Deus, faminto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Pobre mesmo assim;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Há maná celeste , preparado já;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Grátis é a festa, pra Ti e pra mim,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Cristo te convida, vem e cearás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80520"/>
            <a:ext cx="914400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Vem, vem a Mim e descansarás;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Toma o Meu jugo e Te guiarei;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humilde e manso,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Dou-te minha paz;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Ó vem, hoje mesmo,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te salvarei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41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Andas desviado, longe do redil?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Deixa de vagar 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vem ao bom Pastor;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Pelos montes, vales, 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Há perigos mil?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Volta ao rebanho do teu Salvador.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49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Vem, vem a Mim e descansarás;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Toma o Meu jugo e Te guiarei;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humilde e manso,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Dou-te minha paz;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Ó vem, hoje mesmo,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te salvarei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566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Crendo tu, em Cristo,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Salvação terás;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Gozo, paz perfeita, 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Tudo que é mister;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Cristo não despreza, nem rejeitará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Todo o que contrito a Ele vier.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685800"/>
            <a:ext cx="9144000" cy="50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333080"/>
                <a:tab algn="l" pos="1078236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Vem, vem a Mim e descansarás;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Toma o Meu jugo e Te guiarei;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Sou humilde e manso,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Dou-te minha paz;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Ó vem, hoje mesmo,</a:t>
            </a:r>
            <a:br>
              <a:rPr sz="4400"/>
            </a:b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te salvarei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2005-08-21T19:29:45Z</dcterms:created>
  <dc:creator>Junior</dc:creator>
  <dc:description/>
  <dc:language>pt-BR</dc:language>
  <cp:lastModifiedBy/>
  <dcterms:modified xsi:type="dcterms:W3CDTF">2025-10-29T19:38:24Z</dcterms:modified>
  <cp:revision>3</cp:revision>
  <dc:subject/>
  <dc:title>73 Vem, Vem a Mim</dc:title>
</cp:coreProperties>
</file>