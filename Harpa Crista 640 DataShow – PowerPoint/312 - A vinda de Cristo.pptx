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0B529D-13B0-4DE1-8331-1BC12D25A6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98DD0-D626-4B58-99BC-FB45CC97F9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A8EC86-B6B7-4B03-B847-B7DE6421917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VINDA DE CRISTO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Subiu triunfante p'ra o céu, o Senhor: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mesmo há de voltar;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"Eis que venho breve”, diz o Salvador,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alarido ecoar.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muita prudência eu quero estar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por meu Senhor,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alerta aqui vigiar.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venha o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encontrar-me, gozoso irei. Quando Ele nas nuvens descer,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Corpo igual ao Seu, nesse dia terei; Que dia de glória há de ser.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muita prudência eu quero estar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por meu Senhor,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alerta aqui vigiar.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venha o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Bendizendo a Cristo, no céu entrarei; Irei no milênio ingressar;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com meu Jesus, eu aqui voltarei. Pois todas nações vem julgar.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muita prudência eu quero estar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por meu Senhor,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alerta aqui vigiar.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venha o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sobre o Teu povo reinar, ó Senhor! Teu reinado aqui gozo traz,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proteção nos trazer, Salvador! Vem, Jesus, com justiça e paz!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muita prudência eu quero estar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por meu Senhor,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alerta aqui vigiar.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venha o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Cristo, meu 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Esposa buscar;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contigo subir;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canto perene Te quero entoar,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glória eternal fruir.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muita prudência eu quero estar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por meu Senhor,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alerta aqui vigiar.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venha o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2005-12-24T09:05:42Z</dcterms:created>
  <dc:creator>Junior</dc:creator>
  <dc:description/>
  <dc:language>pt-BR</dc:language>
  <cp:lastModifiedBy>Junior</cp:lastModifiedBy>
  <dcterms:modified xsi:type="dcterms:W3CDTF">2005-12-24T09:05:55Z</dcterms:modified>
  <cp:revision>1</cp:revision>
  <dc:subject/>
  <dc:title>312 A VINDA DE CRISTO </dc:title>
</cp:coreProperties>
</file>