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1B3B83C-9C85-4599-8B11-A772ABC0357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13CEB15-38D8-4ACC-BF0F-C00F4C50EC2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08921BB3-61AA-4198-A053-6EF41A3A95D7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150</a:t>
            </a:r>
            <a:br>
              <a:rPr sz="4400"/>
            </a:br>
            <a:r>
              <a:rPr b="1" i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PARA CASAMENTOS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248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Cheios de contentamento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Estamos, Senhor amado,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Porque é o casamento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Um Teu bom mandado.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248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Aos noivos dá proteção,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Concedendo o Teu amor,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Para eles em união,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Viverem p’ra Teu louvor.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248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Faze viverem guardados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Na Tua santa doutrina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só andarem guiados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Por Tua mão divina.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248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Aos noivos dá proteção,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Concedendo o Teu amor,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Para eles em união,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Viverem p’ra Teu louvor.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248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Confirma esta aliança,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Nós Te pedimos ainda,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Enchendo-os da esperança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Da Tua santa vinda.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248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Aos noivos dá proteção,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Concedendo o Teu amor,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Para eles em união,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Viverem p’ra Teu louvor.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2005-12-23T12:34:12Z</dcterms:created>
  <dc:creator>Junior</dc:creator>
  <dc:description/>
  <dc:language>pt-BR</dc:language>
  <cp:lastModifiedBy>Junior</cp:lastModifiedBy>
  <dcterms:modified xsi:type="dcterms:W3CDTF">2005-12-23T12:34:21Z</dcterms:modified>
  <cp:revision>1</cp:revision>
  <dc:subject/>
  <dc:title> 150 PARA CASAMENTOS</dc:title>
</cp:coreProperties>
</file>