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638E52-D921-4D74-BE32-84557AA4D464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48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4DFD1B-3AC3-4819-AEA5-5B2FFA97EBBC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68360" y="191628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340 – UM POVO FORTE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50560" y="475920"/>
            <a:ext cx="8497800" cy="53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Eis que surge um povo forte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Revestido de poder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não teme nem a morte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Quem a Ele pertencer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terá sublime sorte,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com Cristo ao céu vai,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dizer também.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tais?</a:t>
            </a:r>
            <a:br>
              <a:rPr sz="3600"/>
            </a:b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95280" y="981000"/>
            <a:ext cx="829152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tais.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tais.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80" y="691920"/>
            <a:ext cx="8748720" cy="561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No Cenáculo reunidos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poder buscavam então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Pelo amor de Deus unidos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clamar em oração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Eis que um vento é descido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o fogo do céu cai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dizer também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tais?</a:t>
            </a:r>
            <a:br>
              <a:rPr sz="3600"/>
            </a:br>
            <a:br>
              <a:rPr sz="3600"/>
            </a:b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95280" y="1052640"/>
            <a:ext cx="829152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tais.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47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Este povo destemido,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São os discípulos de Jesus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Pelo mundo perseguido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levar a sua cruz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agora revestido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poder ao mundo sai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dizer também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tais?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8360" y="981000"/>
            <a:ext cx="829152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tais.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50920" y="836280"/>
            <a:ext cx="8642160" cy="47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não sejas descuidoso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buscar o dom de Deus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Dom que te fará ditoso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Dar-te-á visões do céu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Jesus maravilhoso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Proclamando aos outros vais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Poderás então dizer: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tais?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95280" y="836640"/>
            <a:ext cx="829152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dos tais, um dos tais.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Podes tu também dizer: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um dos tais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2004-08-01T19:37:46Z</dcterms:created>
  <dc:creator>Jose Antonio de Bem</dc:creator>
  <dc:description/>
  <dc:language>pt-BR</dc:language>
  <cp:lastModifiedBy>Junior</cp:lastModifiedBy>
  <dcterms:modified xsi:type="dcterms:W3CDTF">2005-06-27T21:27:31Z</dcterms:modified>
  <cp:revision>2</cp:revision>
  <dc:subject/>
  <dc:title>Eis que surge um povo forte Revestido de poder E não teme nem a morte Quem a Ele pertencer E terá sublime sorte, pois com Cristo ao céu vai, Podes tu dizer também. Sou um dos tais? </dc:title>
</cp:coreProperties>
</file>