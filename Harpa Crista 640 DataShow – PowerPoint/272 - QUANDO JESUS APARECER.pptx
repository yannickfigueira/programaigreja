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F13FC5-9BBE-4202-ABBC-BF0079B1E95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6CAB54-4328-4F38-A7FD-3C771B4BC4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27728FC-BF5A-4039-A62C-02243F501B8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272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JESUS APARECER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Jesus aparecer,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festa para nós há de ser,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céu de luz iremos ter,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desfrutar eterno prazer,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ao Seu Pai nos apresentar,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alegria no céu haverá;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trono Seu teremos lugar,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nossa fronte coroa porá.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Marchai com Deus, sem vos deter,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santidade e sem temer;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nada mais podeis fazer -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crer em Cristo - tendes poder,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hoje crerdes... Deus vos dará;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fé tiverdes, vós recebereis,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Vida de paz no céu gozará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 que crer em Jesus, nosso Rei.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Iremos nós, no céu cear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Jesus Cristo nos servirá;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Sua grei que quis salvar,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céu, então, se reunirá.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forte sol, dará resplendor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Ante Jesus, o Senhor eternal!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2005-10-18T21:43:52Z</dcterms:created>
  <dc:creator>Montagna</dc:creator>
  <dc:description/>
  <dc:language>pt-BR</dc:language>
  <cp:lastModifiedBy>Montagna</cp:lastModifiedBy>
  <dcterms:modified xsi:type="dcterms:W3CDTF">2005-10-18T21:44:03Z</dcterms:modified>
  <cp:revision>2</cp:revision>
  <dc:subject/>
  <dc:title>272-QUANDO JESUS APARECER</dc:title>
</cp:coreProperties>
</file>