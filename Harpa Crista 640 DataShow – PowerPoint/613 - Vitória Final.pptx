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A66EA-2CF4-4900-8826-129811DF00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5B021A-0D84-473B-8BA5-50B4C9F578F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613 – Vitória Final</a:t>
            </a:r>
            <a:br>
              <a:rPr sz="4000"/>
            </a:b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chegar ao fim da jornada,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Finda a luta e ao Céu eu for;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Doce será. sim, gozar o repouso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as boas vindas de Cristo,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2005-12-27T14:44:49Z</dcterms:created>
  <dc:creator>Junior</dc:creator>
  <dc:description/>
  <dc:language>pt-BR</dc:language>
  <cp:lastModifiedBy>Junior</cp:lastModifiedBy>
  <dcterms:modified xsi:type="dcterms:W3CDTF">2005-12-27T14:44:50Z</dcterms:modified>
  <cp:revision>1</cp:revision>
  <dc:subject/>
  <dc:title>613 – Vitória Final  Quando chegar ao fim da jornada, Finda a luta e ao Céu eu for;  Doce será. sim, gozar o repouso  E as boas vindas de Cristo, Senhor. </dc:title>
</cp:coreProperties>
</file>