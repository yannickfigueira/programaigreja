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9C2497-4AA5-4FDB-8169-C7C8CB732C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204309-D077-49F8-9FCB-8CD087A98F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EB4052-98F6-406C-9B12-FA30019DE07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373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TEU SALVADOR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Pecador, que segues no mundo errante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achar consolação;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Hoje, vem a Cristo, vem confiante,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terás a salvação!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ao teu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foi morto sobre a cruz,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ali, salvou o vil pecador;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ao Senhor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imensa do bom Deus,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Lugar me deu, de filho Seu,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plena paz no coração,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veraz, e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ao teu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foi morto sobre a cruz,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ali, salvou o vil pecador;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ao Senhor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Eis, pedra viva agora sou;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templo Seu me colocou;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corpo Seu, um membro sou,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sangue Seu me consagrou.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ao teu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foi morto sobre a cruz,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ali, salvou o vil pecador;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ao Senhor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rocha, não vai se abalar,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Igreja e vencerá;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este mundo se acabar,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Contigo, ela reinará.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ao teu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foi morto sobre a cruz,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ali, salvou o vil pecador;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ao Senhor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2005-10-20T20:33:58Z</dcterms:created>
  <dc:creator>Montagna</dc:creator>
  <dc:description/>
  <dc:language>pt-BR</dc:language>
  <cp:lastModifiedBy>Montagna</cp:lastModifiedBy>
  <dcterms:modified xsi:type="dcterms:W3CDTF">2005-10-20T20:34:07Z</dcterms:modified>
  <cp:revision>2</cp:revision>
  <dc:subject/>
  <dc:title>373 - VEM A TEU SALVADOR</dc:title>
</cp:coreProperties>
</file>