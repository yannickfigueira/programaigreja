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5C893D-6A91-475E-A38B-8B336561DB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A7EECB-3BEC-44B5-80FE-2223364D16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4A6B2C-75FE-43AD-B8E5-3E023FCA1C7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638 - Hino Nacional Brasileiro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Ouviram do Ipiranga as margens plácidas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um povo heróico o brado retumbante,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sol da liberdade, em raios fúlgidos,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Brilhou no céu da Pátria nesse instante.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 penhor dessa igualdade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Conseguimos conquistar com braço forte,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teu seio, ó liberdade,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Desafia o nosso peito á própria morte! </a:t>
            </a:r>
            <a:br>
              <a:rPr sz="3200"/>
            </a:b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Pátria amada, idolatrada, salve! salve!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Brasil, um sonho intenso, um raio vívido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amor e de esperança à terra desce,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em teu formoso céu, risonho e límpido, A imagem do Cruzeiro resplandece.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Gigante pela própria natureza,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belo, és forte, impávido, colosso,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teu futuro espelha essa grandeza.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adorada, entre outras mil és tu, Brasil,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Pátria amada!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filhos deste solo és mãe gentil,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Pátria amada, Brasil!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Deitado eternamente em berço esplêndido, Ao som do mar e à luz do céu profundo, Fulguras, ó Brasil, florão da América, Iluminado ao sol do Novo Mundo!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que a terra mais garrida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 risonhos, lindos campos têm mais flores,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“Nossos bosques têm mais vida,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vida”, no teu seio, “mais amores”.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Pátria amada, idolatrada, salve! salve!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Brasil, de amor eterno seja símbolo O lábaro que ostentas estrelado,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diga o verde louro desta flâmula: “Paz no futuro e glória no passado". Mas, se ergues da justiça a clava forte, Verás que um filho teu não foge à luta, Nem teme, quem te adora, a própria morte.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adorada, entre outras mil és tu, Brasil,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Pátria amada!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filhos deste solo és mãe gentil,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Pátria amada, Brasil!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2005-12-27T15:16:55Z</dcterms:created>
  <dc:creator>Junior</dc:creator>
  <dc:description/>
  <dc:language>pt-BR</dc:language>
  <cp:lastModifiedBy>Junior</cp:lastModifiedBy>
  <dcterms:modified xsi:type="dcterms:W3CDTF">2005-12-27T15:16:58Z</dcterms:modified>
  <cp:revision>1</cp:revision>
  <dc:subject/>
  <dc:title>638 - Hino Nacional Brasileiro</dc:title>
</cp:coreProperties>
</file>