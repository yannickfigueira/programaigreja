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5465FC-0657-4C41-B578-C412C267F6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B6B396-3BBA-4859-9FEE-F8FF6A1666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4AFCEB-8A8A-48CB-834E-722BCADF5D2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477 – Sede Fortes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Sede fortes, irmãos na lida,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Cristo quem vos conduz;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Garantindo eterna vida,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que trilharem na luz.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andai na luz de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Libertos da eterna 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Buscai, vós que a tendes visto,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glória do Redentor!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Sede santos, velai orando,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Amai com santo fervor;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Muitos ficarão chorando,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vinda do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andai na luz de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Libertos da eterna 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Buscai, vós que a tendes visto,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glória do Redentor!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fiéis adormecidos,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voz do anjo ouvirão;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Transformados os remidos,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encontrarão.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andai na luz de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Libertos da eterna 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Buscai, vós que a tendes visto,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glória do Redentor!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vereis naquele dia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glória em esplendor,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Fruireis paz e alegria,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braços do Salvador.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andai na luz de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Libertos da eterna 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Buscai, vós que a tendes visto,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glória do Redentor!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2005-12-25T19:04:28Z</dcterms:created>
  <dc:creator>Junior</dc:creator>
  <dc:description/>
  <dc:language>pt-BR</dc:language>
  <cp:lastModifiedBy>Junior</cp:lastModifiedBy>
  <dcterms:modified xsi:type="dcterms:W3CDTF">2005-12-25T19:04:40Z</dcterms:modified>
  <cp:revision>1</cp:revision>
  <dc:subject/>
  <dc:title>477 – Sede Fortes </dc:title>
</cp:coreProperties>
</file>