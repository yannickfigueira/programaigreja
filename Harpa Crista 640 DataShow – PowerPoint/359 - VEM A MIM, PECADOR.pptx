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FF71795-9E25-4BFE-9939-8ED9059F3A1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DF80EBD-A784-42E5-82CA-77E51D2EC7A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C7EB683-DDEE-47E8-BEE7-6E99994BBE22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359</a:t>
            </a:r>
            <a:br>
              <a:rPr sz="4400"/>
            </a:b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A MIM, PECADOR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10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Eis que clamo, Eu Jesus, o poderoso,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a Mim, pecador;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Quero dar-te Minha paz, perdão e gozo,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a Mim, sofredor.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10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Eu te amo,  pecador perdido,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Morri p'ra ser teu Salvador,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teus crimes e pecados fui ferido;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a Mim, sofredor.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17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Dos pecados hoje posso libertar-te,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a Mim, pecador;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na cruz, Eu padecendo, quis livrar-te,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a Mim, sofredor.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10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Hoje quero te fazer feliz, ditoso,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a Mim, pecador;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meu sangue abri um trilho glorioso,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a Mim, sofredor.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03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Não desprezes com orgulho o Meu convite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a Mim, pecador;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teu coração é fraco, não resiste,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a Mim, sofredor.</a:t>
            </a: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P.L.M.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2005-10-20T02:03:57Z</dcterms:created>
  <dc:creator>Montagna</dc:creator>
  <dc:description/>
  <dc:language>pt-BR</dc:language>
  <cp:lastModifiedBy>Montagna</cp:lastModifiedBy>
  <dcterms:modified xsi:type="dcterms:W3CDTF">2005-10-20T02:04:18Z</dcterms:modified>
  <cp:revision>2</cp:revision>
  <dc:subject/>
  <dc:title>359 - VEM A MIM, PECADOR</dc:title>
</cp:coreProperties>
</file>