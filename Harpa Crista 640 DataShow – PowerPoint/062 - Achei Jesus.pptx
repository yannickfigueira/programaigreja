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21F3F1-AEC6-4D00-BE8E-B8B6B21EF3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B95B80-5538-45A1-AA1E-1285725DC3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629D4F7-7E1F-4EF0-8CFF-0949DE1C9BB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</a:t>
            </a:r>
            <a:br>
              <a:rPr sz="3800"/>
            </a:br>
            <a:r>
              <a:rPr b="1" i="1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ACHEI JESUS</a:t>
            </a:r>
            <a:r>
              <a:rPr b="0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Achei Jesus, achei Jesus,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gozo incomparável!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salvo estou, já tenho luz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paz inexplicável!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pecados expiou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sangue do Cordeiro;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minhas trevas dissipou;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Deus eu sou herdeiro!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mui longe me buscou,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Perdido me encontrava!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pecado me salvou,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qual me atormentava,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Pertenço ao meu bom Redentor,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meu melhor amigo,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livrou de toda a dor,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sempre está comigo.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prazer, oh! Que prazer!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é meu amado!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Salvador eu quero ser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servo consagrado;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já me deu a salvação,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nos foi prometida,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meu cansado coração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Encheu de nova vida.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Desejo a meu Jesus louvar,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doce harmonia;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Crista, tudo fui achar,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tudo carecia;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sem cessar, 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ama ternamente;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direi a tal amor?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"Te amo eternamente!"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2005-12-22T23:41:13Z</dcterms:created>
  <dc:creator>Junior</dc:creator>
  <dc:description/>
  <dc:language>pt-BR</dc:language>
  <cp:lastModifiedBy>Junior</cp:lastModifiedBy>
  <dcterms:modified xsi:type="dcterms:W3CDTF">2005-12-22T23:41:25Z</dcterms:modified>
  <cp:revision>1</cp:revision>
  <dc:subject/>
  <dc:title>62 ACHEI JESUS   </dc:title>
</cp:coreProperties>
</file>