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FA7CE-C7AB-4123-A0A7-6C3953A9D4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774BC2-B9BE-432D-9C37-9DD68AA471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10272F2-9549-4291-A73C-72847030F154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315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BENDITO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bendito, Tu possues a mim!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Enches o infinito, oh! amor sem fim!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Vivo hoje em Cristo, vivo no Fiel;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Deus sou benquisto no Emanuel.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bendito: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possues a mim!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Enches o infinito,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sem fim!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Paz e glória eterna, p'ra mim no céu,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Vida sempiterna com o nosso Deus.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verdade sinto vida no Senhor, 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do céu pressinto gozo e esplendor!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bendito: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possues a mim!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Enches o infinito,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sem fim!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Coração, desfruta deste grande amor;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paz ou na luta, faz-te vencedor;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este amor é forte, viu-se ali na cruz;</a:t>
            </a:r>
            <a:br>
              <a:rPr sz="3200"/>
            </a:b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Forte mais que a morte: O amor de Jesus! P.L.M.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596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bendito: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possues a mim!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Enches o infinito, 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amor sem fim!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2005-10-19T07:00:03Z</dcterms:created>
  <dc:creator>Montagna</dc:creator>
  <dc:description/>
  <dc:language>pt-BR</dc:language>
  <cp:lastModifiedBy>Montagna</cp:lastModifiedBy>
  <dcterms:modified xsi:type="dcterms:W3CDTF">2005-10-19T07:00:21Z</dcterms:modified>
  <cp:revision>2</cp:revision>
  <dc:subject/>
  <dc:title>315 - OH! AMOR BENDITO</dc:title>
</cp:coreProperties>
</file>