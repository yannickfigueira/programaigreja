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F82BD8-D17C-4B66-A561-6A7A4D7C721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8B3379-210D-49EE-8B0E-58D08C91559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71DB205-1EF5-4AF8-8E26-607ADBAFE811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362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ESPÍRITO DIZ: VEM!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Espírito e a Noiva dizem: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"Vem beber da água da vida";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voz de amor do Salvador, A uma alma perdida!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Espírito diz: Vem!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Noiva diz: Vem! </a:t>
            </a: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toma de graça da água da vida.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Espírito diz: Vem!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Noiva diz: Vem!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E toma de graça da água da vida.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o que escuta diga: Vem!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fale da paz obtida,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recebeu e já bebeu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Da água que lhe deu vida.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Espírito diz: Vem!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Noiva diz: Vem! </a:t>
            </a: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toma de graça da água da vida.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Espírito diz: Vem!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Noiva diz: Vem!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E toma de graça da água da vida.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 pecador sedento, vem!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fonte das águas puras!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te saciar, vem sem tardar,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infeliz criatura!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Espírito diz: Vem!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Noiva diz: Vem! </a:t>
            </a: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toma de graça da água da vida.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Espírito diz: Vem!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Noiva diz: Vem!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E toma de graça da água da vida.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tu quiseres, hoje: Vem!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Cristo, alma sequiosa;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beberás, te fartarás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água maravilhosa!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P.L.M.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Espírito diz: Vem!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Noiva diz: Vem! </a:t>
            </a: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toma de graça da água da vida.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Espírito diz: Vem!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Noiva diz: Vem!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E toma de graça da água da vida.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2005-10-20T19:52:53Z</dcterms:created>
  <dc:creator>Montagna</dc:creator>
  <dc:description/>
  <dc:language>pt-BR</dc:language>
  <cp:lastModifiedBy>Montagna</cp:lastModifiedBy>
  <dcterms:modified xsi:type="dcterms:W3CDTF">2005-10-20T19:53:16Z</dcterms:modified>
  <cp:revision>3</cp:revision>
  <dc:subject/>
  <dc:title>362 - O ESPÍRITO DIZ: VEM!</dc:title>
</cp:coreProperties>
</file>