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E08F74-0E30-40A0-B6AD-5655002954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CC40C1-2826-4494-910C-19B43AE479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9278FCD-3D76-4877-BCDC-943AC1D2256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209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VOZ DO BOM PASTOR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Escuta a voz do bom Pastor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esplendorosa solidão,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Chama ao cordeiro que em temor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Vaga na densa escuridão.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vem a Jesus,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bondoso Salvador,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Receber Sua luz.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Cristo, o bom Pastor.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ajudar quer a Jesus,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pecadores procurar,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Vá espalhar a Sua luz,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Evangelho proclamar.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vem a Jesus,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bondoso Salvador,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Receber Sua luz.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Cristo, o bom Pastor.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Triste deserto o mundo é,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Cercado de perigos mil;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chama Cristo, vem com fé,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para dentro do redil.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vem a Jesus,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bondoso Salvador,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Receber Sua luz.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Cristo, o bom Pastor.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Escuta hoje, o bom Pastor,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no aprisco te abrigar,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Foge do lobo enganador,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 quer te devorar.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vem a Jesus,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bondoso Salvador,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Receber Sua luz.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Cristo, o bom Pastor.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2005-12-23T17:59:44Z</dcterms:created>
  <dc:creator>Junior</dc:creator>
  <dc:description/>
  <dc:language>pt-BR</dc:language>
  <cp:lastModifiedBy>Junior</cp:lastModifiedBy>
  <dcterms:modified xsi:type="dcterms:W3CDTF">2005-12-23T17:59:57Z</dcterms:modified>
  <cp:revision>1</cp:revision>
  <dc:subject/>
  <dc:title>209 A VOZ DO BOM PASTOR </dc:title>
</cp:coreProperties>
</file>