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50FBE-68C9-4626-99E0-DCE715E5AA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4928A-69F4-4386-AC92-243FB768C7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6B3344-AD1F-4D87-AFCE-8B1B6155A13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26  </a:t>
            </a:r>
            <a:br>
              <a:rPr sz="4000"/>
            </a:br>
            <a:r>
              <a:rPr b="1" i="1" lang="pt-BR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A FORMOSA JERUSALÉM</a:t>
            </a:r>
            <a:r>
              <a:rPr b="1" lang="pt-BR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Quão glorioso, cristão, é pensares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Na cidade que não tem igual,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Onde os muros são de puro jaspe.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E as ruas de ouro e cristal;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Pensa como será glorioso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Ver-se a triunfal multidão.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Que cantando, aguarda a chegada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Dos que vencem a tribulação.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Pensa como será glorioso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Ver o rio da vida e luz,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Cujas margens juncadas de lírios,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São a glória de nosso Jesus;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Haverá lá perpétua aurora,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Pois Deus mesmo a alumiará;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E o Cordeiro, com Sua esposa,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Noite e dia resplandecerá.</a:t>
            </a:r>
            <a:r>
              <a:rPr b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Pensa na celestial melodia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Que a terra encherá, de Beulá;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E das harpas a doce harmonia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Ao passar o Jordão se ouvirá.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Mesmo em dores que levam à morte,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Sê constante, não voltes atrás,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Tua herança, tua eterna sorte,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É Jesus, o Fiel, o Veraz.</a:t>
            </a:r>
            <a:r>
              <a:rPr b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Se é glorioso pensar nas grandezas,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Nos prazeres que acodem aqui,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Qual será desfrutar as riquezas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Que esperam os salvos, ali?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Os encantos do mundo não podem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Ofuscar essa glória dalém;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Não almejas viver, ó amigo, </a:t>
            </a:r>
            <a:br>
              <a:rPr sz="4000"/>
            </a:br>
            <a:r>
              <a:rPr b="1" i="1" lang="en-US" sz="40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Nessa formosa Jerusalém? </a:t>
            </a:r>
            <a:r>
              <a:rPr b="1" i="1" lang="en-US" sz="44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 </a:t>
            </a:r>
            <a:r>
              <a:rPr b="1" lang="en-US" sz="4400" strike="noStrike" u="none">
                <a:solidFill>
                  <a:srgbClr val="660b99"/>
                </a:solidFill>
                <a:effectLst/>
                <a:uFillTx/>
                <a:latin typeface="Arial Unicode MS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2005-12-22T21:32:35Z</dcterms:created>
  <dc:creator>Junior</dc:creator>
  <dc:description/>
  <dc:language>pt-BR</dc:language>
  <cp:lastModifiedBy>Junior</cp:lastModifiedBy>
  <dcterms:modified xsi:type="dcterms:W3CDTF">2006-02-11T19:57:38Z</dcterms:modified>
  <cp:revision>2</cp:revision>
  <dc:subject/>
  <dc:title>26   A FORMOSA JERUSALÉM </dc:title>
</cp:coreProperties>
</file>