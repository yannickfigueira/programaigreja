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5000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ee1a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75755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75755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8b7852"/>
                </a:gs>
                <a:gs pos="100000">
                  <a:srgbClr val="f9d79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5000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44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a26d18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c66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95A0CD-0E81-46DB-87AB-79DB78874BE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5000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ee1a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75755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75755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8b7852"/>
                </a:gs>
                <a:gs pos="100000">
                  <a:srgbClr val="f9d79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f9d793"/>
                </a:gs>
                <a:gs pos="50000">
                  <a:srgbClr val="ffffcc"/>
                </a:gs>
                <a:gs pos="100000">
                  <a:srgbClr val="f9d79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fee1a8"/>
                </a:gs>
                <a:gs pos="100000">
                  <a:srgbClr val="ffff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44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a26d18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c66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2D4F5B-40A6-46A9-894C-14A577E5A22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9640" y="24206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107 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</a:t>
            </a: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259920"/>
            <a:ext cx="9144000" cy="57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DO MEU SALVADOR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CANTAREI LOUVORES AO MEU CRIADOR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FICO NA DISPENSAÇÃO DO SEU AMOR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1125360"/>
            <a:ext cx="9144000" cy="40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FIRME,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JESUS, O CRISTO;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FIRME, 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SIM, 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PROMESSAS, 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HEI DE NÃO FALHAR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QUANDO AS TEMPESTADES, 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VÊM ME ASSOLAR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PELO VERBO VIVO, 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HEI DE BATALHAR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41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JESUS, O CRISTO;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FIRME, 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SIM, 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8964720" cy="51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PROMESSAS, SEMPRE VEJO ASSIM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PURIFICAÇÃO NO SANGUE, PARA MIM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PLENA LIBERDADE EM JESUS SEM FIM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836640"/>
            <a:ext cx="9144000" cy="43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JESUS, O CRISTO;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FIRME, 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SIM, 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68000" y="620640"/>
            <a:ext cx="8218440" cy="43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DO SENHOR JESUS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EM AMOR LIGADO COM A SUA CRUZ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CADA DIA MAIS ALEGRO-ME NA LUZ</a:t>
            </a:r>
            <a:br>
              <a:rPr sz="3600"/>
            </a:br>
            <a:r>
              <a:rPr b="1" i="1" lang="pt-BR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JESUS.</a:t>
            </a: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d793"/>
            </a:gs>
            <a:gs pos="100000">
              <a:srgbClr val="ffff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3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 NAS PROMESSAS DE JESUS, O CRISTO;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FIRME, FIRME, </a:t>
            </a:r>
            <a:br>
              <a:rPr sz="3600"/>
            </a:br>
            <a:r>
              <a:rPr b="1" i="1" lang="en-US" sz="3600" strike="noStrike" u="none">
                <a:solidFill>
                  <a:srgbClr val="a26d18"/>
                </a:solidFill>
                <a:effectLst/>
                <a:uFillTx/>
                <a:latin typeface="Times New Roman"/>
              </a:rPr>
              <a:t>SIM, FIRME NAS PROMESSAS DE JESUS.</a:t>
            </a:r>
            <a:br>
              <a:rPr sz="3600"/>
            </a:br>
            <a:endParaRPr b="1" lang="pt-BR" sz="3600" strike="noStrike" u="none">
              <a:solidFill>
                <a:srgbClr val="a26d18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2004-07-14T18:56:05Z</dcterms:created>
  <dc:creator>Jose Antonio de Bem</dc:creator>
  <dc:description/>
  <dc:language>pt-BR</dc:language>
  <cp:lastModifiedBy>User041</cp:lastModifiedBy>
  <dcterms:modified xsi:type="dcterms:W3CDTF">2006-06-25T19:17:52Z</dcterms:modified>
  <cp:revision>7</cp:revision>
  <dc:subject/>
  <dc:title>FIRME NAS PROMESSAS DO MEU SALVADOR CANTAREI LOUVORES AO MEU CRIADOR FICO NA DISPENSAÇÃO DO SEU AMOR FIRME NAS PROMESSAS DE JESUS </dc:title>
</cp:coreProperties>
</file>