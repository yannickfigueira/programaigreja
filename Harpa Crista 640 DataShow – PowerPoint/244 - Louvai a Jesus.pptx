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algn="ctr">
              <a:spcBef>
                <a:spcPts val="814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B3FFB0-4854-4CF2-A127-F5329D1AD0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8EC59C-612F-48CD-B9C1-A7289DEC20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245280"/>
            <a:ext cx="2131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defRPr>
            </a:lvl1pPr>
          </a:lstStyle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3720" y="6245280"/>
            <a:ext cx="289404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defRPr>
            </a:lvl1pPr>
          </a:lstStyle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5280"/>
            <a:ext cx="21322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defRPr>
            </a:lvl1pPr>
          </a:lstStyle>
          <a:p>
            <a:pPr indent="0" algn="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fld id="{247DA381-3264-47A3-9824-59C41454B87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244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Louvai a Jesus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3520" y="456840"/>
            <a:ext cx="8229600" cy="350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Louvai a Jesus, amoroso;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Na cruz os pecados levou,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Que nos enche de santo gozo;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Com sangue o céu nos ganhou.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152280"/>
            <a:ext cx="8229600" cy="3733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Ao meu Senhor,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Que tenho no meu coração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Eu dou louvor,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Pois Ele me deu salvação.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65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Louvai a Jesus poderoso,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Que veio livrar da prisão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Um povo cativo, medroso,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Que não tinha consolação.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33520" y="228240"/>
            <a:ext cx="8229600" cy="297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Ao meu Senhor,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Que tenho no meu coração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Eu dou louvor,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Pois Ele me deu salvação.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33520" y="151920"/>
            <a:ext cx="8229600" cy="3505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Louvai a Jesus, vosso guia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No mundo de tribulação;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E não tem temor, quem confia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Em Deus, mas real proteção.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292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Ao meu Senhor,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Que tenho no meu coração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Eu dou louvor,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Pois Ele me deu salvação.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300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Louvai a Jesus, dai-Lhe glória,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Pois Rei e Senhor Ele é;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Na cruz nos ganhou a vitória;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Vencei com Jesus pela fé.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323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Ao meu Senhor,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Que tenho no meu coração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Eu dou louvor,</a:t>
            </a:r>
            <a:br>
              <a:rPr sz="4400"/>
            </a:br>
            <a:r>
              <a:rPr b="0" lang="pt-BR" sz="4400" strike="noStrike" u="none">
                <a:solidFill>
                  <a:srgbClr val="bbe0e3"/>
                </a:solidFill>
                <a:effectLst/>
                <a:uFillTx/>
                <a:latin typeface="Arial"/>
              </a:rPr>
              <a:t>Pois Ele me deu salvação.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2005-08-21T15:06:09Z</dcterms:created>
  <dc:creator>Junior</dc:creator>
  <dc:description/>
  <dc:language>pt-BR</dc:language>
  <cp:lastModifiedBy/>
  <dcterms:modified xsi:type="dcterms:W3CDTF">2025-06-04T19:38:18Z</dcterms:modified>
  <cp:revision>3</cp:revision>
  <dc:subject/>
  <dc:title>244 Louva a Jesus</dc:title>
</cp:coreProperties>
</file>