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CA98DB-1096-4592-B2F0-646F67552D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75E12E-C980-411B-9A61-7C0BF334E7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F7C4BEF-10A3-4B91-B06B-C4490227A5D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342 – As Cordas do Coração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1519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meu coração vibram as cordas,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Afinadas pra o Mestre louvar: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pecado este som não outorga: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Gólgota as pode afinar.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1519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Glória a Deus,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Gólgota a minh’alma afinou!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Glória a Deus,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Calvário a minh’alma afinou!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1519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fomos no mundo afinados, Mas não era agradável o som;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no Gólgota já transformados. Temos nova harmonia e tom.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1519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Glória a Deus,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Gólgota a minh’alma afinou!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Glória a Deus,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Calvário a minh’alma afinou!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1519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Jesus quem as almas afina,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instrumento Ele cuida mui bem, Cada dia o som mais refina,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tocar os acordes de além.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1519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Glória a Deus,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Gólgota a minh’alma afinou!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Glória a Deus,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Calvário a minh’alma afinou!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1519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provar esta afinação queres.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chega-te á cruz com amor; Harmonia terás se estiveres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Jesus, o teu afinador!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1519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Glória a Deus,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Gólgota a minh’alma afinou!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Glória a Deus,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Calvário a minh’alma afinou!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2005-12-26T18:40:52Z</dcterms:created>
  <dc:creator>Junior</dc:creator>
  <dc:description/>
  <dc:language>pt-BR</dc:language>
  <cp:lastModifiedBy>Junior</cp:lastModifiedBy>
  <dcterms:modified xsi:type="dcterms:W3CDTF">2005-12-26T18:40:57Z</dcterms:modified>
  <cp:revision>1</cp:revision>
  <dc:subject/>
  <dc:title>342 – As Cordas do Coração </dc:title>
</cp:coreProperties>
</file>