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F74D46-D4D1-4995-BBF1-C57F7145A5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5D76ED-CE85-41EF-9BA2-39A4A13F90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706E63-970C-4430-941A-8C3F18886A1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17</a:t>
            </a:r>
            <a:br>
              <a:rPr sz="3600"/>
            </a:br>
            <a:r>
              <a:rPr b="0" lang="pt-BR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PENSANDO EM JESUS 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Nas horas que passo pensando em Jesus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As trevas desfaço, buscando a luz;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Que horas de vida, tão doces p'ra mim,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Jesus me convida, que eu suba p'ra Si!</a:t>
            </a:r>
            <a:r>
              <a:rPr b="0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Da vida voando, sem nenhum temor;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Acima buscando do véu o amor;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Que doce ventura, que aspecto feliz,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Que nova natura minh'alma bendiz.  </a:t>
            </a:r>
            <a:r>
              <a:rPr b="0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Do mar o bramido, da brisa o langor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Da ave o carpido de doce amor,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Me falam sentidos acordes dos céus,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Me trazem aos ouvidos os hinos de Deus!</a:t>
            </a:r>
            <a:r>
              <a:rPr b="0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Minh’alma ansiosa já quer percorrer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A senda gloriosa que eu hei de ver;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Que coisa tão bela; oh! que luz sem véu! </a:t>
            </a:r>
            <a:br>
              <a:rPr sz="3600"/>
            </a:br>
            <a:r>
              <a:rPr b="0" i="1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Jesus me revela mistérios do céu.</a:t>
            </a:r>
            <a:r>
              <a:rPr b="0" lang="en-US" sz="3600" strike="noStrike" u="none">
                <a:solidFill>
                  <a:srgbClr val="e7f6ff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2005-12-22T17:17:00Z</dcterms:created>
  <dc:creator>Junior</dc:creator>
  <dc:description/>
  <dc:language>pt-BR</dc:language>
  <cp:lastModifiedBy>Junior</cp:lastModifiedBy>
  <dcterms:modified xsi:type="dcterms:W3CDTF">2006-01-14T18:59:42Z</dcterms:modified>
  <cp:revision>2</cp:revision>
  <dc:subject/>
  <dc:title>17 PENSANDO EM JESUS </dc:title>
</cp:coreProperties>
</file>