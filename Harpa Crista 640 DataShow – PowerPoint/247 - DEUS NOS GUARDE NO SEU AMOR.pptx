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D87D9C-6B48-4C3E-BBD9-B502D56FAA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66DC15-EABA-413C-B5D8-B63F10A738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5B48B2-A9F1-4296-A430-8BB096068E38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247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 NOS GUARDE NO SEU AMOR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wedg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5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768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68" fill="hold"/>
                                        <p:tgtEl>
                                          <p:spTgt spid="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6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calcmode="lin" valueType="num" from="(0.5)" to="(#ppt_x)">
                                      <p:cBhvr additive="repl">
                                        <p:cTn id="11" dur="123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6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calcmode="lin" valueType="num" from="(#ppt_y+0.4)" to="(#ppt_y)">
                                      <p:cBhvr additive="repl">
                                        <p:cTn id="13" dur="123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 nos guarde bem no Seu amor; </a:t>
            </a:r>
            <a:br>
              <a:rPr sz="3600"/>
            </a:b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Onde quer que nos achemos,</a:t>
            </a:r>
            <a:br>
              <a:rPr sz="3600"/>
            </a:b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Seu nome louvaremos;</a:t>
            </a:r>
            <a:br>
              <a:rPr sz="3600"/>
            </a:b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 nos guarde bem no Seu amor!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voltar Jesus vamos nós estar </a:t>
            </a:r>
            <a:br>
              <a:rPr sz="3600"/>
            </a:b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Livres de qualquer separação;</a:t>
            </a:r>
            <a:br>
              <a:rPr sz="3600"/>
            </a:b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U'a coroa, então vamos, sim, formar, </a:t>
            </a:r>
            <a:br>
              <a:rPr sz="3600"/>
            </a:b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Lá no céu, na eternal mansão.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 nos guarde em santificação </a:t>
            </a:r>
            <a:br>
              <a:rPr sz="3600"/>
            </a:b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Nas agruras da jornada,</a:t>
            </a:r>
            <a:br>
              <a:rPr sz="3600"/>
            </a:b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é mui breve terminada!</a:t>
            </a:r>
            <a:br>
              <a:rPr sz="3600"/>
            </a:b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 nos guarde em santificação!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voltar Jesus vamos nós estar </a:t>
            </a:r>
            <a:br>
              <a:rPr sz="3600"/>
            </a:b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Livres de qualquer separação;</a:t>
            </a:r>
            <a:br>
              <a:rPr sz="3600"/>
            </a:b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U'a coroa, então vamos, sim, formar, </a:t>
            </a:r>
            <a:br>
              <a:rPr sz="3600"/>
            </a:b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Lá no céu, na eternal mansão.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 nos guarde e nos conceda paz,</a:t>
            </a:r>
            <a:br>
              <a:rPr sz="3600"/>
            </a:b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que tanto carecemos;</a:t>
            </a:r>
            <a:br>
              <a:rPr sz="3600"/>
            </a:b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enquanto aqui vivemos,</a:t>
            </a:r>
            <a:br>
              <a:rPr sz="3600"/>
            </a:b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 nos guarde e nos conceda paz. </a:t>
            </a: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                     </a:t>
            </a:r>
            <a:r>
              <a: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E.C.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voltar Jesus vamos nós estar </a:t>
            </a:r>
            <a:br>
              <a:rPr sz="3600"/>
            </a:b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Livres de qualquer separação;</a:t>
            </a:r>
            <a:br>
              <a:rPr sz="3600"/>
            </a:b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U'a coroa, então vamos, sim, formar, </a:t>
            </a:r>
            <a:br>
              <a:rPr sz="3600"/>
            </a:b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Lá no céu, na eternal mansão.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2005-10-18T18:31:33Z</dcterms:created>
  <dc:creator>Montagna</dc:creator>
  <dc:description/>
  <dc:language>pt-BR</dc:language>
  <cp:lastModifiedBy>Montagna</cp:lastModifiedBy>
  <dcterms:modified xsi:type="dcterms:W3CDTF">2005-10-21T12:45:22Z</dcterms:modified>
  <cp:revision>3</cp:revision>
  <dc:subject/>
  <dc:title>247 DEUS NOS GUARDE NO SEU AMOR</dc:title>
</cp:coreProperties>
</file>