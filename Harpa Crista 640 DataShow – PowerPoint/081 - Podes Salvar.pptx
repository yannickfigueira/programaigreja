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media/image1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74200" y="304920"/>
            <a:ext cx="800100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do texto do título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66280" y="1752480"/>
            <a:ext cx="8001000" cy="426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469800" indent="-469800">
              <a:spcBef>
                <a:spcPts val="751"/>
              </a:spcBef>
              <a:buClr>
                <a:srgbClr val="cc0000"/>
              </a:buClr>
              <a:buSzPct val="65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907920" indent="-436320">
              <a:spcBef>
                <a:spcPts val="751"/>
              </a:spcBef>
              <a:buClr>
                <a:srgbClr val="cc00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305000" indent="-395280">
              <a:spcBef>
                <a:spcPts val="751"/>
              </a:spcBef>
              <a:buClr>
                <a:srgbClr val="cc0000"/>
              </a:buClr>
              <a:buSzPct val="60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3" marL="1693800" indent="-387360">
              <a:spcBef>
                <a:spcPts val="751"/>
              </a:spcBef>
              <a:buClr>
                <a:srgbClr val="cc00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4" marL="2093760" indent="-398160">
              <a:spcBef>
                <a:spcPts val="751"/>
              </a:spcBef>
              <a:buClr>
                <a:srgbClr val="cc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5" marL="2093760" indent="-398160">
              <a:spcBef>
                <a:spcPts val="751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6" marL="2093760" indent="-398160">
              <a:spcBef>
                <a:spcPts val="751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" name=""/>
          <p:cNvSpPr/>
          <p:nvPr/>
        </p:nvSpPr>
        <p:spPr>
          <a:xfrm>
            <a:off x="609480" y="1566720"/>
            <a:ext cx="7958160" cy="109800"/>
          </a:xfrm>
          <a:custGeom>
            <a:avLst/>
            <a:gdLst>
              <a:gd name="GluePoint1X" fmla="*/ 0 w 1000"/>
              <a:gd name="GluePoint1Y" fmla="*/ 0 h 1000"/>
              <a:gd name="GluePoint2X" fmla="*/ 0 w 1000"/>
              <a:gd name="GluePoint2Y" fmla="*/ 0 h 1000"/>
              <a:gd name="GluePoint3X" fmla="*/ 0 w 1000"/>
              <a:gd name="GluePoint3Y" fmla="*/ 1000 h 1000"/>
              <a:gd name="GluePoint4X" fmla="*/ 0 w 1000"/>
              <a:gd name="GluePoint4Y" fmla="*/ 1000 h 1000"/>
              <a:gd name="GluePoint5X" fmla="*/ 0 w 1000"/>
              <a:gd name="GluePoint5Y" fmla="*/ 0 h 1000"/>
              <a:gd name="GluePoint6X" fmla="*/ 1000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09480" y="6244920"/>
            <a:ext cx="19814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244920"/>
            <a:ext cx="19814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C574D4-391C-4C4B-BE25-2AAC5DB5AF85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74200" y="304920"/>
            <a:ext cx="8001000" cy="1216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do texto do título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66280" y="1752480"/>
            <a:ext cx="8001000" cy="426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469800" indent="-469800">
              <a:spcBef>
                <a:spcPts val="751"/>
              </a:spcBef>
              <a:buClr>
                <a:srgbClr val="cc0000"/>
              </a:buClr>
              <a:buSzPct val="65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907920" indent="-436320">
              <a:spcBef>
                <a:spcPts val="751"/>
              </a:spcBef>
              <a:buClr>
                <a:srgbClr val="cc00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1305000" indent="-395280">
              <a:spcBef>
                <a:spcPts val="751"/>
              </a:spcBef>
              <a:buClr>
                <a:srgbClr val="cc0000"/>
              </a:buClr>
              <a:buSzPct val="60000"/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3" marL="1693800" indent="-387360">
              <a:spcBef>
                <a:spcPts val="751"/>
              </a:spcBef>
              <a:buClr>
                <a:srgbClr val="cc0000"/>
              </a:buClr>
              <a:buSzPct val="65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4" marL="2093760" indent="-398160">
              <a:spcBef>
                <a:spcPts val="751"/>
              </a:spcBef>
              <a:buClr>
                <a:srgbClr val="cc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5" marL="2093760" indent="-398160">
              <a:spcBef>
                <a:spcPts val="751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6" marL="2093760" indent="-398160">
              <a:spcBef>
                <a:spcPts val="751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2" name=""/>
          <p:cNvSpPr/>
          <p:nvPr/>
        </p:nvSpPr>
        <p:spPr>
          <a:xfrm>
            <a:off x="609480" y="1566720"/>
            <a:ext cx="7958160" cy="109800"/>
          </a:xfrm>
          <a:custGeom>
            <a:avLst/>
            <a:gdLst>
              <a:gd name="GluePoint1X" fmla="*/ 0 w 1000"/>
              <a:gd name="GluePoint1Y" fmla="*/ 0 h 1000"/>
              <a:gd name="GluePoint2X" fmla="*/ 0 w 1000"/>
              <a:gd name="GluePoint2Y" fmla="*/ 0 h 1000"/>
              <a:gd name="GluePoint3X" fmla="*/ 0 w 1000"/>
              <a:gd name="GluePoint3Y" fmla="*/ 1000 h 1000"/>
              <a:gd name="GluePoint4X" fmla="*/ 0 w 1000"/>
              <a:gd name="GluePoint4Y" fmla="*/ 1000 h 1000"/>
              <a:gd name="GluePoint5X" fmla="*/ 0 w 1000"/>
              <a:gd name="GluePoint5Y" fmla="*/ 0 h 1000"/>
              <a:gd name="GluePoint6X" fmla="*/ 1000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609480" y="6244920"/>
            <a:ext cx="19814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6553080" y="6244920"/>
            <a:ext cx="19814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93B61C-B24A-4D19-8E22-370C0F7C213E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blipFill rotWithShape="0">
          <a:blip r:embed="rId2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85800" y="990720"/>
            <a:ext cx="77724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do texto do título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dt" idx="7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&lt;data/hora&gt;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&lt;rodapé&gt;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9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1B27DDD-76DB-4878-B73A-9026B37BA9B5}" type="slidenum">
              <a:rPr b="0" lang="pt-BR" sz="12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685800" y="2394000"/>
            <a:ext cx="7772400" cy="109440"/>
          </a:xfrm>
          <a:custGeom>
            <a:avLst/>
            <a:gdLst>
              <a:gd name="GluePoint1X" fmla="*/ 0 w 1000"/>
              <a:gd name="GluePoint1Y" fmla="*/ 0 h 1000"/>
              <a:gd name="GluePoint2X" fmla="*/ 0 w 1000"/>
              <a:gd name="GluePoint2Y" fmla="*/ 0 h 1000"/>
              <a:gd name="GluePoint3X" fmla="*/ 0 w 1000"/>
              <a:gd name="GluePoint3Y" fmla="*/ 1000 h 1000"/>
              <a:gd name="GluePoint4X" fmla="*/ 0 w 1000"/>
              <a:gd name="GluePoint4Y" fmla="*/ 1000 h 1000"/>
              <a:gd name="GluePoint5X" fmla="*/ 0 w 1000"/>
              <a:gd name="GluePoint5Y" fmla="*/ 0 h 1000"/>
              <a:gd name="GluePoint6X" fmla="*/ 1000 w 1000"/>
              <a:gd name="GluePoint6Y" fmla="*/ 0 h 10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</a:cxnLst>
            <a:rect l="l" t="t" r="r" b="b"/>
            <a:pathLst>
              <a:path stroke="0"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1" marL="457200" indent="14400" algn="ctr">
              <a:spcBef>
                <a:spcPts val="6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6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2" marL="909720" algn="ctr">
              <a:spcBef>
                <a:spcPts val="575"/>
              </a:spcBef>
              <a:buClr>
                <a:srgbClr val="cc0000"/>
              </a:buClr>
              <a:buSzPct val="60000"/>
              <a:buFont typeface="Wingdings" charset="2"/>
              <a:buChar char="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3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3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3" marL="1306440" algn="ctr">
              <a:spcBef>
                <a:spcPts val="499"/>
              </a:spcBef>
              <a:buClr>
                <a:srgbClr val="cc0000"/>
              </a:buClr>
              <a:buSzPct val="65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4" marL="1695600" algn="ctr">
              <a:spcBef>
                <a:spcPts val="624"/>
              </a:spcBef>
              <a:buClr>
                <a:srgbClr val="cc0000"/>
              </a:buClr>
              <a:buSzPct val="90000"/>
              <a:buFont typeface="Wingdings" charset="2"/>
              <a:buChar char="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5" marL="1695600">
              <a:spcBef>
                <a:spcPts val="499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  <a:p>
            <a:pPr lvl="6" marL="1695600">
              <a:spcBef>
                <a:spcPts val="499"/>
              </a:spcBef>
              <a:buClr>
                <a:srgbClr val="000000"/>
              </a:buClr>
              <a:buSzPct val="90000"/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990720"/>
            <a:ext cx="7772400" cy="137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Verdana"/>
              </a:rPr>
              <a:t>81</a:t>
            </a:r>
            <a:br>
              <a:rPr sz="4000"/>
            </a:br>
            <a:r>
              <a:rPr b="0" lang="pt-BR" sz="4000" strike="noStrike" u="none">
                <a:solidFill>
                  <a:srgbClr val="cc0000"/>
                </a:solidFill>
                <a:effectLst/>
                <a:uFillTx/>
                <a:latin typeface="Verdana"/>
              </a:rPr>
              <a:t> PODE SALVAR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981000"/>
            <a:ext cx="9144000" cy="460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Somente em Cristo podemos </a:t>
            </a:r>
            <a:br>
              <a:rPr sz="4000"/>
            </a:b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A salvação receber;</a:t>
            </a:r>
            <a:br>
              <a:rPr sz="4000"/>
            </a:b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Novo concerto nós temos</a:t>
            </a:r>
            <a:br>
              <a:rPr sz="4000"/>
            </a:b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Em quem na cruz quis morrer.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1628640"/>
            <a:ext cx="9144000" cy="439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Pode salvar, pode salvar,</a:t>
            </a:r>
            <a:br>
              <a:rPr sz="4000"/>
            </a:br>
            <a:r>
              <a:rPr b="1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Tira os pecados, e quer vos salvar, </a:t>
            </a:r>
            <a:br>
              <a:rPr sz="4000"/>
            </a:br>
            <a:r>
              <a:rPr b="1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Pode salvar, pode salvar, </a:t>
            </a:r>
            <a:br>
              <a:rPr sz="4000"/>
            </a:br>
            <a:r>
              <a:rPr b="1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Tira os pecados, e quer vos salvar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1341360"/>
            <a:ext cx="9144000" cy="44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Quando perdoa os pecados </a:t>
            </a:r>
            <a:br>
              <a:rPr sz="4000"/>
            </a:b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Vida nos quer conceder. </a:t>
            </a:r>
            <a:br>
              <a:rPr sz="4000"/>
            </a:b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Fomos por sangue comprados </a:t>
            </a:r>
            <a:br>
              <a:rPr sz="4000"/>
            </a:b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Do modo vão de viver.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0" y="836280"/>
            <a:ext cx="9144000" cy="504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Pode salvar, pode salvar,</a:t>
            </a:r>
            <a:br>
              <a:rPr sz="4000"/>
            </a:b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Tira os pecados, e quer vos salvar, </a:t>
            </a:r>
            <a:br>
              <a:rPr sz="4000"/>
            </a:b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Pode salvar, pode salvar, </a:t>
            </a:r>
            <a:br>
              <a:rPr sz="4000"/>
            </a:b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Tira os pecados, e quer vos salvar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1197000"/>
            <a:ext cx="9144000" cy="439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Teu coração já entrega </a:t>
            </a:r>
            <a:br>
              <a:rPr sz="4000"/>
            </a:b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A quem te pode salvar;</a:t>
            </a:r>
            <a:br>
              <a:rPr sz="4000"/>
            </a:b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E quem as dores carrega: </a:t>
            </a:r>
            <a:br>
              <a:rPr sz="4000"/>
            </a:br>
            <a:r>
              <a:rPr b="0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Cristo te pode livrar!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0" y="1628640"/>
            <a:ext cx="9144000" cy="439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Pode salvar, pode salvar,</a:t>
            </a:r>
            <a:br>
              <a:rPr sz="4000"/>
            </a:b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Tira os pecados, e quer vos salvar, </a:t>
            </a:r>
            <a:br>
              <a:rPr sz="4000"/>
            </a:b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Pode salvar, pode salvar, </a:t>
            </a:r>
            <a:br>
              <a:rPr sz="4000"/>
            </a:b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Tira os pecados, e quer vos salvar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0" y="1413000"/>
            <a:ext cx="9144000" cy="41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Cristo te quer dar agora </a:t>
            </a:r>
            <a:br>
              <a:rPr sz="3800"/>
            </a:br>
            <a:r>
              <a:rPr b="0" lang="en-US" sz="3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Paz e descanso real;</a:t>
            </a:r>
            <a:br>
              <a:rPr sz="3800"/>
            </a:br>
            <a:r>
              <a:rPr b="0" lang="en-US" sz="3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Quer revelar-te esta hora:</a:t>
            </a:r>
            <a:br>
              <a:rPr sz="3800"/>
            </a:br>
            <a:r>
              <a:rPr b="0" lang="en-US" sz="38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Graça imensa e real.</a:t>
            </a:r>
            <a:br>
              <a:rPr sz="3800"/>
            </a:br>
            <a:endParaRPr b="0" lang="pt-BR" sz="38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1484280"/>
            <a:ext cx="9144000" cy="460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Pode salvar, pode salvar,</a:t>
            </a:r>
            <a:br>
              <a:rPr sz="4000"/>
            </a:b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Tira os pecados, e quer vos salvar, </a:t>
            </a:r>
            <a:br>
              <a:rPr sz="4000"/>
            </a:b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Pode salvar, pode salvar, </a:t>
            </a:r>
            <a:br>
              <a:rPr sz="4000"/>
            </a:br>
            <a:r>
              <a:rPr b="0" i="1" lang="en-US" sz="4000" strike="noStrike" u="none">
                <a:solidFill>
                  <a:srgbClr val="cc0000"/>
                </a:solidFill>
                <a:effectLst/>
                <a:uFillTx/>
                <a:latin typeface="Arial"/>
              </a:rPr>
              <a:t>Tira os pecados, e quer vos salvar</a:t>
            </a:r>
            <a:br>
              <a:rPr sz="4000"/>
            </a:br>
            <a:endParaRPr b="0" lang="pt-BR" sz="4000" strike="noStrike" u="none">
              <a:solidFill>
                <a:srgbClr val="000000"/>
              </a:solidFill>
              <a:effectLst/>
              <a:uFillTx/>
              <a:latin typeface="Verdan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2005-10-15T21:50:27Z</dcterms:created>
  <dc:creator>Montagna</dc:creator>
  <dc:description/>
  <dc:language>pt-BR</dc:language>
  <cp:lastModifiedBy>Junior</cp:lastModifiedBy>
  <dcterms:modified xsi:type="dcterms:W3CDTF">2005-10-16T14:42:37Z</dcterms:modified>
  <cp:revision>3</cp:revision>
  <dc:subject/>
  <dc:title>81</dc:title>
</cp:coreProperties>
</file>