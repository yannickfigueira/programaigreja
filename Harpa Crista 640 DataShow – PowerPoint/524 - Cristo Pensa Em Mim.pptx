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CEF64F-2BBE-45C4-A921-096E2C1D61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F5F834-484F-4851-B369-F20D99B94CB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1B60FA0-E10A-4330-9081-7463DA15590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524 - Cristo Pensa Em Mim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Através da tempestade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qualquer calamidade,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consola esta verdade: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pensa em mim.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Pensa em mim,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na excelsa luz;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provaste a cruz,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amor sem fim;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Satisfeito estou,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medo vou;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pensa em mim.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pensa em mim.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conforto eu desejo,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Força, ousadia almejo,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Nisto, pois, eu tudo vejo: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pensa em mim.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Pensa em mim,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na excelsa luz;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provaste a cruz,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amor sem fim;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Satisfeito estou,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medo vou;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pensa em mim.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pensa em mim.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eu receio o inimigo,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Tendo temor do perigo,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Jesus encontro abrigo: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pensa em mim.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Pensa em mim,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na excelsa luz;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provaste a cruz,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amor sem fim;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Satisfeito estou,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medo vou;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pensa em mim.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pensa em mim.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Caso eu vá ausentar-me,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Dos meus irmãos separar-me,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Nisto hei de consolar-me: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pensa em mim.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Pensa em mim,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na excelsa luz;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provaste a cruz,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amor sem fim;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Satisfeito estou,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medo vou;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pensa em mim.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pensa em mim.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2005-12-26T19:56:50Z</dcterms:created>
  <dc:creator>Junior</dc:creator>
  <dc:description/>
  <dc:language>pt-BR</dc:language>
  <cp:lastModifiedBy>Junior</cp:lastModifiedBy>
  <dcterms:modified xsi:type="dcterms:W3CDTF">2005-12-26T19:56:52Z</dcterms:modified>
  <cp:revision>1</cp:revision>
  <dc:subject/>
  <dc:title>524 - Cristo Pensa Em Mim </dc:title>
</cp:coreProperties>
</file>