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59840" cy="6858000"/>
            <a:chOff x="0" y="0"/>
            <a:chExt cx="9159840" cy="6858000"/>
          </a:xfrm>
        </p:grpSpPr>
        <p:sp>
          <p:nvSpPr>
            <p:cNvPr id="1" name=""/>
            <p:cNvSpPr/>
            <p:nvPr/>
          </p:nvSpPr>
          <p:spPr>
            <a:xfrm>
              <a:off x="8305920" y="1440"/>
              <a:ext cx="838080" cy="6856560"/>
            </a:xfrm>
            <a:prstGeom prst="rect">
              <a:avLst/>
            </a:prstGeom>
            <a:gradFill rotWithShape="0">
              <a:gsLst>
                <a:gs pos="0">
                  <a:srgbClr val="0e0e0e"/>
                </a:gs>
                <a:gs pos="100000">
                  <a:srgbClr val="0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1676520" y="0"/>
              <a:ext cx="30456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2743200" y="0"/>
              <a:ext cx="6858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3581280" y="0"/>
              <a:ext cx="381240" cy="6858000"/>
            </a:xfrm>
            <a:prstGeom prst="rect">
              <a:avLst/>
            </a:prstGeom>
            <a:solidFill>
              <a:srgbClr val="8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33720" y="0"/>
              <a:ext cx="60948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62120" y="0"/>
              <a:ext cx="91440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57200" y="0"/>
              <a:ext cx="30492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11b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0"/>
              <a:ext cx="4572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4b19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29000" y="0"/>
              <a:ext cx="38088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419720" y="0"/>
              <a:ext cx="83808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1981080" y="0"/>
              <a:ext cx="228600" cy="6858000"/>
            </a:xfrm>
            <a:prstGeom prst="rect">
              <a:avLst/>
            </a:prstGeom>
            <a:solidFill>
              <a:srgbClr val="602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238720" y="0"/>
              <a:ext cx="399960" cy="6858000"/>
            </a:xfrm>
            <a:prstGeom prst="rect">
              <a:avLst/>
            </a:prstGeom>
            <a:solidFill>
              <a:srgbClr val="602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391520" y="0"/>
              <a:ext cx="2286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c1e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0"/>
              <a:ext cx="1066680" cy="685800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5562720" y="0"/>
              <a:ext cx="99036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095880" y="0"/>
              <a:ext cx="83844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934320" y="0"/>
              <a:ext cx="38088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c1e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4254480" y="0"/>
              <a:ext cx="24120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755880" y="0"/>
              <a:ext cx="53352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440" y="6151680"/>
              <a:ext cx="9144000" cy="706320"/>
            </a:xfrm>
            <a:custGeom>
              <a:avLst/>
              <a:gdLst/>
              <a:ahLst/>
              <a:rect l="l" t="t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0" y="6138720"/>
              <a:ext cx="9159840" cy="276480"/>
            </a:xfrm>
            <a:custGeom>
              <a:avLst/>
              <a:gdLst/>
              <a:ahLst/>
              <a:rect l="l" t="t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70707"/>
                </a:gs>
                <a:gs pos="100000">
                  <a:srgbClr val="0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2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bf25a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2aa68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cc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ebf25a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2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9D5033-0BD6-4D36-A237-3C74D9184DA4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3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"/>
          <p:cNvGrpSpPr/>
          <p:nvPr/>
        </p:nvGrpSpPr>
        <p:grpSpPr>
          <a:xfrm>
            <a:off x="0" y="0"/>
            <a:ext cx="9159840" cy="6858000"/>
            <a:chOff x="0" y="0"/>
            <a:chExt cx="9159840" cy="6858000"/>
          </a:xfrm>
        </p:grpSpPr>
        <p:sp>
          <p:nvSpPr>
            <p:cNvPr id="28" name=""/>
            <p:cNvSpPr/>
            <p:nvPr/>
          </p:nvSpPr>
          <p:spPr>
            <a:xfrm>
              <a:off x="8305920" y="1440"/>
              <a:ext cx="838080" cy="6856560"/>
            </a:xfrm>
            <a:prstGeom prst="rect">
              <a:avLst/>
            </a:prstGeom>
            <a:gradFill rotWithShape="0">
              <a:gsLst>
                <a:gs pos="0">
                  <a:srgbClr val="0e0e0e"/>
                </a:gs>
                <a:gs pos="100000">
                  <a:srgbClr val="0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1676520" y="0"/>
              <a:ext cx="30456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2743200" y="0"/>
              <a:ext cx="6858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3581280" y="0"/>
              <a:ext cx="381240" cy="6858000"/>
            </a:xfrm>
            <a:prstGeom prst="rect">
              <a:avLst/>
            </a:prstGeom>
            <a:solidFill>
              <a:srgbClr val="8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2133720" y="0"/>
              <a:ext cx="60948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762120" y="0"/>
              <a:ext cx="91440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457200" y="0"/>
              <a:ext cx="30492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11b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0" y="0"/>
              <a:ext cx="4572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4b19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3429000" y="0"/>
              <a:ext cx="38088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4419720" y="0"/>
              <a:ext cx="83808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1981080" y="0"/>
              <a:ext cx="228600" cy="6858000"/>
            </a:xfrm>
            <a:prstGeom prst="rect">
              <a:avLst/>
            </a:prstGeom>
            <a:solidFill>
              <a:srgbClr val="602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5238720" y="0"/>
              <a:ext cx="399960" cy="6858000"/>
            </a:xfrm>
            <a:prstGeom prst="rect">
              <a:avLst/>
            </a:prstGeom>
            <a:solidFill>
              <a:srgbClr val="602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7391520" y="0"/>
              <a:ext cx="22860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c1e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7315200" y="0"/>
              <a:ext cx="1066680" cy="685800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562720" y="0"/>
              <a:ext cx="99036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095880" y="0"/>
              <a:ext cx="83844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6934320" y="0"/>
              <a:ext cx="38088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50000">
                  <a:srgbClr val="5c1e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254480" y="0"/>
              <a:ext cx="241200" cy="6858000"/>
            </a:xfrm>
            <a:prstGeom prst="rect">
              <a:avLst/>
            </a:prstGeom>
            <a:gradFill rotWithShape="0">
              <a:gsLst>
                <a:gs pos="0">
                  <a:srgbClr val="800000"/>
                </a:gs>
                <a:gs pos="100000">
                  <a:srgbClr val="602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3755880" y="0"/>
              <a:ext cx="533520" cy="6858000"/>
            </a:xfrm>
            <a:prstGeom prst="rect">
              <a:avLst/>
            </a:prstGeom>
            <a:gradFill rotWithShape="0">
              <a:gsLst>
                <a:gs pos="0">
                  <a:srgbClr val="602000"/>
                </a:gs>
                <a:gs pos="100000">
                  <a:srgbClr val="8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440" y="6151680"/>
              <a:ext cx="9144000" cy="706320"/>
            </a:xfrm>
            <a:custGeom>
              <a:avLst/>
              <a:gdLst/>
              <a:ahLst/>
              <a:rect l="l" t="t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6138720"/>
              <a:ext cx="9159840" cy="276480"/>
            </a:xfrm>
            <a:custGeom>
              <a:avLst/>
              <a:gdLst/>
              <a:ahLst/>
              <a:rect l="l" t="t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70707"/>
                </a:gs>
                <a:gs pos="100000">
                  <a:srgbClr val="0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8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71C2E2-8AAF-49B5-8320-CC8E1E909FE5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cc"/>
              </a:buClr>
              <a:buSzPct val="8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ebf25a"/>
              </a:buClr>
              <a:buSzPct val="8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277</a:t>
            </a:r>
            <a:br>
              <a:rPr sz="4000"/>
            </a:br>
            <a:r>
              <a:rPr b="0" i="1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SALVO ESTÁS? LIMPO ESTÁS?</a:t>
            </a:r>
            <a:endParaRPr b="0" lang="pt-BR" sz="40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Tens achado em Cristo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Plena Salvação.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vertido na cruz?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Toda mancha lava de teu coração,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Este sangue eficaz de Jesus.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Salvo estás, limpo estás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de Cristo Jesus?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Tens teu coração mais alvo que a luz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Foste limpo no sangue eficaz?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Vive sempre ao lado do Teu Salvador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que mana da cruz?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Do pecado foste sempre vencedor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Como foi teu bendito Jesus?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Salvo estás, limpo estás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de Cristo Jesus?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Tens teu coração mais alvo que a luz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Foste limpo no sangue eficaz?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Terás roupa branca quando vier Jesus,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Foste limpo na fonte de amor?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Estás pronto pra seguir ao céu de luz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purificador?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Salvo estás, limpo estás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de Cristo Jesus?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Tens teu coração mais alvo que a luz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Foste limpo no sangue eficaz?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Cristo hoje dá pureza e mui poder.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Fita os olhos na cruz do Senhor,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Dela, fonte sai que te enche de prazer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te farta de vida e vigor.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Salvo estás, limpo estás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Pelo sangue de Cristo Jesus?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Tens teu coração mais alvo que a luz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Foste limpo no sangue eficaz?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2005-07-03T18:50:22Z</dcterms:created>
  <dc:creator>Junior</dc:creator>
  <dc:description/>
  <dc:language>pt-BR</dc:language>
  <cp:lastModifiedBy>Junior</cp:lastModifiedBy>
  <dcterms:modified xsi:type="dcterms:W3CDTF">2005-07-03T18:59:15Z</dcterms:modified>
  <cp:revision>1</cp:revision>
  <dc:subject/>
  <dc:title>277 SALVO ESTÁS? LIMPO ESTÁS?</dc:title>
</cp:coreProperties>
</file>