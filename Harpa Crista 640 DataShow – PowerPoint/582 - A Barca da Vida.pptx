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15F5D2-C51A-4D03-968E-D6F45EC092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3F0C2A-46F5-4FD8-A173-3895F9CACB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A540F8-4CC1-447B-ADB8-706D452C8E5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582 - A Barca da Vida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tenho de andar neste mundo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barca vogando no mar,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sei o segredo profundo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nele jamais naufragar: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é o Piloto para me guiar,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vida a barca, até no Céu chegar.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luz que ao Céu me dirige,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Santa Palavra de Deus,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Desvios e faltas corrige,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Mostrando o caminho dos céus.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é o Piloto para me guiar,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vida a barca, até no Céu chegar.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mar tormentoso da vida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Rugindo, me busca perder,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sempre por Cristo mantida,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Minh’alma bonança há de ter.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é o Piloto para me guiar,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vida a barca, até no Céu chegar.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Assim eu não temo perigo: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vou naufragar neste mar.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Cristo Jesus vai comigo,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céu, sim, eu hei de entrar.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é o Piloto para me guiar,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vida a barca, até no Céu chegar.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2005-12-26T23:02:06Z</dcterms:created>
  <dc:creator>Junior</dc:creator>
  <dc:description/>
  <dc:language>pt-BR</dc:language>
  <cp:lastModifiedBy>Junior</cp:lastModifiedBy>
  <dcterms:modified xsi:type="dcterms:W3CDTF">2005-12-26T23:02:17Z</dcterms:modified>
  <cp:revision>1</cp:revision>
  <dc:subject/>
  <dc:title>582 - A Barca da Vida </dc:title>
</cp:coreProperties>
</file>