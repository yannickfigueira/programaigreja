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4EBA5B-5536-4D31-9746-84F5FD47D3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CDFB50-7571-481C-BEB5-62742F2AA4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BA4A3E8-7190-4767-92B5-8C666DF1C14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614 – Terra Feliz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avisto uma terra feliz,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irei para sempre morar: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mansões nesse lindo país,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foi pra mim preparar.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morar! vou morar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Nessa terra celeste porvir!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morar! vou morar!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Nessa terra celeste porvir!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Cantarei nesse lindo país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Belos hinos ao meu Salvador.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ali viverei bem feliz,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angústias, tristezas, nem 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cantar! vou cantar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Nessa terra celeste porvir!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cantar! vou cantar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Nessa terra celeste porvir!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Deixarei este mundo, afinal,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ir a Jesus adorar.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Nessa linda cidade real,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venturas sem fim vou estar.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estar! vou estar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Nessa terra celeste porvir!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estar! vou estar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Nessa terra celeste porvir!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2005-12-27T14:47:51Z</dcterms:created>
  <dc:creator>Junior</dc:creator>
  <dc:description/>
  <dc:language>pt-BR</dc:language>
  <cp:lastModifiedBy>Junior</cp:lastModifiedBy>
  <dcterms:modified xsi:type="dcterms:W3CDTF">2005-12-27T14:47:53Z</dcterms:modified>
  <cp:revision>1</cp:revision>
  <dc:subject/>
  <dc:title>614 – Terra Feliz </dc:title>
</cp:coreProperties>
</file>