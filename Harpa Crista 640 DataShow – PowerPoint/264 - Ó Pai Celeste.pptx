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BEBCA-B4B5-4C2C-B6A7-EB1BFB5A18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2BA881-2DEC-427D-A897-9FED9042CE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298283-E225-465F-B678-76B0EF4C62B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PAI CELESTE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Pai celeste no nome santo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amado Filho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Grato Te sela o nosso canto,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reverente Tua grei produz;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Deus, preside Teu povo unido,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Tua graça e com Teu poder,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Santo Espírito já recebido,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desejamos aqui viver.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Rocha divina, nossa firmeza,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a graça, dá-nos poder;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dos Teus servos a fortaleza,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Onde, abrigados, não têm pavor; Chuvas de bênçãos sempre derrama Em abundância dos altos céus;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nossa alma, qual cervo brama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grande seca por Ti, bom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Rebanho santo, por Deus selado, Duma só mente, dum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assim seja realizado,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Ver, esperamos, com prontidão;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nos defende com o Teu braço,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inimigo, do tentador;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dirige os nossos passos,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vivas fontes que dão vigor!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Manda, Senhor, a Tua mensagem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divina e sacra unção,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maná, que trouxe, em viagem, Para Teu povo, a consolação;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Palavra, água da vida,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nosso cálice, faz transbordar,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Cheia de graça, bem dirigida,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sedentos poder saciar.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2005-12-23T21:15:10Z</dcterms:created>
  <dc:creator>Junior</dc:creator>
  <dc:description/>
  <dc:language>pt-BR</dc:language>
  <cp:lastModifiedBy>Junior</cp:lastModifiedBy>
  <dcterms:modified xsi:type="dcterms:W3CDTF">2005-12-23T21:15:29Z</dcterms:modified>
  <cp:revision>1</cp:revision>
  <dc:subject/>
  <dc:title>264 Ó PAI CELESTE </dc:title>
</cp:coreProperties>
</file>