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B08383-F61D-4D24-AFC4-9C3F168E4E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0252D4-EF01-402B-ACFF-04FF9F29AC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354308C-5061-4130-88A1-01DCA653DB5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0570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435 – Jesus me Levantou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Salvador, por Seu amor,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mundo vil por nós baixou,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dum abismo de horror,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Minh’alma levantou!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salvação me deu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qual na cruz p’ra mim ganhou,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Estando em sombra, à plena luz,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poder me levantou!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Sua voz eu resisti!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Enquanto amante me chamou,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Sua graça recebi,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qual me levantou!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salvação me deu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qual na cruz p’ra mim ganhou,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Estando em sombra, à plena luz,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poder me levantou!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Quanta dor sofreu por mim,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cruz pregado, expirou.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me salvou Jesus assim,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me levantou!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salvação me deu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qual na cruz p’ra mim ganhou,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Estando em sombra, à plena luz,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poder me levantou!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dom feliz em mim se vê,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Sua graça me salvou,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não compreendo eu, por quê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levantou!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salvação me deu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qual na cruz p’ra mim ganhou,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Estando em sombra, à plena luz,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seu poder me levantou!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2005-12-26T16:11:00Z</dcterms:created>
  <dc:creator>Junior</dc:creator>
  <dc:description/>
  <dc:language>pt-BR</dc:language>
  <cp:lastModifiedBy>Junior</cp:lastModifiedBy>
  <dcterms:modified xsi:type="dcterms:W3CDTF">2005-12-26T16:11:02Z</dcterms:modified>
  <cp:revision>1</cp:revision>
  <dc:subject/>
  <dc:title>435 – Jesus me Levantou </dc:title>
</cp:coreProperties>
</file>