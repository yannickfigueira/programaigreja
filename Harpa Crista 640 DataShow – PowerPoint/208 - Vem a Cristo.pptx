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A7D8DD-FC43-43FE-B02D-8F133B7FEC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9BA167-572F-4A28-8EBD-B32D4F65CF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0DDA63-FC44-4BE4-A8D3-8CAD6EA1CFE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208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queres te entregar p'ra Jesus Cristo,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cansado e triste pecador?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aquele, que, no Gólgota.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visto Padecendo nossa culpa,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dor?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vem a Cristo,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chama com amor celestial;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Crista, vem a Crista,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é o rochedo divinal.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queres obter a liberdade,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 encontra no Senhor Jesus Receber no coração a santidade,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derramado lá na cruz?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vem a Cristo,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chama com amor celestial;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Crista, vem a Crista,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é o rochedo divinal.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queres desfrutar a paz divina, Que no mundo não se pode achar? Vem a Crista, que te salva,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ensina,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podes esta paz do céu gozar!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vem a Cristo,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chama com amor celestial;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Crista, vem a Crista,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é o rochedo divinal.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queres renunciar o bem terreno Crendo em Cristo, o grande Salvador? Queres vir após o meigo Nazareno,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Vê-Lo um dia lá no céu de resplendor?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vem a Cristo,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chama com amor celestial;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Crista, vem a Crista,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é o rochedo divinal.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2005-12-23T17:20:23Z</dcterms:created>
  <dc:creator>Junior</dc:creator>
  <dc:description/>
  <dc:language>pt-BR</dc:language>
  <cp:lastModifiedBy>Junior</cp:lastModifiedBy>
  <dcterms:modified xsi:type="dcterms:W3CDTF">2005-12-23T17:20:42Z</dcterms:modified>
  <cp:revision>1</cp:revision>
  <dc:subject/>
  <dc:title>208 VEM A CRISTO </dc:title>
</cp:coreProperties>
</file>