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DB92C-F709-49A2-80B5-FFE5BDAD1C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90C35-232D-4079-96F2-4B7D71F9EA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183DF0-B9B9-437F-B352-4A89BC82634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415 – Jesus te quer curar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terna voz do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fala comovida;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"Ó vem ao médico de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dá aos mortos vida"!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te quer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tem poder p’ra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males todos te livrar,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nEle confiares!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tu, a quem já Satanás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anos tem ligado;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fé te salva, vai-te em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o mal curado!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te quer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tem poder p’ra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males todos te livrar,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nEle confiares!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surdos ouvem, cegos vêem,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Cristo é poderoso!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coxos saram e andam bem.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poder glorioso!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te quer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tem poder p’ra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males todos te livrar,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nEle confiares!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Sinais pra sempre seguirão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verdadeiros crentes!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Demônios, sim, expulsarão,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curarão as gentes.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te quer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tem poder p’ra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males todos te livrar,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nEle confiares!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2005-12-26T16:56:56Z</dcterms:created>
  <dc:creator>Junior</dc:creator>
  <dc:description/>
  <dc:language>pt-BR</dc:language>
  <cp:lastModifiedBy>Junior</cp:lastModifiedBy>
  <dcterms:modified xsi:type="dcterms:W3CDTF">2005-12-26T16:57:09Z</dcterms:modified>
  <cp:revision>1</cp:revision>
  <dc:subject/>
  <dc:title>415 – Jesus te quer curar </dc:title>
</cp:coreProperties>
</file>