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0B75C7-EB48-4F62-A372-8F3E39FE7C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CCC75B-9FD4-4687-B573-30E580E2D1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808000"/>
            </a:gs>
            <a:gs pos="100000">
              <a:srgbClr val="a0a042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1DA2B6-CDCC-4659-8AAD-4C72BD2819E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808000"/>
            </a:gs>
            <a:gs pos="100000">
              <a:srgbClr val="a0a042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388</a:t>
            </a:r>
            <a:br>
              <a:rPr sz="4400"/>
            </a:br>
            <a:r>
              <a:rPr b="1" lang="pt-BR" sz="44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CANTA, Ó CRENTE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808000"/>
            </a:gs>
            <a:gs pos="100000">
              <a:srgbClr val="a0a042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Canta com vida, ó crente!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Doce será cantar!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Anda só para a frente,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Deixa o teu pesar;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Canta nas noites tristes,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Canta no sol, na luz;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O mal assim resistes: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Canta p'ra Jesus!</a:t>
            </a:r>
            <a:r>
              <a:rPr b="1" lang="en-US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808000"/>
            </a:gs>
            <a:gs pos="100000">
              <a:srgbClr val="a0a042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Canta com vida, ó crente,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Alegra o coração!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Louva ao Deus clemente,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Com feliz canção!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Cheio está o mundo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De turbação e dor;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Canta o amor profundo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Do teu Salvador.</a:t>
            </a:r>
            <a:r>
              <a:rPr b="1" lang="en-US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808000"/>
            </a:gs>
            <a:gs pos="100000">
              <a:srgbClr val="a0a042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Canta com vida, ó crente!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Deus teu socorro é;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Guarda-te a mão potente,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Se tiveres fé.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Cristo, sim, te levanta,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Quando medroso estás,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Se confiando cantas </a:t>
            </a:r>
            <a:br>
              <a:rPr sz="4000"/>
            </a:br>
            <a:r>
              <a:rPr b="1" lang="pt-BR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Seu amor veraz.</a:t>
            </a:r>
            <a:r>
              <a:rPr b="1" lang="en-US" sz="4000" strike="noStrike" u="none">
                <a:solidFill>
                  <a:srgbClr val="ffffc9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2005-10-20T02:31:13Z</dcterms:created>
  <dc:creator>Montagna</dc:creator>
  <dc:description/>
  <dc:language>pt-BR</dc:language>
  <cp:lastModifiedBy>User041</cp:lastModifiedBy>
  <dcterms:modified xsi:type="dcterms:W3CDTF">2006-10-01T19:15:02Z</dcterms:modified>
  <cp:revision>4</cp:revision>
  <dc:subject/>
  <dc:title>388 - CANTA, Ó CRENTE</dc:title>
</cp:coreProperties>
</file>