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62120" y="533160"/>
            <a:ext cx="76960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300" strike="noStrike" u="none">
                <a:solidFill>
                  <a:srgbClr val="336666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0" lang="pt-BR" sz="33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62120" y="1905120"/>
            <a:ext cx="769608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74"/>
              </a:spcBef>
              <a:buClr>
                <a:srgbClr val="cccc99"/>
              </a:buClr>
              <a:buSzPct val="7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74"/>
              </a:spcBef>
              <a:buClr>
                <a:srgbClr val="97cdcc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74"/>
              </a:spcBef>
              <a:buClr>
                <a:srgbClr val="0000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74"/>
              </a:spcBef>
              <a:buClr>
                <a:srgbClr val="336666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74"/>
              </a:spcBef>
              <a:buClr>
                <a:srgbClr val="336666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74"/>
              </a:spcBef>
              <a:buClr>
                <a:srgbClr val="0000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74"/>
              </a:spcBef>
              <a:buClr>
                <a:srgbClr val="0000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761760" y="6391440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352680" y="640404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857640" y="640080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5D5299-3EE2-4FD7-8103-4F2479B3675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" name=""/>
          <p:cNvGrpSpPr/>
          <p:nvPr/>
        </p:nvGrpSpPr>
        <p:grpSpPr>
          <a:xfrm>
            <a:off x="168120" y="228600"/>
            <a:ext cx="8823600" cy="6095880"/>
            <a:chOff x="168120" y="228600"/>
            <a:chExt cx="8823600" cy="6095880"/>
          </a:xfrm>
        </p:grpSpPr>
        <p:sp>
          <p:nvSpPr>
            <p:cNvPr id="6" name=""/>
            <p:cNvSpPr/>
            <p:nvPr/>
          </p:nvSpPr>
          <p:spPr>
            <a:xfrm>
              <a:off x="168120" y="228600"/>
              <a:ext cx="8823600" cy="6095880"/>
            </a:xfrm>
            <a:prstGeom prst="roundRect">
              <a:avLst>
                <a:gd name="adj" fmla="val 11046"/>
              </a:avLst>
            </a:prstGeom>
            <a:noFill/>
            <a:ln w="28440">
              <a:solidFill>
                <a:srgbClr val="3366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62120" y="1709640"/>
              <a:ext cx="7696080" cy="0"/>
            </a:xfrm>
            <a:prstGeom prst="line">
              <a:avLst/>
            </a:prstGeom>
            <a:ln w="38160">
              <a:solidFill>
                <a:srgbClr val="3366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228600" y="380880"/>
            <a:ext cx="8686800" cy="5639040"/>
          </a:xfrm>
          <a:prstGeom prst="roundRect">
            <a:avLst>
              <a:gd name="adj" fmla="val 7912"/>
            </a:avLst>
          </a:prstGeom>
          <a:solidFill>
            <a:srgbClr val="33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326880" y="488880"/>
            <a:ext cx="8436240" cy="476892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371600" y="3338640"/>
            <a:ext cx="6400800" cy="2286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760">
            <a:solidFill>
              <a:srgbClr val="cccc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856800"/>
            <a:ext cx="7772400" cy="226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100" strike="noStrike" u="none">
                <a:solidFill>
                  <a:srgbClr val="336666"/>
                </a:solidFill>
                <a:effectLst/>
                <a:uFillTx/>
                <a:latin typeface="Arial Black"/>
              </a:rPr>
              <a:t>Clique para editar o formato do texto do título</a:t>
            </a:r>
            <a:endParaRPr b="0" i="1" lang="pt-BR" sz="41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4"/>
          </p:nvPr>
        </p:nvSpPr>
        <p:spPr>
          <a:xfrm>
            <a:off x="761760" y="6391440"/>
            <a:ext cx="2057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5"/>
          </p:nvPr>
        </p:nvSpPr>
        <p:spPr>
          <a:xfrm>
            <a:off x="3352680" y="639144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6857640" y="6391440"/>
            <a:ext cx="16002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9E05D2-53BC-430C-A838-FC54F521561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8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550"/>
              </a:spcBef>
              <a:buClr>
                <a:srgbClr val="000000"/>
              </a:buClr>
              <a:buSzPct val="150000"/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336666"/>
              </a:buClr>
              <a:buSzPct val="150000"/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336666"/>
              </a:buClr>
              <a:buSzPct val="150000"/>
              <a:buFont typeface="Arial"/>
              <a:buChar char="•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SzPct val="150000"/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58560" y="3284280"/>
            <a:ext cx="6553080" cy="259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155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 Black"/>
              </a:rPr>
              <a:t>IMPLORAMOS TEU PODER</a:t>
            </a:r>
            <a:br>
              <a:rPr sz="3200"/>
            </a:br>
            <a:endParaRPr b="0" i="1" lang="pt-BR" sz="32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26560" y="1773360"/>
            <a:ext cx="785988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Imploramos, nosso Salvador,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Divinal, poder renovador,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Bendita promessa paternal!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encher-nos de real valor,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pleno poder celestial,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</a:t>
            </a:r>
            <a:br>
              <a:rPr sz="3200"/>
            </a:br>
            <a:endParaRPr b="0" lang="pt-BR" sz="32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4360" y="1773360"/>
            <a:ext cx="769608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óleo, sim, vem nos ungir,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Pai celeste, faze-nos fruir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já prometeste derramar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Tuas bênçãos e nos revestir,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Tua Palavra proclamar,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poder, com poder, com poder.</a:t>
            </a:r>
            <a:br>
              <a:rPr sz="3200"/>
            </a:br>
            <a:endParaRPr b="0" lang="pt-BR" sz="32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62120" y="1773000"/>
            <a:ext cx="7696080" cy="439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 fogo vem nos inflamar,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toda a mancha nos limpar,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 Aquece os frios, ó Senhor;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Faze os que dormem despertar.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 te suplicamos com fervor,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</a:t>
            </a:r>
            <a:br>
              <a:rPr sz="3200"/>
            </a:br>
            <a:endParaRPr b="0" lang="pt-BR" sz="32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62120" y="1773360"/>
            <a:ext cx="7696080" cy="446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a brisa, queiras assoprar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Teu poder.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Deus bendito, vem nos outorgar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poder, Teu poder, 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poder. Perene e doce comunhão,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aqui contigo, ó Pai, gozar; Depressa nos enche o coração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poder, com poder, com poder.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                                                                                   A.S.</a:t>
            </a:r>
            <a:br>
              <a:rPr sz="1600"/>
            </a:br>
            <a:endParaRPr b="0" lang="pt-BR" sz="1600" strike="noStrike" u="none">
              <a:solidFill>
                <a:srgbClr val="336666"/>
              </a:solidFill>
              <a:effectLst/>
              <a:uFillTx/>
              <a:latin typeface="Ari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2005-10-16T01:03:27Z</dcterms:created>
  <dc:creator>Montagna</dc:creator>
  <dc:description/>
  <dc:language>pt-BR</dc:language>
  <cp:lastModifiedBy>Junior</cp:lastModifiedBy>
  <dcterms:modified xsi:type="dcterms:W3CDTF">2005-10-17T10:46:05Z</dcterms:modified>
  <cp:revision>3</cp:revision>
  <dc:subject/>
  <dc:title>155 - IMPLORAMOS TEU PODER </dc:title>
</cp:coreProperties>
</file>