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1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38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7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SzPct val="100000"/>
              <a:buBlip>
                <a:blip r:embed="rId2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SzPct val="100000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SzPct val="100000"/>
              <a:buBlip>
                <a:blip r:embed="rId4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SzPct val="100000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SzPct val="100000"/>
              <a:buBlip>
                <a:blip r:embed="rId6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5B1188-1991-4D79-B88E-605F5EBE5CB2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"/>
          <p:cNvGrpSpPr/>
          <p:nvPr/>
        </p:nvGrpSpPr>
        <p:grpSpPr>
          <a:xfrm>
            <a:off x="0" y="0"/>
            <a:ext cx="9144000" cy="6856560"/>
            <a:chOff x="0" y="0"/>
            <a:chExt cx="9144000" cy="6856560"/>
          </a:xfrm>
        </p:grpSpPr>
        <p:sp>
          <p:nvSpPr>
            <p:cNvPr id="46" name=""/>
            <p:cNvSpPr/>
            <p:nvPr/>
          </p:nvSpPr>
          <p:spPr>
            <a:xfrm>
              <a:off x="0" y="19080"/>
              <a:ext cx="9140760" cy="5195880"/>
            </a:xfrm>
            <a:custGeom>
              <a:avLst/>
              <a:gdLst/>
              <a:ahLst/>
              <a:rect l="l" t="t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236520" y="0"/>
              <a:ext cx="8904240" cy="5148360"/>
            </a:xfrm>
            <a:custGeom>
              <a:avLst/>
              <a:gdLst/>
              <a:ahLst/>
              <a:rect l="l" t="t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0" y="5450040"/>
              <a:ext cx="6410160" cy="303120"/>
            </a:xfrm>
            <a:custGeom>
              <a:avLst/>
              <a:gdLst/>
              <a:ahLst/>
              <a:rect l="l" t="t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6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6410160" y="5678640"/>
              <a:ext cx="2730600" cy="102960"/>
            </a:xfrm>
            <a:custGeom>
              <a:avLst/>
              <a:gdLst/>
              <a:ahLst/>
              <a:rect l="l" t="t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0" y="5915160"/>
              <a:ext cx="7594560" cy="522000"/>
            </a:xfrm>
            <a:custGeom>
              <a:avLst/>
              <a:gdLst/>
              <a:ahLst/>
              <a:rect l="l" t="t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c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7594560" y="5877000"/>
              <a:ext cx="1546200" cy="160200"/>
            </a:xfrm>
            <a:custGeom>
              <a:avLst/>
              <a:gdLst/>
              <a:ahLst/>
              <a:rect l="l" t="t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5745240" y="6056280"/>
              <a:ext cx="3395520" cy="314280"/>
            </a:xfrm>
            <a:custGeom>
              <a:avLst/>
              <a:gdLst/>
              <a:ahLst/>
              <a:rect l="l" t="t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0" y="6303960"/>
              <a:ext cx="5745240" cy="552600"/>
            </a:xfrm>
            <a:custGeom>
              <a:avLst/>
              <a:gdLst/>
              <a:ahLst/>
              <a:rect l="l" t="t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3328920" y="6418440"/>
              <a:ext cx="3990960" cy="438120"/>
            </a:xfrm>
            <a:custGeom>
              <a:avLst/>
              <a:gdLst/>
              <a:ahLst/>
              <a:rect l="l" t="t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6912000" y="6141960"/>
              <a:ext cx="2228760" cy="600120"/>
            </a:xfrm>
            <a:custGeom>
              <a:avLst/>
              <a:gdLst/>
              <a:ahLst/>
              <a:rect l="l" t="t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rgbClr val="07079b"/>
                </a:gs>
                <a:gs pos="100000">
                  <a:srgbClr val="000099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7985160" y="5002200"/>
              <a:ext cx="1155600" cy="380880"/>
            </a:xfrm>
            <a:custGeom>
              <a:avLst/>
              <a:gdLst/>
              <a:ahLst/>
              <a:rect l="l" t="t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0" y="2359080"/>
              <a:ext cx="7985160" cy="2652480"/>
            </a:xfrm>
            <a:custGeom>
              <a:avLst/>
              <a:gdLst/>
              <a:ahLst/>
              <a:rect l="l" t="t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3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7985160" y="4840200"/>
              <a:ext cx="1155600" cy="505080"/>
            </a:xfrm>
            <a:custGeom>
              <a:avLst/>
              <a:gdLst/>
              <a:ahLst/>
              <a:rect l="l" t="t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0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0" y="1454040"/>
              <a:ext cx="7985160" cy="3471840"/>
            </a:xfrm>
            <a:custGeom>
              <a:avLst/>
              <a:gdLst/>
              <a:ahLst/>
              <a:rect l="l" t="t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rgbClr val="000080"/>
                </a:gs>
                <a:gs pos="100000">
                  <a:srgbClr val="000055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3641760" y="0"/>
              <a:ext cx="5014800" cy="4325760"/>
            </a:xfrm>
            <a:custGeom>
              <a:avLst/>
              <a:gdLst/>
              <a:ahLst/>
              <a:rect l="l" t="t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8628120" y="4289400"/>
              <a:ext cx="512640" cy="474840"/>
            </a:xfrm>
            <a:custGeom>
              <a:avLst/>
              <a:gdLst/>
              <a:ahLst/>
              <a:rect l="l" t="t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rgbClr val="0e0e9e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8694720" y="4108320"/>
              <a:ext cx="446040" cy="532080"/>
            </a:xfrm>
            <a:custGeom>
              <a:avLst/>
              <a:gdLst/>
              <a:ahLst/>
              <a:rect l="l" t="t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rgbClr val="0000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3895560" y="0"/>
              <a:ext cx="4951440" cy="4251240"/>
            </a:xfrm>
            <a:custGeom>
              <a:avLst/>
              <a:gdLst/>
              <a:ahLst/>
              <a:rect l="l" t="t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931240" y="4022640"/>
              <a:ext cx="209520" cy="209520"/>
            </a:xfrm>
            <a:custGeom>
              <a:avLst/>
              <a:gdLst/>
              <a:ahLst/>
              <a:rect l="l" t="t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4940280" y="0"/>
              <a:ext cx="3990960" cy="4022640"/>
            </a:xfrm>
            <a:custGeom>
              <a:avLst/>
              <a:gdLst/>
              <a:ahLst/>
              <a:rect l="l" t="t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5537160" y="0"/>
              <a:ext cx="3489480" cy="3936960"/>
            </a:xfrm>
            <a:custGeom>
              <a:avLst/>
              <a:gdLst/>
              <a:ahLst/>
              <a:rect l="l" t="t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9007560" y="3927600"/>
              <a:ext cx="133200" cy="152280"/>
            </a:xfrm>
            <a:custGeom>
              <a:avLst/>
              <a:gdLst/>
              <a:ahLst/>
              <a:rect l="l" t="t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rgbClr val="1616a1"/>
                </a:gs>
                <a:gs pos="100000">
                  <a:srgbClr val="0000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8894880" y="1349280"/>
              <a:ext cx="245880" cy="819360"/>
            </a:xfrm>
            <a:custGeom>
              <a:avLst/>
              <a:gdLst/>
              <a:ahLst/>
              <a:rect l="l" t="t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107200" y="0"/>
              <a:ext cx="909720" cy="1654200"/>
            </a:xfrm>
            <a:custGeom>
              <a:avLst/>
              <a:gdLst/>
              <a:ahLst/>
              <a:rect l="l" t="t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5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8589960" y="0"/>
              <a:ext cx="541440" cy="1263600"/>
            </a:xfrm>
            <a:custGeom>
              <a:avLst/>
              <a:gdLst/>
              <a:ahLst/>
              <a:rect l="l" t="t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59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045720" y="1036800"/>
              <a:ext cx="95040" cy="493560"/>
            </a:xfrm>
            <a:custGeom>
              <a:avLst/>
              <a:gdLst/>
              <a:ahLst/>
              <a:rect l="l" t="t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0000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240" y="2541600"/>
              <a:ext cx="9131400" cy="2959200"/>
            </a:xfrm>
            <a:custGeom>
              <a:avLst/>
              <a:gdLst/>
              <a:ahLst/>
              <a:rect l="l" t="t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9134640" y="5529240"/>
              <a:ext cx="9360" cy="9720"/>
            </a:xfrm>
            <a:custGeom>
              <a:avLst/>
              <a:gdLst/>
              <a:ahLst/>
              <a:rect l="l" t="t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7080" bIns="-3708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3240" y="3416400"/>
              <a:ext cx="9131400" cy="2122560"/>
            </a:xfrm>
            <a:custGeom>
              <a:avLst/>
              <a:gdLst/>
              <a:ahLst/>
              <a:rect l="l" t="t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c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3240" y="5043600"/>
              <a:ext cx="9131400" cy="657000"/>
            </a:xfrm>
            <a:custGeom>
              <a:avLst/>
              <a:gdLst/>
              <a:ahLst/>
              <a:rect l="l" t="t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08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2058840" y="0"/>
              <a:ext cx="7075800" cy="5043600"/>
            </a:xfrm>
            <a:custGeom>
              <a:avLst/>
              <a:gdLst/>
              <a:ahLst/>
              <a:rect l="l" t="t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4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5272200" y="0"/>
              <a:ext cx="3862440" cy="4149720"/>
            </a:xfrm>
            <a:custGeom>
              <a:avLst/>
              <a:gdLst/>
              <a:ahLst/>
              <a:rect l="l" t="t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81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270480" y="0"/>
              <a:ext cx="2864160" cy="3911760"/>
            </a:xfrm>
            <a:custGeom>
              <a:avLst/>
              <a:gdLst/>
              <a:ahLst/>
              <a:rect l="l" t="t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64"/>
                </a:gs>
                <a:gs pos="100000">
                  <a:srgbClr val="000080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7174080" y="0"/>
              <a:ext cx="1960560" cy="3292560"/>
            </a:xfrm>
            <a:custGeom>
              <a:avLst/>
              <a:gdLst/>
              <a:ahLst/>
              <a:rect l="l" t="t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57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7451640" y="0"/>
              <a:ext cx="1683000" cy="3073320"/>
            </a:xfrm>
            <a:custGeom>
              <a:avLst/>
              <a:gdLst/>
              <a:ahLst/>
              <a:rect l="l" t="t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6e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7907400" y="0"/>
              <a:ext cx="1227240" cy="2360520"/>
            </a:xfrm>
            <a:custGeom>
              <a:avLst/>
              <a:gdLst/>
              <a:ahLst/>
              <a:rect l="l" t="t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rgbClr val="000099"/>
                </a:gs>
                <a:gs pos="100000">
                  <a:srgbClr val="000078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" name=""/>
            <p:cNvGrpSpPr/>
            <p:nvPr/>
          </p:nvGrpSpPr>
          <p:grpSpPr>
            <a:xfrm>
              <a:off x="0" y="2590920"/>
              <a:ext cx="9140760" cy="2949480"/>
              <a:chOff x="0" y="2590920"/>
              <a:chExt cx="9140760" cy="2949480"/>
            </a:xfrm>
          </p:grpSpPr>
          <p:sp>
            <p:nvSpPr>
              <p:cNvPr id="83" name=""/>
              <p:cNvSpPr/>
              <p:nvPr/>
            </p:nvSpPr>
            <p:spPr>
              <a:xfrm>
                <a:off x="0" y="2590920"/>
                <a:ext cx="5826240" cy="2084400"/>
              </a:xfrm>
              <a:custGeom>
                <a:avLst/>
                <a:gdLst/>
                <a:ahLst/>
                <a:rect l="l" t="t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99"/>
                  </a:gs>
                  <a:gs pos="100000">
                    <a:srgbClr val="00006e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>
                <a:off x="5788080" y="4437000"/>
                <a:ext cx="3352680" cy="1103400"/>
              </a:xfrm>
              <a:custGeom>
                <a:avLst/>
                <a:gdLst/>
                <a:ahLst/>
                <a:rect l="l" t="t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1616a1"/>
                  </a:gs>
                  <a:gs pos="100000">
                    <a:srgbClr val="000099"/>
                  </a:gs>
                </a:gsLst>
                <a:lin ang="108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963B20-BE53-4062-9ECE-E753FE3D9B78}" type="slidenum">
              <a:rPr b="0" lang="pt-B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7b46d0"/>
              </a:buClr>
              <a:buSzPct val="90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45c984"/>
              </a:buClr>
              <a:buSzPct val="90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9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914400" y="2666880"/>
            <a:ext cx="7696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0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16 - DESPERTAR PARA O TRABALHO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comb dir="horz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 eu me encontrar?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Nada fiz, e vão-se os dias,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 Lhe posso apresentrar?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Jesus, eu me encontrar?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poderia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Senhor apresentar?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Não mais temerei a morte;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Vencerei por salvo estar;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Qual será a minha sorte,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Se no céu vazio entrar?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Jesus, eu me encontrar?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poderia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Senhor apresentar?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No celeste lar entrando,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Como irei ao Salvador?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irei levando,</a:t>
            </a:r>
            <a:br>
              <a:rPr sz="4000"/>
            </a:b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Para meu fiel Senhor?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Jesus, eu me encontrar?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poderia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Senhor apresentar?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Do pecado, preso em elos,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Passei anos em vão labor;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Quem me dera reavê-los,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P’ra servir ao meu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Jesus, eu me encontrar?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poderia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Senhor apresentar?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Despertemos, já é dia;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Trabalhemos, com fervor;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E levemos, com alegria,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Muitas almas ao Senhor.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57"/>
            </a:gs>
          </a:gsLst>
          <a:lin ang="135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04560" y="1904760"/>
            <a:ext cx="8839080" cy="281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Posso tendo as mãos vazias,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Com Jesus, eu me encontrar?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Quantas almas poderia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Ao Senhor apresentar?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2005-01-13T20:11:52Z</dcterms:created>
  <dc:creator>Heliezer de Bem</dc:creator>
  <dc:description/>
  <dc:language>pt-BR</dc:language>
  <cp:lastModifiedBy>Junior</cp:lastModifiedBy>
  <dcterms:modified xsi:type="dcterms:W3CDTF">2005-06-27T22:41:52Z</dcterms:modified>
  <cp:revision>12</cp:revision>
  <dc:subject/>
  <dc:title>Um pendão vos entregou o Rei A vós, soldados seus; Corajosos, pois, em tudo o defendei, Marchando para os céus.</dc:title>
</cp:coreProperties>
</file>