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17F2C5-1489-46EC-BB3D-09A28DE12B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3A4966-92FB-43AD-9A89-4000BB159A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3011C6-0CEB-4837-AA62-B7440AA2B0D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478 – Eis-me, 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Eis-me, Jesus, Te louvando,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Tu padeceste assim;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sangue Teu derramando,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dura cruz por mim.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aleluia! ó Cordeiro,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deu-me paz!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Dou-Te louvor verdadeiro,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graça tão veraz!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amor me encheste,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Maravilhoso Jesus;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Espírito me deste,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Trazendo gozo à flux!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aleluia! ó Cordeiro,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deu-me paz!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Dou-Te louvor verdadeiro,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graça tão veraz!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Teus discípulos, fizeste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línguas estranhas falar;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mesmo a mim concedeste,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dás a quem buscar.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aleluia! ó Cordeiro,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deu-me paz!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Dou-Te louvor verdadeiro,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graça tão veraz!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Teu Espírito desça,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fim de Teu povo selar,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Realizando a promessa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Naquele que confiar.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aleluia! ó Cordeiro,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deu-me paz!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Dou-Te louvor verdadeiro,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graça tão veraz!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dons do Santo Espírito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nove, que Cristo nos dá;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que pede contrito,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não os negará.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aleluia! ó Cordeiro,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deu-me paz!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Dou-Te louvor verdadeiro,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graça tão veraz!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Teu amor, céu e gozo,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qual sempre me alegrarei;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meu Senhor tão bondoso,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 glórias Lhe darei!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aleluia! ó Cordeiro,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deu-me paz!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Dou-Te louvor verdadeiro,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graça tão veraz!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2005-12-25T19:00:59Z</dcterms:created>
  <dc:creator>Junior</dc:creator>
  <dc:description/>
  <dc:language>pt-BR</dc:language>
  <cp:lastModifiedBy>Junior</cp:lastModifiedBy>
  <dcterms:modified xsi:type="dcterms:W3CDTF">2005-12-25T19:01:01Z</dcterms:modified>
  <cp:revision>1</cp:revision>
  <dc:subject/>
  <dc:title>478 – Eis-me, Jesus </dc:title>
</cp:coreProperties>
</file>