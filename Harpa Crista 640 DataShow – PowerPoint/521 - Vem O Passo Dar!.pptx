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41F8CF-AF54-427D-BAA3-3000F70C341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5B79BA4-113C-4DB5-B1E0-41FFE1845C5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0F376E3-496C-4E99-BFDA-4E0DA705B934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521 – Vem O Passo Dar!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teu pecado vem já pra Jesus.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Ele te quer perdoar.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Deixa as trevas, vem já para a luz; Vem tua vida salvar.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Vem! Vem! Vem o passo dar!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teu coração entregar;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Já dizer: “Jesus me salvou,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meu pecado limpo estou”.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Contra o pecado outra fonte não há,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Só Jesus pode limpar;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Dos teus temores e culpas, vem já NEle te refugiar.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Vem! Vem! Vem o passo dar!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teu coração entregar;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Já dizer: “Jesus me salvou,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meu pecado limpo estou”.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Que oferta por ti fez Jesus,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te purificar!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Deu o Seu sangue no alto da cruz;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tua alma lavar!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Vem! Vem! Vem o passo dar!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teu coração entregar;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Já dizer: “Jesus me salvou,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meu pecado limpo estou”.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dar o passo, sem hesitação, Jesus te quer perdoar;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Agora mesmo toma a salvação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tua vida salvar.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Vem! Vem! Vem o passo dar!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teu coração entregar;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Já dizer: “Jesus me salvou,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meu pecado limpo estou”.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2005-12-26T19:48:52Z</dcterms:created>
  <dc:creator>Junior</dc:creator>
  <dc:description/>
  <dc:language>pt-BR</dc:language>
  <cp:lastModifiedBy>Junior</cp:lastModifiedBy>
  <dcterms:modified xsi:type="dcterms:W3CDTF">2005-12-26T19:48:53Z</dcterms:modified>
  <cp:revision>1</cp:revision>
  <dc:subject/>
  <dc:title>521 – Vem O Passo Dar! </dc:title>
</cp:coreProperties>
</file>