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01F02C-950C-45E0-BE3A-2381410B7E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2E0CB-43BA-4C8E-8B32-D0A3DE6C0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568190-FAC2-4D53-B853-BE864A03FC5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DO CÉU RAIOU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Noutro tempo, sei como eu andei,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 sob o véu,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do céu raiou e em mim entrou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do glorioso céu.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coração a luz raiou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a glória, pois Jesus me amou;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agora vivo sempre alegre,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luz do céu raiou!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me dá, que só vem de lá,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me salvou;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eu vivo aqui, a louvar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minh'alma libertou.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coração a luz raiou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a glória, pois Jesus me amou;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agora vivo sempre alegre,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luz do céu raiou!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descanso entrou e o lutar findou,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meu Salvador;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amor sem fim revelado a mim,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Enche-me de paz e amor.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coração a luz raiou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a glória, pois Jesus me amou;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agora vivo sempre alegre,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luz do céu raiou!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morar, então, na feliz Sião,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Salvador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sempre ali, gozarei prazer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gloriosa luz. H.E.N.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coração a luz raiou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a glória, pois Jesus me amou;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agora vivo sempre alegre,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luz do céu raiou!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2005-10-20T00:24:28Z</dcterms:created>
  <dc:creator>Montagna</dc:creator>
  <dc:description/>
  <dc:language>pt-BR</dc:language>
  <cp:lastModifiedBy>Montagna</cp:lastModifiedBy>
  <dcterms:modified xsi:type="dcterms:W3CDTF">2005-10-20T00:38:05Z</dcterms:modified>
  <cp:revision>3</cp:revision>
  <dc:subject/>
  <dc:title>325 - A LUZ DO CÉU RAIOU</dc:title>
</cp:coreProperties>
</file>