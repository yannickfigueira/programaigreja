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2560" cy="6856560"/>
            <a:chOff x="0" y="0"/>
            <a:chExt cx="9142560" cy="685656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9140760" cy="1655640"/>
            </a:xfrm>
            <a:custGeom>
              <a:avLst/>
              <a:gdLst/>
              <a:ahLst/>
              <a:rect l="l" t="t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666699"/>
                </a:gs>
                <a:gs pos="100000">
                  <a:srgbClr val="46466a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" name=""/>
            <p:cNvGrpSpPr/>
            <p:nvPr/>
          </p:nvGrpSpPr>
          <p:grpSpPr>
            <a:xfrm>
              <a:off x="0" y="0"/>
              <a:ext cx="9142560" cy="6856560"/>
              <a:chOff x="0" y="0"/>
              <a:chExt cx="9142560" cy="6856560"/>
            </a:xfrm>
          </p:grpSpPr>
          <p:sp>
            <p:nvSpPr>
              <p:cNvPr id="3" name=""/>
              <p:cNvSpPr/>
              <p:nvPr/>
            </p:nvSpPr>
            <p:spPr>
              <a:xfrm>
                <a:off x="1440" y="1650960"/>
                <a:ext cx="914112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0" y="6330960"/>
                <a:ext cx="9140760" cy="66600"/>
              </a:xfrm>
              <a:custGeom>
                <a:avLst/>
                <a:gdLst/>
                <a:ahLst/>
                <a:rect l="l" t="t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0" y="581832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0" y="5340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0" y="4929120"/>
                <a:ext cx="9140760" cy="493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20" bIns="25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0" y="453852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0" y="4197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0" y="386244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0" y="358632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0" y="33177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0" y="306072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261144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0" y="28224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241308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0" y="221292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0" y="203184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0" y="186840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0" y="3816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0" y="2952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0" y="75420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0" y="5349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0" y="9525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0" y="115416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0" y="133524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0" y="149688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8" name=""/>
              <p:cNvGrpSpPr/>
              <p:nvPr/>
            </p:nvGrpSpPr>
            <p:grpSpPr>
              <a:xfrm>
                <a:off x="0" y="0"/>
                <a:ext cx="9140760" cy="1658880"/>
                <a:chOff x="0" y="0"/>
                <a:chExt cx="9140760" cy="1658880"/>
              </a:xfrm>
            </p:grpSpPr>
            <p:sp>
              <p:nvSpPr>
                <p:cNvPr id="29" name=""/>
                <p:cNvSpPr/>
                <p:nvPr/>
              </p:nvSpPr>
              <p:spPr>
                <a:xfrm>
                  <a:off x="4522680" y="0"/>
                  <a:ext cx="66960" cy="1658880"/>
                </a:xfrm>
                <a:custGeom>
                  <a:avLst/>
                  <a:gdLst/>
                  <a:ahLst/>
                  <a:rect l="l" t="t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" name=""/>
                <p:cNvSpPr/>
                <p:nvPr/>
              </p:nvSpPr>
              <p:spPr>
                <a:xfrm>
                  <a:off x="380988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" name=""/>
                <p:cNvSpPr/>
                <p:nvPr/>
              </p:nvSpPr>
              <p:spPr>
                <a:xfrm>
                  <a:off x="312264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" name=""/>
                <p:cNvSpPr/>
                <p:nvPr/>
              </p:nvSpPr>
              <p:spPr>
                <a:xfrm>
                  <a:off x="2467080" y="0"/>
                  <a:ext cx="560160" cy="1658880"/>
                </a:xfrm>
                <a:custGeom>
                  <a:avLst/>
                  <a:gdLst/>
                  <a:ahLst/>
                  <a:rect l="l" t="t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" name=""/>
                <p:cNvSpPr/>
                <p:nvPr/>
              </p:nvSpPr>
              <p:spPr>
                <a:xfrm>
                  <a:off x="1800360" y="0"/>
                  <a:ext cx="714240" cy="1658880"/>
                </a:xfrm>
                <a:custGeom>
                  <a:avLst/>
                  <a:gdLst/>
                  <a:ahLst/>
                  <a:rect l="l" t="t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" name=""/>
                <p:cNvSpPr/>
                <p:nvPr/>
              </p:nvSpPr>
              <p:spPr>
                <a:xfrm>
                  <a:off x="1133640" y="0"/>
                  <a:ext cx="857160" cy="1658880"/>
                </a:xfrm>
                <a:custGeom>
                  <a:avLst/>
                  <a:gdLst/>
                  <a:ahLst/>
                  <a:rect l="l" t="t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" name=""/>
                <p:cNvSpPr/>
                <p:nvPr/>
              </p:nvSpPr>
              <p:spPr>
                <a:xfrm>
                  <a:off x="48564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" name=""/>
                <p:cNvSpPr/>
                <p:nvPr/>
              </p:nvSpPr>
              <p:spPr>
                <a:xfrm>
                  <a:off x="0" y="171360"/>
                  <a:ext cx="1000080" cy="1487520"/>
                </a:xfrm>
                <a:custGeom>
                  <a:avLst/>
                  <a:gdLst/>
                  <a:ahLst/>
                  <a:rect l="l" t="t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" name=""/>
                <p:cNvSpPr/>
                <p:nvPr/>
              </p:nvSpPr>
              <p:spPr>
                <a:xfrm>
                  <a:off x="506556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" name=""/>
                <p:cNvSpPr/>
                <p:nvPr/>
              </p:nvSpPr>
              <p:spPr>
                <a:xfrm>
                  <a:off x="560880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9" name=""/>
                <p:cNvSpPr/>
                <p:nvPr/>
              </p:nvSpPr>
              <p:spPr>
                <a:xfrm>
                  <a:off x="6066000" y="0"/>
                  <a:ext cx="569880" cy="1658880"/>
                </a:xfrm>
                <a:custGeom>
                  <a:avLst/>
                  <a:gdLst/>
                  <a:ahLst/>
                  <a:rect l="l" t="t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0" name=""/>
                <p:cNvSpPr/>
                <p:nvPr/>
              </p:nvSpPr>
              <p:spPr>
                <a:xfrm>
                  <a:off x="6570720" y="0"/>
                  <a:ext cx="712800" cy="1658880"/>
                </a:xfrm>
                <a:custGeom>
                  <a:avLst/>
                  <a:gdLst/>
                  <a:ahLst/>
                  <a:rect l="l" t="t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1" name=""/>
                <p:cNvSpPr/>
                <p:nvPr/>
              </p:nvSpPr>
              <p:spPr>
                <a:xfrm>
                  <a:off x="7112160" y="0"/>
                  <a:ext cx="858600" cy="1658880"/>
                </a:xfrm>
                <a:custGeom>
                  <a:avLst/>
                  <a:gdLst/>
                  <a:ahLst/>
                  <a:rect l="l" t="t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2" name=""/>
                <p:cNvSpPr/>
                <p:nvPr/>
              </p:nvSpPr>
              <p:spPr>
                <a:xfrm>
                  <a:off x="756936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" name=""/>
                <p:cNvSpPr/>
                <p:nvPr/>
              </p:nvSpPr>
              <p:spPr>
                <a:xfrm>
                  <a:off x="8074080" y="76320"/>
                  <a:ext cx="1066680" cy="1582560"/>
                </a:xfrm>
                <a:custGeom>
                  <a:avLst/>
                  <a:gdLst/>
                  <a:ahLst/>
                  <a:rect l="l" t="t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" name=""/>
              <p:cNvGrpSpPr/>
              <p:nvPr/>
            </p:nvGrpSpPr>
            <p:grpSpPr>
              <a:xfrm>
                <a:off x="0" y="885960"/>
                <a:ext cx="9140760" cy="772920"/>
                <a:chOff x="0" y="885960"/>
                <a:chExt cx="9140760" cy="772920"/>
              </a:xfrm>
            </p:grpSpPr>
            <p:sp>
              <p:nvSpPr>
                <p:cNvPr id="45" name=""/>
                <p:cNvSpPr/>
                <p:nvPr/>
              </p:nvSpPr>
              <p:spPr>
                <a:xfrm>
                  <a:off x="0" y="981000"/>
                  <a:ext cx="485640" cy="677880"/>
                </a:xfrm>
                <a:custGeom>
                  <a:avLst/>
                  <a:gdLst/>
                  <a:ahLst/>
                  <a:rect l="l" t="t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" name=""/>
                <p:cNvSpPr/>
                <p:nvPr/>
              </p:nvSpPr>
              <p:spPr>
                <a:xfrm>
                  <a:off x="8588520" y="885960"/>
                  <a:ext cx="552240" cy="772920"/>
                </a:xfrm>
                <a:custGeom>
                  <a:avLst/>
                  <a:gdLst/>
                  <a:ahLst/>
                  <a:rect l="l" t="t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" name=""/>
              <p:cNvGrpSpPr/>
              <p:nvPr/>
            </p:nvGrpSpPr>
            <p:grpSpPr>
              <a:xfrm>
                <a:off x="419040" y="1649520"/>
                <a:ext cx="8255160" cy="5207040"/>
                <a:chOff x="419040" y="1649520"/>
                <a:chExt cx="8255160" cy="5207040"/>
              </a:xfrm>
            </p:grpSpPr>
            <p:sp>
              <p:nvSpPr>
                <p:cNvPr id="48" name=""/>
                <p:cNvSpPr/>
                <p:nvPr/>
              </p:nvSpPr>
              <p:spPr>
                <a:xfrm>
                  <a:off x="4522680" y="1649520"/>
                  <a:ext cx="66960" cy="5207040"/>
                </a:xfrm>
                <a:custGeom>
                  <a:avLst/>
                  <a:gdLst/>
                  <a:ahLst/>
                  <a:rect l="l" t="t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" name=""/>
                <p:cNvSpPr/>
                <p:nvPr/>
              </p:nvSpPr>
              <p:spPr>
                <a:xfrm>
                  <a:off x="3419640" y="1649520"/>
                  <a:ext cx="636480" cy="5207040"/>
                </a:xfrm>
                <a:custGeom>
                  <a:avLst/>
                  <a:gdLst/>
                  <a:ahLst/>
                  <a:rect l="l" t="t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" name=""/>
                <p:cNvSpPr/>
                <p:nvPr/>
              </p:nvSpPr>
              <p:spPr>
                <a:xfrm>
                  <a:off x="242892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" name=""/>
                <p:cNvSpPr/>
                <p:nvPr/>
              </p:nvSpPr>
              <p:spPr>
                <a:xfrm>
                  <a:off x="1390680" y="1649520"/>
                  <a:ext cx="1636560" cy="5207040"/>
                </a:xfrm>
                <a:custGeom>
                  <a:avLst/>
                  <a:gdLst/>
                  <a:ahLst/>
                  <a:rect l="l" t="t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" name=""/>
                <p:cNvSpPr/>
                <p:nvPr/>
              </p:nvSpPr>
              <p:spPr>
                <a:xfrm>
                  <a:off x="419040" y="1649520"/>
                  <a:ext cx="2094120" cy="5207040"/>
                </a:xfrm>
                <a:custGeom>
                  <a:avLst/>
                  <a:gdLst/>
                  <a:ahLst/>
                  <a:rect l="l" t="t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" name=""/>
                <p:cNvSpPr/>
                <p:nvPr/>
              </p:nvSpPr>
              <p:spPr>
                <a:xfrm>
                  <a:off x="5065560" y="1649520"/>
                  <a:ext cx="638280" cy="5207040"/>
                </a:xfrm>
                <a:custGeom>
                  <a:avLst/>
                  <a:gdLst/>
                  <a:ahLst/>
                  <a:rect l="l" t="t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" name=""/>
                <p:cNvSpPr/>
                <p:nvPr/>
              </p:nvSpPr>
              <p:spPr>
                <a:xfrm>
                  <a:off x="560880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6067440" y="1649520"/>
                  <a:ext cx="1644480" cy="5207040"/>
                </a:xfrm>
                <a:custGeom>
                  <a:avLst/>
                  <a:gdLst/>
                  <a:ahLst/>
                  <a:rect l="l" t="t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" name=""/>
                <p:cNvSpPr/>
                <p:nvPr/>
              </p:nvSpPr>
              <p:spPr>
                <a:xfrm>
                  <a:off x="6567480" y="1649520"/>
                  <a:ext cx="2106720" cy="5207040"/>
                </a:xfrm>
                <a:custGeom>
                  <a:avLst/>
                  <a:gdLst/>
                  <a:ahLst/>
                  <a:rect l="l" t="t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57" name=""/>
              <p:cNvSpPr/>
              <p:nvPr/>
            </p:nvSpPr>
            <p:spPr>
              <a:xfrm>
                <a:off x="0" y="1649520"/>
                <a:ext cx="1990800" cy="4178160"/>
              </a:xfrm>
              <a:custGeom>
                <a:avLst/>
                <a:gdLst/>
                <a:ahLst/>
                <a:rect l="l" t="t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0" y="1649520"/>
                <a:ext cx="1504800" cy="2660400"/>
              </a:xfrm>
              <a:custGeom>
                <a:avLst/>
                <a:gdLst/>
                <a:ahLst/>
                <a:rect l="l" t="t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0" y="1649520"/>
                <a:ext cx="998640" cy="1487520"/>
              </a:xfrm>
              <a:custGeom>
                <a:avLst/>
                <a:gdLst/>
                <a:ahLst/>
                <a:rect l="l" t="t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0" y="1649520"/>
                <a:ext cx="484200" cy="677880"/>
              </a:xfrm>
              <a:custGeom>
                <a:avLst/>
                <a:gdLst/>
                <a:ahLst/>
                <a:rect l="l" t="t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7113600" y="1649520"/>
                <a:ext cx="2027160" cy="4263840"/>
              </a:xfrm>
              <a:custGeom>
                <a:avLst/>
                <a:gdLst/>
                <a:ahLst/>
                <a:rect l="l" t="t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7572240" y="1649520"/>
                <a:ext cx="1568520" cy="2746440"/>
              </a:xfrm>
              <a:custGeom>
                <a:avLst/>
                <a:gdLst/>
                <a:ahLst/>
                <a:rect l="l" t="t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8077320" y="1649520"/>
                <a:ext cx="1063440" cy="1582560"/>
              </a:xfrm>
              <a:custGeom>
                <a:avLst/>
                <a:gdLst/>
                <a:ahLst/>
                <a:rect l="l" t="t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8591400" y="1649520"/>
                <a:ext cx="549360" cy="772920"/>
              </a:xfrm>
              <a:custGeom>
                <a:avLst/>
                <a:gdLst/>
                <a:ahLst/>
                <a:rect l="l" t="t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5400" y="272520"/>
            <a:ext cx="822636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1"/>
          </p:nvPr>
        </p:nvSpPr>
        <p:spPr>
          <a:xfrm>
            <a:off x="455400" y="6241680"/>
            <a:ext cx="213012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2"/>
          </p:nvPr>
        </p:nvSpPr>
        <p:spPr>
          <a:xfrm>
            <a:off x="3124080" y="6241680"/>
            <a:ext cx="289584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3"/>
          </p:nvPr>
        </p:nvSpPr>
        <p:spPr>
          <a:xfrm>
            <a:off x="6553080" y="6241680"/>
            <a:ext cx="213048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0C8DCA-59D5-4F62-9D5E-05801AD33690}" type="slidenum"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55400" y="1598760"/>
            <a:ext cx="8226360" cy="449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"/>
          <p:cNvGrpSpPr/>
          <p:nvPr/>
        </p:nvGrpSpPr>
        <p:grpSpPr>
          <a:xfrm>
            <a:off x="0" y="0"/>
            <a:ext cx="9142560" cy="6856560"/>
            <a:chOff x="0" y="0"/>
            <a:chExt cx="9142560" cy="6856560"/>
          </a:xfrm>
        </p:grpSpPr>
        <p:sp>
          <p:nvSpPr>
            <p:cNvPr id="71" name=""/>
            <p:cNvSpPr/>
            <p:nvPr/>
          </p:nvSpPr>
          <p:spPr>
            <a:xfrm>
              <a:off x="0" y="0"/>
              <a:ext cx="9140760" cy="1655640"/>
            </a:xfrm>
            <a:custGeom>
              <a:avLst/>
              <a:gdLst/>
              <a:ahLst/>
              <a:rect l="l" t="t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rgbClr val="666699"/>
                </a:gs>
                <a:gs pos="100000">
                  <a:srgbClr val="46466a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" name=""/>
            <p:cNvGrpSpPr/>
            <p:nvPr/>
          </p:nvGrpSpPr>
          <p:grpSpPr>
            <a:xfrm>
              <a:off x="0" y="0"/>
              <a:ext cx="9142560" cy="6856560"/>
              <a:chOff x="0" y="0"/>
              <a:chExt cx="9142560" cy="6856560"/>
            </a:xfrm>
          </p:grpSpPr>
          <p:sp>
            <p:nvSpPr>
              <p:cNvPr id="73" name=""/>
              <p:cNvSpPr/>
              <p:nvPr/>
            </p:nvSpPr>
            <p:spPr>
              <a:xfrm>
                <a:off x="1440" y="1650960"/>
                <a:ext cx="914112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6330960"/>
                <a:ext cx="9140760" cy="66600"/>
              </a:xfrm>
              <a:custGeom>
                <a:avLst/>
                <a:gdLst/>
                <a:ahLst/>
                <a:rect l="l" t="t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581832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5340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0" y="4929120"/>
                <a:ext cx="9140760" cy="493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520" bIns="25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0" y="453852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0" y="4197240"/>
                <a:ext cx="9140760" cy="4788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80" bIns="108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0" y="3862440"/>
                <a:ext cx="9140760" cy="57240"/>
              </a:xfrm>
              <a:custGeom>
                <a:avLst/>
                <a:gdLst/>
                <a:ahLst/>
                <a:rect l="l" t="t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0440" bIns="104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0" y="358632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a5a81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0" y="33177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0" y="306072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0" y="261144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>
                <a:off x="0" y="28224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0" y="2413080"/>
                <a:ext cx="9140760" cy="19080"/>
              </a:xfrm>
              <a:custGeom>
                <a:avLst/>
                <a:gdLst/>
                <a:ahLst/>
                <a:rect l="l" t="t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0" y="221292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0" y="203184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>
                <a:off x="0" y="186840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0" y="38160"/>
                <a:ext cx="9140760" cy="47520"/>
              </a:xfrm>
              <a:custGeom>
                <a:avLst/>
                <a:gdLst/>
                <a:ahLst/>
                <a:rect l="l" t="t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720" bIns="72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0" y="29520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4648f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0" y="754200"/>
                <a:ext cx="9140760" cy="3780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d5d85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000" bIns="-9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0" y="5349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0608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0" y="952560"/>
                <a:ext cx="9140760" cy="38160"/>
              </a:xfrm>
              <a:custGeom>
                <a:avLst/>
                <a:gdLst/>
                <a:ahLst/>
                <a:rect l="l" t="t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45478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0" y="115416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0" y="1335240"/>
                <a:ext cx="9140760" cy="2844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0" y="1496880"/>
                <a:ext cx="9140760" cy="28800"/>
              </a:xfrm>
              <a:custGeom>
                <a:avLst/>
                <a:gdLst/>
                <a:ahLst/>
                <a:rect l="l" t="t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77c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8" name=""/>
              <p:cNvGrpSpPr/>
              <p:nvPr/>
            </p:nvGrpSpPr>
            <p:grpSpPr>
              <a:xfrm>
                <a:off x="0" y="0"/>
                <a:ext cx="9140760" cy="1658880"/>
                <a:chOff x="0" y="0"/>
                <a:chExt cx="9140760" cy="1658880"/>
              </a:xfrm>
            </p:grpSpPr>
            <p:sp>
              <p:nvSpPr>
                <p:cNvPr id="99" name=""/>
                <p:cNvSpPr/>
                <p:nvPr/>
              </p:nvSpPr>
              <p:spPr>
                <a:xfrm>
                  <a:off x="4522680" y="0"/>
                  <a:ext cx="66960" cy="1658880"/>
                </a:xfrm>
                <a:custGeom>
                  <a:avLst/>
                  <a:gdLst/>
                  <a:ahLst/>
                  <a:rect l="l" t="t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" name=""/>
                <p:cNvSpPr/>
                <p:nvPr/>
              </p:nvSpPr>
              <p:spPr>
                <a:xfrm>
                  <a:off x="380988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" name=""/>
                <p:cNvSpPr/>
                <p:nvPr/>
              </p:nvSpPr>
              <p:spPr>
                <a:xfrm>
                  <a:off x="312264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" name=""/>
                <p:cNvSpPr/>
                <p:nvPr/>
              </p:nvSpPr>
              <p:spPr>
                <a:xfrm>
                  <a:off x="2467080" y="0"/>
                  <a:ext cx="560160" cy="1658880"/>
                </a:xfrm>
                <a:custGeom>
                  <a:avLst/>
                  <a:gdLst/>
                  <a:ahLst/>
                  <a:rect l="l" t="t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" name=""/>
                <p:cNvSpPr/>
                <p:nvPr/>
              </p:nvSpPr>
              <p:spPr>
                <a:xfrm>
                  <a:off x="1800360" y="0"/>
                  <a:ext cx="714240" cy="1658880"/>
                </a:xfrm>
                <a:custGeom>
                  <a:avLst/>
                  <a:gdLst/>
                  <a:ahLst/>
                  <a:rect l="l" t="t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" name=""/>
                <p:cNvSpPr/>
                <p:nvPr/>
              </p:nvSpPr>
              <p:spPr>
                <a:xfrm>
                  <a:off x="1133640" y="0"/>
                  <a:ext cx="857160" cy="1658880"/>
                </a:xfrm>
                <a:custGeom>
                  <a:avLst/>
                  <a:gdLst/>
                  <a:ahLst/>
                  <a:rect l="l" t="t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" name=""/>
                <p:cNvSpPr/>
                <p:nvPr/>
              </p:nvSpPr>
              <p:spPr>
                <a:xfrm>
                  <a:off x="48564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" name=""/>
                <p:cNvSpPr/>
                <p:nvPr/>
              </p:nvSpPr>
              <p:spPr>
                <a:xfrm>
                  <a:off x="0" y="171360"/>
                  <a:ext cx="1000080" cy="1487520"/>
                </a:xfrm>
                <a:custGeom>
                  <a:avLst/>
                  <a:gdLst/>
                  <a:ahLst/>
                  <a:rect l="l" t="t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" name=""/>
                <p:cNvSpPr/>
                <p:nvPr/>
              </p:nvSpPr>
              <p:spPr>
                <a:xfrm>
                  <a:off x="5065560" y="0"/>
                  <a:ext cx="246240" cy="1658880"/>
                </a:xfrm>
                <a:custGeom>
                  <a:avLst/>
                  <a:gdLst/>
                  <a:ahLst/>
                  <a:rect l="l" t="t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" name=""/>
                <p:cNvSpPr/>
                <p:nvPr/>
              </p:nvSpPr>
              <p:spPr>
                <a:xfrm>
                  <a:off x="5608800" y="0"/>
                  <a:ext cx="380880" cy="1658880"/>
                </a:xfrm>
                <a:custGeom>
                  <a:avLst/>
                  <a:gdLst/>
                  <a:ahLst/>
                  <a:rect l="l" t="t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" name=""/>
                <p:cNvSpPr/>
                <p:nvPr/>
              </p:nvSpPr>
              <p:spPr>
                <a:xfrm>
                  <a:off x="6066000" y="0"/>
                  <a:ext cx="569880" cy="1658880"/>
                </a:xfrm>
                <a:custGeom>
                  <a:avLst/>
                  <a:gdLst/>
                  <a:ahLst/>
                  <a:rect l="l" t="t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"/>
                <p:cNvSpPr/>
                <p:nvPr/>
              </p:nvSpPr>
              <p:spPr>
                <a:xfrm>
                  <a:off x="6570720" y="0"/>
                  <a:ext cx="712800" cy="1658880"/>
                </a:xfrm>
                <a:custGeom>
                  <a:avLst/>
                  <a:gdLst/>
                  <a:ahLst/>
                  <a:rect l="l" t="t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"/>
                <p:cNvSpPr/>
                <p:nvPr/>
              </p:nvSpPr>
              <p:spPr>
                <a:xfrm>
                  <a:off x="7112160" y="0"/>
                  <a:ext cx="858600" cy="1658880"/>
                </a:xfrm>
                <a:custGeom>
                  <a:avLst/>
                  <a:gdLst/>
                  <a:ahLst/>
                  <a:rect l="l" t="t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"/>
                <p:cNvSpPr/>
                <p:nvPr/>
              </p:nvSpPr>
              <p:spPr>
                <a:xfrm>
                  <a:off x="7569360" y="0"/>
                  <a:ext cx="1019160" cy="1658880"/>
                </a:xfrm>
                <a:custGeom>
                  <a:avLst/>
                  <a:gdLst/>
                  <a:ahLst/>
                  <a:rect l="l" t="t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"/>
                <p:cNvSpPr/>
                <p:nvPr/>
              </p:nvSpPr>
              <p:spPr>
                <a:xfrm>
                  <a:off x="8074080" y="76320"/>
                  <a:ext cx="1066680" cy="1582560"/>
                </a:xfrm>
                <a:custGeom>
                  <a:avLst/>
                  <a:gdLst/>
                  <a:ahLst/>
                  <a:rect l="l" t="t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b6b99"/>
                    </a:gs>
                    <a:gs pos="100000">
                      <a:srgbClr val="4a4a6a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4" name=""/>
              <p:cNvGrpSpPr/>
              <p:nvPr/>
            </p:nvGrpSpPr>
            <p:grpSpPr>
              <a:xfrm>
                <a:off x="0" y="885960"/>
                <a:ext cx="9140760" cy="772920"/>
                <a:chOff x="0" y="885960"/>
                <a:chExt cx="9140760" cy="772920"/>
              </a:xfrm>
            </p:grpSpPr>
            <p:sp>
              <p:nvSpPr>
                <p:cNvPr id="115" name=""/>
                <p:cNvSpPr/>
                <p:nvPr/>
              </p:nvSpPr>
              <p:spPr>
                <a:xfrm>
                  <a:off x="0" y="981000"/>
                  <a:ext cx="485640" cy="677880"/>
                </a:xfrm>
                <a:custGeom>
                  <a:avLst/>
                  <a:gdLst/>
                  <a:ahLst/>
                  <a:rect l="l" t="t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"/>
                <p:cNvSpPr/>
                <p:nvPr/>
              </p:nvSpPr>
              <p:spPr>
                <a:xfrm>
                  <a:off x="8588520" y="885960"/>
                  <a:ext cx="552240" cy="772920"/>
                </a:xfrm>
                <a:custGeom>
                  <a:avLst/>
                  <a:gdLst/>
                  <a:ahLst/>
                  <a:rect l="l" t="t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rgbClr val="54547a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17" name=""/>
              <p:cNvGrpSpPr/>
              <p:nvPr/>
            </p:nvGrpSpPr>
            <p:grpSpPr>
              <a:xfrm>
                <a:off x="419040" y="1649520"/>
                <a:ext cx="8255160" cy="5207040"/>
                <a:chOff x="419040" y="1649520"/>
                <a:chExt cx="8255160" cy="5207040"/>
              </a:xfrm>
            </p:grpSpPr>
            <p:sp>
              <p:nvSpPr>
                <p:cNvPr id="118" name=""/>
                <p:cNvSpPr/>
                <p:nvPr/>
              </p:nvSpPr>
              <p:spPr>
                <a:xfrm>
                  <a:off x="4522680" y="1649520"/>
                  <a:ext cx="66960" cy="5207040"/>
                </a:xfrm>
                <a:custGeom>
                  <a:avLst/>
                  <a:gdLst/>
                  <a:ahLst/>
                  <a:rect l="l" t="t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" name=""/>
                <p:cNvSpPr/>
                <p:nvPr/>
              </p:nvSpPr>
              <p:spPr>
                <a:xfrm>
                  <a:off x="3419640" y="1649520"/>
                  <a:ext cx="636480" cy="5207040"/>
                </a:xfrm>
                <a:custGeom>
                  <a:avLst/>
                  <a:gdLst/>
                  <a:ahLst/>
                  <a:rect l="l" t="t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" name=""/>
                <p:cNvSpPr/>
                <p:nvPr/>
              </p:nvSpPr>
              <p:spPr>
                <a:xfrm>
                  <a:off x="242892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" name=""/>
                <p:cNvSpPr/>
                <p:nvPr/>
              </p:nvSpPr>
              <p:spPr>
                <a:xfrm>
                  <a:off x="1390680" y="1649520"/>
                  <a:ext cx="1636560" cy="5207040"/>
                </a:xfrm>
                <a:custGeom>
                  <a:avLst/>
                  <a:gdLst/>
                  <a:ahLst/>
                  <a:rect l="l" t="t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" name=""/>
                <p:cNvSpPr/>
                <p:nvPr/>
              </p:nvSpPr>
              <p:spPr>
                <a:xfrm>
                  <a:off x="419040" y="1649520"/>
                  <a:ext cx="2094120" cy="5207040"/>
                </a:xfrm>
                <a:custGeom>
                  <a:avLst/>
                  <a:gdLst/>
                  <a:ahLst/>
                  <a:rect l="l" t="t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" name=""/>
                <p:cNvSpPr/>
                <p:nvPr/>
              </p:nvSpPr>
              <p:spPr>
                <a:xfrm>
                  <a:off x="5065560" y="1649520"/>
                  <a:ext cx="638280" cy="5207040"/>
                </a:xfrm>
                <a:custGeom>
                  <a:avLst/>
                  <a:gdLst/>
                  <a:ahLst/>
                  <a:rect l="l" t="t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" name=""/>
                <p:cNvSpPr/>
                <p:nvPr/>
              </p:nvSpPr>
              <p:spPr>
                <a:xfrm>
                  <a:off x="5608800" y="1649520"/>
                  <a:ext cx="1074600" cy="5207040"/>
                </a:xfrm>
                <a:custGeom>
                  <a:avLst/>
                  <a:gdLst/>
                  <a:ahLst/>
                  <a:rect l="l" t="t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" name=""/>
                <p:cNvSpPr/>
                <p:nvPr/>
              </p:nvSpPr>
              <p:spPr>
                <a:xfrm>
                  <a:off x="6067440" y="1649520"/>
                  <a:ext cx="1644480" cy="5207040"/>
                </a:xfrm>
                <a:custGeom>
                  <a:avLst/>
                  <a:gdLst/>
                  <a:ahLst/>
                  <a:rect l="l" t="t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" name=""/>
                <p:cNvSpPr/>
                <p:nvPr/>
              </p:nvSpPr>
              <p:spPr>
                <a:xfrm>
                  <a:off x="6567480" y="1649520"/>
                  <a:ext cx="2106720" cy="5207040"/>
                </a:xfrm>
                <a:custGeom>
                  <a:avLst/>
                  <a:gdLst/>
                  <a:ahLst/>
                  <a:rect l="l" t="t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6a"/>
                    </a:gs>
                    <a:gs pos="100000">
                      <a:srgbClr val="6b6b99"/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pt-BR" sz="1800" strike="noStrike" u="none">
                    <a:solidFill>
                      <a:srgbClr val="eaeaea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27" name=""/>
              <p:cNvSpPr/>
              <p:nvPr/>
            </p:nvSpPr>
            <p:spPr>
              <a:xfrm>
                <a:off x="0" y="1649520"/>
                <a:ext cx="1990800" cy="4178160"/>
              </a:xfrm>
              <a:custGeom>
                <a:avLst/>
                <a:gdLst/>
                <a:ahLst/>
                <a:rect l="l" t="t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0" y="1649520"/>
                <a:ext cx="1504800" cy="2660400"/>
              </a:xfrm>
              <a:custGeom>
                <a:avLst/>
                <a:gdLst/>
                <a:ahLst/>
                <a:rect l="l" t="t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0" y="1649520"/>
                <a:ext cx="998640" cy="1487520"/>
              </a:xfrm>
              <a:custGeom>
                <a:avLst/>
                <a:gdLst/>
                <a:ahLst/>
                <a:rect l="l" t="t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0" y="1649520"/>
                <a:ext cx="484200" cy="677880"/>
              </a:xfrm>
              <a:custGeom>
                <a:avLst/>
                <a:gdLst/>
                <a:ahLst/>
                <a:rect l="l" t="t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7113600" y="1649520"/>
                <a:ext cx="2027160" cy="4263840"/>
              </a:xfrm>
              <a:custGeom>
                <a:avLst/>
                <a:gdLst/>
                <a:ahLst/>
                <a:rect l="l" t="t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a4a6a"/>
                  </a:gs>
                  <a:gs pos="100000">
                    <a:srgbClr val="6b6b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7572240" y="1649520"/>
                <a:ext cx="1568520" cy="2746440"/>
              </a:xfrm>
              <a:custGeom>
                <a:avLst/>
                <a:gdLst/>
                <a:ahLst/>
                <a:rect l="l" t="t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8077320" y="1649520"/>
                <a:ext cx="1063440" cy="1582560"/>
              </a:xfrm>
              <a:custGeom>
                <a:avLst/>
                <a:gdLst/>
                <a:ahLst/>
                <a:rect l="l" t="t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8591400" y="1649520"/>
                <a:ext cx="549360" cy="772920"/>
              </a:xfrm>
              <a:custGeom>
                <a:avLst/>
                <a:gdLst/>
                <a:ahLst/>
                <a:rect l="l" t="t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454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eaeaea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5400" y="1920960"/>
            <a:ext cx="822636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dt" idx="4"/>
          </p:nvPr>
        </p:nvSpPr>
        <p:spPr>
          <a:xfrm>
            <a:off x="455400" y="6241680"/>
            <a:ext cx="213012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5"/>
          </p:nvPr>
        </p:nvSpPr>
        <p:spPr>
          <a:xfrm>
            <a:off x="3124080" y="6241680"/>
            <a:ext cx="289584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6"/>
          </p:nvPr>
        </p:nvSpPr>
        <p:spPr>
          <a:xfrm>
            <a:off x="6553080" y="6241680"/>
            <a:ext cx="213048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D58BDB-2FA0-4BFD-B793-997CDEA0CF7F}" type="slidenum">
              <a:rPr b="0" lang="pt-BR" sz="1000" strike="noStrike" u="none">
                <a:solidFill>
                  <a:srgbClr val="eaeaea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eaeaea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ccecff"/>
              </a:buClr>
              <a:buSzPct val="115000"/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eaeaea"/>
              </a:buClr>
              <a:buSzPct val="11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5400" y="1920960"/>
            <a:ext cx="822636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246 </a:t>
            </a:r>
            <a:br>
              <a:rPr sz="5400"/>
            </a:br>
            <a:r>
              <a:rPr b="1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DESCANSO EM JESUS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Tens descanso encontrado em Jesus Cristo? 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Permaneces pela graça que Ele deu? 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Tens tu paz com teu Salvador bendito?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Plenitude do Espírito de Deus?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250920" y="274680"/>
            <a:ext cx="842472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Tens descanso encontrado em Jesus Cristo?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Permaneces pela graça que Ele deu? 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Plena paz, consolação, acharás na oração: 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Deus aí vitória aos santos concedeu.</a:t>
            </a:r>
            <a:endParaRPr b="0" lang="pt-BR" sz="2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Estarás bem seguro e corajoso, 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a tentação chegar-se para ti? 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Tens a graça p'ra ser vitorioso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Nas terríveis provações da vida aqui.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250920" y="274680"/>
            <a:ext cx="842472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Tens descanso encontrado em Jesus Cristo?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Permaneces pela graça que Ele deu? 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Plena paz, consolação, acharás na oração: 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Deus aí vitória aos santos concedeu.</a:t>
            </a:r>
            <a:endParaRPr b="0" lang="pt-BR" sz="2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50920" y="274680"/>
            <a:ext cx="86421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Só em Cristo encontrarás descanso,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ninguém aqui, jamais irá tirar;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Jesus tu hás de aprender ser manso,</a:t>
            </a:r>
            <a:br>
              <a:rPr sz="3200"/>
            </a:br>
            <a:r>
              <a:rPr b="0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Sua glória em ti o mundo há de mirar.</a:t>
            </a: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0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	</a:t>
            </a:r>
            <a:r>
              <a:rPr b="0" lang="pt-BR" sz="1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F.V.</a:t>
            </a:r>
            <a:r>
              <a:rPr b="0" lang="en-US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04060"/>
            </a:gs>
            <a:gs pos="100000">
              <a:srgbClr val="6666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50920" y="274680"/>
            <a:ext cx="842472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Tens descanso encontrado em Jesus Cristo?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 Permaneces pela graça que Ele deu? 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Plena paz, consolação, acharás na oração: </a:t>
            </a:r>
            <a:br>
              <a:rPr sz="2800"/>
            </a:br>
            <a:r>
              <a:rPr b="1" i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Deus aí vitória aos santos concedeu.</a:t>
            </a:r>
            <a:endParaRPr b="0" lang="pt-BR" sz="2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2005-10-16T12:22:43Z</dcterms:created>
  <dc:creator>Montagna</dc:creator>
  <dc:description/>
  <dc:language>pt-BR</dc:language>
  <cp:lastModifiedBy>Montagna</cp:lastModifiedBy>
  <dcterms:modified xsi:type="dcterms:W3CDTF">2005-10-21T12:38:44Z</dcterms:modified>
  <cp:revision>3</cp:revision>
  <dc:subject/>
  <dc:title>246 O DESCANSO EM JESUS</dc:title>
</cp:coreProperties>
</file>