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242120" cy="1981080"/>
            <a:chOff x="0" y="0"/>
            <a:chExt cx="7242120" cy="1981080"/>
          </a:xfrm>
        </p:grpSpPr>
        <p:sp>
          <p:nvSpPr>
            <p:cNvPr id="1" name=""/>
            <p:cNvSpPr/>
            <p:nvPr/>
          </p:nvSpPr>
          <p:spPr>
            <a:xfrm>
              <a:off x="0" y="925560"/>
              <a:ext cx="7122960" cy="1055520"/>
            </a:xfrm>
            <a:custGeom>
              <a:avLst/>
              <a:gdLst/>
              <a:ahLst/>
              <a:rect l="l" t="t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a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7242120" cy="1903320"/>
            </a:xfrm>
            <a:custGeom>
              <a:avLst/>
              <a:gdLst/>
              <a:ahLst/>
              <a:rect l="l" t="t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66"/>
              </a:buClr>
              <a:buSzPct val="8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D42D73-2D16-4F4E-8174-EF44C13ACFA8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0" y="0"/>
            <a:ext cx="7242120" cy="1981080"/>
            <a:chOff x="0" y="0"/>
            <a:chExt cx="7242120" cy="1981080"/>
          </a:xfrm>
        </p:grpSpPr>
        <p:sp>
          <p:nvSpPr>
            <p:cNvPr id="1" name=""/>
            <p:cNvSpPr/>
            <p:nvPr/>
          </p:nvSpPr>
          <p:spPr>
            <a:xfrm>
              <a:off x="0" y="925560"/>
              <a:ext cx="7122960" cy="1055520"/>
            </a:xfrm>
            <a:custGeom>
              <a:avLst/>
              <a:gdLst/>
              <a:ahLst/>
              <a:rect l="l" t="t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a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7242120" cy="1903320"/>
            </a:xfrm>
            <a:custGeom>
              <a:avLst/>
              <a:gdLst/>
              <a:ahLst/>
              <a:rect l="l" t="t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66"/>
              </a:buClr>
              <a:buSzPct val="8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49192B-5BDA-44CF-8307-0B3D3C4975D5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"/>
          <p:cNvGrpSpPr/>
          <p:nvPr/>
        </p:nvGrpSpPr>
        <p:grpSpPr>
          <a:xfrm>
            <a:off x="0" y="0"/>
            <a:ext cx="8458200" cy="5943600"/>
            <a:chOff x="0" y="0"/>
            <a:chExt cx="8458200" cy="5943600"/>
          </a:xfrm>
        </p:grpSpPr>
        <p:sp>
          <p:nvSpPr>
            <p:cNvPr id="15" name=""/>
            <p:cNvSpPr/>
            <p:nvPr/>
          </p:nvSpPr>
          <p:spPr>
            <a:xfrm>
              <a:off x="0" y="2286000"/>
              <a:ext cx="8183520" cy="3657600"/>
            </a:xfrm>
            <a:custGeom>
              <a:avLst/>
              <a:gdLst/>
              <a:ahLst/>
              <a:rect l="l" t="t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0" y="0"/>
              <a:ext cx="8458200" cy="5856120"/>
            </a:xfrm>
            <a:custGeom>
              <a:avLst/>
              <a:gdLst/>
              <a:ahLst/>
              <a:rect l="l" t="t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" name="PlaceHolder 1"/>
          <p:cNvSpPr>
            <a:spLocks noGrp="1"/>
          </p:cNvSpPr>
          <p:nvPr>
            <p:ph type="dt" idx="7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9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7541DA-1B4F-4BFC-97FB-E8A46AB8467D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1341360"/>
            <a:ext cx="7989840" cy="24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82</a:t>
            </a:r>
            <a:br>
              <a:rPr sz="4800"/>
            </a:br>
            <a:r>
              <a:rPr b="1" lang="pt-BR" sz="48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UM MEIGO SALVADOR</a:t>
            </a:r>
            <a:endParaRPr b="0" lang="pt-BR" sz="48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764640"/>
            <a:ext cx="9144000" cy="43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Um Salvador meigo eu tenho, 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quem antes não conheci; 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Agora, alegre, eu venho 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Contando a todos que O vi.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68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Todos, todos verão,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Todos, todos verão;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Jesus glorioso e bondoso,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Sim, todos, todos verão.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1052640"/>
            <a:ext cx="9144000" cy="424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De todos, é o mais formoso, Imagem da glória de Deus; 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Tornou-me alegre e ditoso,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herdeiro da glória dos céus.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333360"/>
            <a:ext cx="9144000" cy="518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Todos, todos verão,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Todos, todos verão;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Jesus glorioso e bondoso,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Sim, todos, todos verão.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1268280"/>
            <a:ext cx="9144000" cy="417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 os ímpios me armarem cilada, Na senda que hei de trilhar,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Jesus me dará boa espada,</a:t>
            </a:r>
            <a:br>
              <a:rPr sz="4400"/>
            </a:b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os laços eu hei de cortar.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404280"/>
            <a:ext cx="9144000" cy="49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Todos, todos verão,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Todos, todos verão;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Jesus glorioso e bondoso,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Sim, todos, todos verão.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476280"/>
            <a:ext cx="9144000" cy="540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vida e o amor Tu me deste,</a:t>
            </a:r>
            <a:br>
              <a:rPr sz="4000"/>
            </a:br>
            <a:r>
              <a:rPr b="0" lang="en-US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Porque Tu amaste a mim,</a:t>
            </a:r>
            <a:br>
              <a:rPr sz="4000"/>
            </a:br>
            <a:r>
              <a:rPr b="0" lang="en-US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Tornou, sim, a glória celeste,</a:t>
            </a:r>
            <a:br>
              <a:rPr sz="4000"/>
            </a:br>
            <a:r>
              <a:rPr b="0" lang="en-US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	</a:t>
            </a:r>
            <a:r>
              <a:rPr b="0" lang="en-US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Minha sorte bendita, enfim.</a:t>
            </a:r>
            <a:r>
              <a:rPr b="0" lang="en-US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	</a:t>
            </a:r>
            <a:br>
              <a:rPr sz="4000"/>
            </a:b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                                                 </a:t>
            </a:r>
            <a:r>
              <a:rPr b="0" lang="en-US" sz="1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S.N</a:t>
            </a:r>
            <a:br>
              <a:rPr sz="4000"/>
            </a:br>
            <a:endParaRPr b="0" lang="pt-BR" sz="1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333360"/>
            <a:ext cx="9144000" cy="496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Todos, todos verão,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Todos, todos verão;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Jesus glorioso e bondoso,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Sim, todos, todos verão.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2005-10-15T21:52:52Z</dcterms:created>
  <dc:creator>Montagna</dc:creator>
  <dc:description/>
  <dc:language>pt-BR</dc:language>
  <cp:lastModifiedBy>Junior</cp:lastModifiedBy>
  <dcterms:modified xsi:type="dcterms:W3CDTF">2005-10-16T14:57:45Z</dcterms:modified>
  <cp:revision>2</cp:revision>
  <dc:subject/>
  <dc:title>82 </dc:title>
</cp:coreProperties>
</file>