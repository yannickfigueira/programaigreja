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C56636-CBAB-48C0-A466-068D51CAD6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B891A-702A-4341-9B15-E89CE1CF6B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85B541-CA69-4033-BC46-0901DE31B05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CHOROU SOBRE JERUSALÉM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 por Cristo é contemplada.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os seus altos que rebrilham lá,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entre as belas torres levantadas;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 as do templo onde esteve já;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com Seu olhar mui penetrante,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vê somente o lindo exterior,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sim as almas tristes, vacilantes,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rejeitaram Seu divino amor.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chorou: Seu coração rasgado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Lamenta e sente uma dor sem par,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ver Seu povo indo descuidado,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perdição eterna caminhar!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som alegre sobe da cidade,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povo está em festa a jubilar,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quando o sol, se escondeu á tarde,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ao Cedrom foi p'ra lamentar.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que segues o mau trilho,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apedrejas os fiéis de Deus;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quantas vezes quis juntar teus filhos,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 galinha ajunta os pintos seus;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para Mim, as portas tu fechaste,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dia que Eu vim te dar a paz;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teu pecado cega te tornaste,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aceitando o meu amor veraz!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se repete a mesma história,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do céu está a contemplar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Cidades que têm aparente glória,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continua sempre a chorar;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é quem pode dar a vida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multidões que na condenação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Rejeitam, sim, a graça oferecida,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eternal e grande salvação!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2005-10-21T06:47:41Z</dcterms:created>
  <dc:creator>Montagna</dc:creator>
  <dc:description/>
  <dc:language>pt-BR</dc:language>
  <cp:lastModifiedBy>Montagna</cp:lastModifiedBy>
  <dcterms:modified xsi:type="dcterms:W3CDTF">2005-10-21T06:48:50Z</dcterms:modified>
  <cp:revision>3</cp:revision>
  <dc:subject/>
  <dc:title>461 - JESUS CHOROU SOBRE JERUSALÉM</dc:title>
</cp:coreProperties>
</file>