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7CDEEE-18B9-4EA3-BA4F-A8B53743C4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747AF7-A704-4C5E-8779-4275C61F35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ED220C-3FC6-4D38-9F09-B9C51BE8900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LOUVANDO AO NOSSO CRIADOR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prazer louvando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Criador,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gozo celebrando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feitos do Senhor;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Saber que sou lavado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sangue de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que sou guiado,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divina luz!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 irei avante,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Unido ao Salvador;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Cantando triunfante,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Criador!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tenho gozo,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paz, celeste luz;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obra, eu repouso,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Cumprida lá na cruz;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graça revestido,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me faltará;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tem prometido,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tudo suprirá!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 irei avante,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Unido ao Salvador;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Cantando triunfante,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Criador!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 sigo avante,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senda que conduz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porta fulgurante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mansão de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Deus aqui eu 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 guiará,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fim me tomando,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me levará!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Alegre irei avante,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Unido ao Salvador;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Cantando triunfante,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nosso Criador!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2005-12-23T21:27:54Z</dcterms:created>
  <dc:creator>Junior</dc:creator>
  <dc:description/>
  <dc:language>pt-BR</dc:language>
  <cp:lastModifiedBy>Junior</cp:lastModifiedBy>
  <dcterms:modified xsi:type="dcterms:W3CDTF">2005-12-23T21:28:07Z</dcterms:modified>
  <cp:revision>1</cp:revision>
  <dc:subject/>
  <dc:title>270 LOUVANDO AO NOSSO CRIADOR </dc:title>
</cp:coreProperties>
</file>