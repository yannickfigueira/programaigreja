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2F221B-7DB9-4403-BF16-0FB9923F28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5E6E73-9A85-43E7-8D12-7387057BAD3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3D20836-8DCD-4B52-9F95-92AFD78D066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487 - Doxologia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Glória! Glória! Glória seja ao grande Deus onipotente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Teu nome damos glória porque és onisciente;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Aleluia a Deus Pai onipresente. 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 Glória! Glória! Glória a Jesus, o Salvador amado,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Teu nome damos glória, porque tens nos libertado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Aleluia a Jesus ressuscitado. 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 Glória! Glória! Glória seja dada ao Espírito Santo,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Teu nome damos glória, entoamos este canto;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Aleluia ao Deus trino, ao Deus Santo.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2005-12-24T19:27:11Z</dcterms:created>
  <dc:creator>Junior</dc:creator>
  <dc:description/>
  <dc:language>pt-BR</dc:language>
  <cp:lastModifiedBy>Junior</cp:lastModifiedBy>
  <dcterms:modified xsi:type="dcterms:W3CDTF">2005-12-24T19:27:13Z</dcterms:modified>
  <cp:revision>1</cp:revision>
  <dc:subject/>
  <dc:title>487 - Doxologia </dc:title>
</cp:coreProperties>
</file>