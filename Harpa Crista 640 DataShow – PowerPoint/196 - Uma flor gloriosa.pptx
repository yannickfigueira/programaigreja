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02BD31-F0C2-4A1B-A873-E00579AAE8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B46F90-B593-4C3B-99CA-75E0DBE816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45B882-C91F-4388-8ECE-401884E077D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1904760"/>
            <a:ext cx="7772400" cy="169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FLOR GLORIOSA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achei uma flor gloriosa,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deseja a mesma terá;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rosa de Saron preciosa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mil mais beleza terá;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vale de sombra e morte,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alturas de glória e luz,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rosa será a minha sorte,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p’ra mim é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confesso na vida e na morte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tudo pra mim é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de muitos foi achada a rosa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provado o excelente odor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poder desta flor gloriosa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dá vida ao vil pecador.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zeloso pela lei foi Saulo,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Perseguia o povo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transformado foi em um Paulo. Pois achou ele a rosa dos céus.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confesso na vida e na morte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tudo pra mim é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buscar a Jesus precioso,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depressa, a noite já vem,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se perdes o amor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triste pra ti o além;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flor hoje é ofertada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humildemente a buscar;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logo da terra tirada,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brilhar em outro lugar.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pra mim é Jesus!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confesso na vida e na morte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tudo pra mim é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2005-12-23T14:59:56Z</dcterms:created>
  <dc:creator>Junior</dc:creator>
  <dc:description/>
  <dc:language>pt-BR</dc:language>
  <cp:lastModifiedBy>Junior</cp:lastModifiedBy>
  <dcterms:modified xsi:type="dcterms:W3CDTF">2005-12-23T15:00:06Z</dcterms:modified>
  <cp:revision>1</cp:revision>
  <dc:subject/>
  <dc:title>196 UMA FLOR GLORIOSA </dc:title>
</cp:coreProperties>
</file>