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6840" y="62510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272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303C60C-A807-4E5C-B7B6-7E2E14462871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3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4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3"/>
          </p:nvPr>
        </p:nvSpPr>
        <p:spPr>
          <a:xfrm>
            <a:off x="3124080" y="624816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4"/>
          </p:nvPr>
        </p:nvSpPr>
        <p:spPr>
          <a:xfrm>
            <a:off x="456840" y="62510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5"/>
          </p:nvPr>
        </p:nvSpPr>
        <p:spPr>
          <a:xfrm>
            <a:off x="655272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75D197-4F92-456E-9F3C-2641699C185A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17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4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" name="PlaceHolder 3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6"/>
          </p:nvPr>
        </p:nvSpPr>
        <p:spPr>
          <a:xfrm>
            <a:off x="3124080" y="624816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1066680" y="2362320"/>
            <a:ext cx="7315200" cy="12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200" strike="noStrike" u="none">
                <a:solidFill>
                  <a:srgbClr val="e5e5ff"/>
                </a:solidFill>
                <a:effectLst/>
                <a:uFillTx/>
                <a:latin typeface="Verdana"/>
                <a:ea typeface="Arial"/>
              </a:rPr>
              <a:t>484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e5e5ff"/>
                </a:solidFill>
                <a:effectLst/>
                <a:uFillTx/>
                <a:latin typeface="Verdana"/>
                <a:ea typeface="Arial"/>
              </a:rPr>
              <a:t>MEUS PECADOS LEVOU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comb dir="horz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1066320"/>
            <a:ext cx="9144000" cy="39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Houve um que morreu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Por meus crimes na cruz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Ainda indigno e vil como sou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Sou feliz pois seu sangue 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Verteu meu Jesus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E com este, meus crimes lavou.</a:t>
            </a:r>
            <a:endParaRPr b="1" lang="pt-BR" sz="43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02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Meus pecados levou 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na cruz onde morreu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O sublime e meigo Jesus: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Os desprezos sofreu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A minh’alma salvou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E mudou minhas trevas em luz.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609480"/>
            <a:ext cx="9144000" cy="498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Ele é terno e amável, 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Não há outro igual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Pois converte o infiel coração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E por essa paciência 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E amor divinal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Estou livre da condenação.</a:t>
            </a:r>
            <a:br>
              <a:rPr sz="4300"/>
            </a:br>
            <a:endParaRPr b="1" lang="pt-BR" sz="43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762120"/>
            <a:ext cx="91440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Meus pecados levou 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na cruz onde morreu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O sublime e meigo Jesus: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Os desprezos sofreu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A minh’alma salvou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E mudou minhas trevas em luz.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-360" y="609120"/>
            <a:ext cx="8991720" cy="490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Meu anelo constante 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é em Cristo viver,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Meu caminho, 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Seu exemplo marcou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 E p’ra dar-me a vida,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Jesus quis morrer;</a:t>
            </a:r>
            <a:br>
              <a:rPr sz="4300"/>
            </a:br>
            <a:r>
              <a:rPr b="1" lang="pt-BR" sz="43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Sobre a cruz meus pecados levou</a:t>
            </a:r>
            <a:endParaRPr b="1" lang="pt-BR" sz="43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990720"/>
            <a:ext cx="9144000" cy="437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Meus pecados levou 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na cruz onde morreu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O sublime e meigo Jesus: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Os desprezos sofreu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A minh’alma salvou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Arial"/>
              </a:rPr>
              <a:t>E mudou minhas trevas em luz.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2005-03-22T23:28:30Z</dcterms:created>
  <dc:creator>owner</dc:creator>
  <dc:description/>
  <dc:language>pt-BR</dc:language>
  <cp:lastModifiedBy>User041</cp:lastModifiedBy>
  <dcterms:modified xsi:type="dcterms:W3CDTF">2006-11-04T19:23:40Z</dcterms:modified>
  <cp:revision>5</cp:revision>
  <dc:subject/>
  <dc:title>Slide 1</dc:title>
</cp:coreProperties>
</file>