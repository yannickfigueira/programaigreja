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05CBD1-0B38-4256-A9A8-03103E6521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6558C-66DD-4AD8-AD0C-9E98E6B2FB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63C84B-E8C4-414D-8FEB-A3BC3AE35F0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LUGAR DE DELÍCIAS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ao trono de Deus preparado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Há, cristão, um lugar para ti;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perfumes, há gozo exaltado.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delicias profusas ali;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ali; sim, ali,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Seus anjos fiéis rodeado,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Numa esfera de glória e de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a Deus nos espera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encantos da terra não podem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 idéia do gozo dali;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na terra os prazeres acodem,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prazeres que acabam-se aqui; Mas ali, mal ali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venturas eternas concorrem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Co'a existência perpétua da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tornar-nos felizes com Jesus.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Conservemos em nossa lembrança,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riquezas do lindo país,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guardemos conosco a esperança,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uma vida melhor, mais feliz;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dali, pois dali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voz verdadeira não cansa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oferecer-nos do reino da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 protetor de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quisermos gozar da ventura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belo país haverá,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somente pedir da alma pura,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 graça Jesus nos dará.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dali, pois dali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cheio de amor, da ternura,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Desse amor que mostrou-nos na cruz, Nos escuta, nos ouve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2005-12-23T15:55:19Z</dcterms:created>
  <dc:creator>Junior</dc:creator>
  <dc:description/>
  <dc:language>pt-BR</dc:language>
  <cp:lastModifiedBy>Junior</cp:lastModifiedBy>
  <dcterms:modified xsi:type="dcterms:W3CDTF">2005-12-23T15:55:32Z</dcterms:modified>
  <cp:revision>1</cp:revision>
  <dc:subject/>
  <dc:title>202 LUGAR DE DELÍCIAS </dc:title>
</cp:coreProperties>
</file>