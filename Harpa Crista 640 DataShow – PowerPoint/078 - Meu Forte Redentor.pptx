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AB94EF-C4CE-457B-9391-A7B15EDE72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5DB615-35EC-4FD5-AB21-71BF2AEC8A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46E864-2590-47C6-83F0-9441E5C14D5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26560" y="1341360"/>
            <a:ext cx="7774200" cy="26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78</a:t>
            </a:r>
            <a:br>
              <a:rPr sz="3600"/>
            </a:br>
            <a:r>
              <a:rPr b="1" lang="pt-BR" sz="36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MEU FORTE REDENTOR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45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Vagando eu em grande escuridão, O Salvador me encontrou,</a:t>
            </a:r>
            <a:br>
              <a:rPr sz="4400"/>
            </a:b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Perdido, mesmo, sem ter salvação; A minh'alma Seu sangue lavou.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836280"/>
            <a:ext cx="9144000" cy="41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Jesus é o meu forte Redentor;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Ele é meu grande Salvador,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Que me libertou na cruz,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Com mui amor,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Cristo é meu Rei e meu Senhor.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60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Nos meus pecados e vil turbação,</a:t>
            </a:r>
            <a:br>
              <a:rPr sz="4400"/>
            </a:b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A luz mostrou-me, o Senhor; </a:t>
            </a:r>
            <a:br>
              <a:rPr sz="4400"/>
            </a:b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 fez-me ver que ali na perdição Me alcançava Seu grande amor.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620640"/>
            <a:ext cx="9144000" cy="460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Jesus é o meu forte Redentor;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Ele é meu grande Salvador,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Que me libertou na cruz,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Com mui amor,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Cristo é meu Rei e meu Senhor.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98064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Eu gozo desta grande salvação, Meu nome já no céu está;</a:t>
            </a:r>
            <a:br>
              <a:rPr sz="4400"/>
            </a:b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 recebi a divinal unção,</a:t>
            </a:r>
            <a:br>
              <a:rPr sz="4400"/>
            </a:br>
            <a:r>
              <a:rPr b="0" lang="en-US" sz="4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Que aos fiéis ainda Deus dá.</a:t>
            </a:r>
            <a:br>
              <a:rPr sz="4400"/>
            </a:b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53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Jesus é o meu forte Redentor;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Ele é meu grande Salvador,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Que me libertou na cruz,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Com mui amor,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Cristo é meu Rei e meu Senhor.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836640"/>
            <a:ext cx="9144000" cy="43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Num dia alegre, Cristo voltará,</a:t>
            </a:r>
            <a:br>
              <a:rPr sz="4000"/>
            </a:b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 para o céu eu subirei;</a:t>
            </a:r>
            <a:br>
              <a:rPr sz="4000"/>
            </a:b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Meu corpo transformado, então será,</a:t>
            </a:r>
            <a:br>
              <a:rPr sz="4000"/>
            </a:b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Qual o de Cristo Jesus, o meu Rei.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P.L.M.</a:t>
            </a:r>
            <a:br>
              <a:rPr sz="40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404280"/>
            <a:ext cx="9144000" cy="525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Jesus é o meu forte Redentor;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Ele é meu grande Salvador,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Que me libertou na cruz,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Com mui amor, </a:t>
            </a:r>
            <a:br>
              <a:rPr sz="4000"/>
            </a:br>
            <a:r>
              <a:rPr b="1" i="1" lang="en-US" sz="4000" strike="noStrike" u="none">
                <a:solidFill>
                  <a:srgbClr val="e7ffff"/>
                </a:solidFill>
                <a:effectLst/>
                <a:uFillTx/>
                <a:latin typeface="Arial"/>
              </a:rPr>
              <a:t>Cristo é meu Rei e meu Senhor.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2005-10-15T21:40:50Z</dcterms:created>
  <dc:creator>Montagna</dc:creator>
  <dc:description/>
  <dc:language>pt-BR</dc:language>
  <cp:lastModifiedBy>Junior</cp:lastModifiedBy>
  <dcterms:modified xsi:type="dcterms:W3CDTF">2005-10-16T13:59:46Z</dcterms:modified>
  <cp:revision>2</cp:revision>
  <dc:subject/>
  <dc:title>78 </dc:title>
</cp:coreProperties>
</file>