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896590-6823-4109-AD88-2CCA164492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DAF2D7-444E-4524-8E9C-E5A99FF5F6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A6BF6F-E0DA-43C3-9FAF-24ECC053BF1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322 – As Santas Escrituras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as santas Escrituras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contam de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qual vindo das alturas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Fez brilhar nas trevas luz!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nos dar eterna vida,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a morte se humilhou;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Tendo já vencido a lida, Deus, o Pai,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exaltou.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mais vai ser ouvido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Outro conto de amor,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converta um perdido,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rebelde pecador,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o santo Evangelho,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fala de perdão,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transforma o homem velho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Numa nova criação.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 foi derramado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Seu sangue remidor;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Duma lança traspassado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o lado do Senhor;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Suas mãos e pés pregaram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uns cravos, sobre a cruz;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isto me contaram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bondade de Jesus.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mais vai ser ouvido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Outro conto de amor,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converta um perdido,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rebelde pecador,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o santo Evangelho,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fala de perdão,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transforma o homem velho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Numa nova criação.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continuar ouvindo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história do Senhor;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 estou fruindo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Deste conto de amor!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juízo fui liberto,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condenação, da dor.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Bíblia estou bem certo,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é o Salvador.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mais vai ser ouvido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Outro conto de amor,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converta um perdido,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rebelde pecador,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o santo Evangelho,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fala de perdão,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transforma o homem velho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Numa nova criação.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2005-12-26T19:10:15Z</dcterms:created>
  <dc:creator>Junior</dc:creator>
  <dc:description/>
  <dc:language>pt-BR</dc:language>
  <cp:lastModifiedBy>Junior</cp:lastModifiedBy>
  <dcterms:modified xsi:type="dcterms:W3CDTF">2005-12-26T19:10:17Z</dcterms:modified>
  <cp:revision>1</cp:revision>
  <dc:subject/>
  <dc:title>322 – As Santas Escrituras </dc:title>
</cp:coreProperties>
</file>