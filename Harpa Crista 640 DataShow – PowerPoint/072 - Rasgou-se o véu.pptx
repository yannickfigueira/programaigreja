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0C8E10-E6BA-4CB0-A61A-EA841EBFFF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0C702F-C16B-49A9-8311-0CAAFC2B4C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D84C519-8277-47E1-A03C-072EB26D77E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72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RASGOU-SE O VÉU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Rasgou-se o véu, franca ficou a entrada: Confiança temos, para ali entrar,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a divina glória revelada,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Outrora, não podíamos mirar;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Cristo, entrando, nada ali tememos;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glória brilha, sem nos ofuscar;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luz estamos e permanecemos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Firmes, tranqüilos, sem mais vacilar.  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Contigo ali, Senhor, nos encontramos,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nos levaste já ao santo Pai,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cuja graça aceitos, sempre estamos, Em cujo amor tão grande nos atrai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Ti, ó Filho - em Ti, ó bem amado!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só em Ti temos aceitação;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quem, no sangue estando já lavado, Isento está da eterna perdição.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Deus, a Ti de coração louvamos,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de Ti nos quiseste aproximar,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separados de Ti ficamos,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Tua lei divina, violar,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Teus santos seguidores, consagrados,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sangue do bendito Salvador,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culto e adoração Te apresentamos, Porque nos chamaste, ó bom Senhor!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2005-12-23T09:55:37Z</dcterms:created>
  <dc:creator>Junior</dc:creator>
  <dc:description/>
  <dc:language>pt-BR</dc:language>
  <cp:lastModifiedBy>Junior</cp:lastModifiedBy>
  <dcterms:modified xsi:type="dcterms:W3CDTF">2005-12-23T09:55:47Z</dcterms:modified>
  <cp:revision>1</cp:revision>
  <dc:subject/>
  <dc:title>72 RASGOU-SE O VÉU </dc:title>
</cp:coreProperties>
</file>