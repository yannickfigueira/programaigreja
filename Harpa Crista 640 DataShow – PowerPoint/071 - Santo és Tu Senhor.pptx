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1FC121-ECD3-4BD2-B34A-3403160BD5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2B1727-1D04-4CB3-B6FE-34746FC545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72F914-BD39-44B1-9DD7-2CD4F345BDE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71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ÉS TU, SENHOR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Santo! Santo! Grande eterno Deus, Com alegria nós Te louvamos.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Rei dos reis e Criador dos céus. Humilhados Te adoramos;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Honra e glória em Ti miramos,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foi rasgado, na cruz, o véu.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para sempre és Tu,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batalhas és vencedor!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Adorai-O terra, céu e mar;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 Igreja, seus mensageiros, Reunidos, vinde suplicar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Dons celestes, pois sois herdeiros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Deus, e com Jesus coherdeiros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glória que jamais vai findar.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para sempre és Tu,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batalhas és vencedor!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Rei doa séc'los, grande eterno Deus! Tu és veraz e incompreensível,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Criador da terra e dos céus;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o Ancião invisível,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Habitas na luz inacessível,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morarão os remidos Teus.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Santo para sempre és Tu,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batalhas és vencedor!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2005-12-23T09:49:24Z</dcterms:created>
  <dc:creator>Junior</dc:creator>
  <dc:description/>
  <dc:language>pt-BR</dc:language>
  <cp:lastModifiedBy>Junior</cp:lastModifiedBy>
  <dcterms:modified xsi:type="dcterms:W3CDTF">2005-12-23T09:49:34Z</dcterms:modified>
  <cp:revision>1</cp:revision>
  <dc:subject/>
  <dc:title>71 SANTO ÉS TU, SENHOR </dc:title>
</cp:coreProperties>
</file>