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18960" y="1828800"/>
            <a:ext cx="8825040" cy="5029200"/>
            <a:chOff x="318960" y="1828800"/>
            <a:chExt cx="8825040" cy="5029200"/>
          </a:xfrm>
        </p:grpSpPr>
        <p:sp>
          <p:nvSpPr>
            <p:cNvPr id="1" name=""/>
            <p:cNvSpPr/>
            <p:nvPr/>
          </p:nvSpPr>
          <p:spPr>
            <a:xfrm>
              <a:off x="838080" y="4618080"/>
              <a:ext cx="8305920" cy="22399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333360" y="1828800"/>
              <a:ext cx="8810640" cy="5029200"/>
            </a:xfrm>
            <a:custGeom>
              <a:avLst/>
              <a:gdLst/>
              <a:ahLst/>
              <a:rect l="l" t="t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838080" y="4654440"/>
              <a:ext cx="8305920" cy="220356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38080" y="1828800"/>
              <a:ext cx="73137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38080" y="1828800"/>
              <a:ext cx="46080" cy="283356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36640" y="4610160"/>
              <a:ext cx="46080" cy="2247840"/>
            </a:xfrm>
            <a:custGeom>
              <a:avLst/>
              <a:gdLst/>
              <a:ahLst/>
              <a:rect l="l" t="t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318960" y="4610160"/>
              <a:ext cx="45705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18960" y="4610160"/>
              <a:ext cx="47880" cy="22478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10196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dt" idx="1"/>
          </p:nvPr>
        </p:nvSpPr>
        <p:spPr>
          <a:xfrm>
            <a:off x="83772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2"/>
          </p:nvPr>
        </p:nvSpPr>
        <p:spPr>
          <a:xfrm>
            <a:off x="3428640" y="6244920"/>
            <a:ext cx="28954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DACC09-9FCD-4808-8E5F-1A49EA848EA2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318960" y="1752480"/>
            <a:ext cx="8825040" cy="5129280"/>
            <a:chOff x="318960" y="1752480"/>
            <a:chExt cx="8825040" cy="5129280"/>
          </a:xfrm>
        </p:grpSpPr>
        <p:sp>
          <p:nvSpPr>
            <p:cNvPr id="15" name=""/>
            <p:cNvSpPr/>
            <p:nvPr/>
          </p:nvSpPr>
          <p:spPr>
            <a:xfrm>
              <a:off x="333360" y="1752480"/>
              <a:ext cx="8810640" cy="5105520"/>
            </a:xfrm>
            <a:custGeom>
              <a:avLst/>
              <a:gdLst/>
              <a:ahLst/>
              <a:rect l="l" t="t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006600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38080" y="3809880"/>
              <a:ext cx="8305920" cy="30481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18960" y="3773520"/>
              <a:ext cx="54849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38080" y="1752480"/>
              <a:ext cx="776952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18960" y="3773520"/>
              <a:ext cx="47880" cy="31082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38080" y="1752480"/>
              <a:ext cx="46080" cy="511992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90720" y="190512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5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99036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46860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188424-8230-4981-B002-19D0889A875F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4360" y="1916280"/>
            <a:ext cx="7773840" cy="240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79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pt-BR" sz="4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</a:t>
            </a: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489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Quando me sinto fraco,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Não tenho mais vigor,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Não vendo mais o brilho do sol,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Da clara luz;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Jesus está comigo, é meu Consolador;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Ele jamais me deixa,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Pois sempre me conduz.</a:t>
            </a:r>
            <a:br>
              <a:rPr sz="4000"/>
            </a:br>
            <a:endParaRPr b="1" lang="pt-BR" sz="40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47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mim, a mim, </a:t>
            </a:r>
            <a:br>
              <a:rPr sz="4400"/>
            </a:br>
            <a:r>
              <a:rPr b="0" i="1" lang="en-US" sz="4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mim;</a:t>
            </a:r>
            <a:br>
              <a:rPr sz="4400"/>
            </a:br>
            <a:r>
              <a:rPr b="0" i="1" lang="en-US" sz="4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Na vida d'aquém, no céu também, Sua graça me basta a mim.</a:t>
            </a:r>
            <a:br>
              <a:rPr sz="4400"/>
            </a:b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260280"/>
            <a:ext cx="9144000" cy="590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Quando a tempestade vem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Contra mim feroz,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Nas trevas navegando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Com minha embarcação,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Cristo Jesus me anima,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Ouço a Sua voz;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"Eis que estou contigo,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Por que temer, então?"</a:t>
            </a:r>
            <a:br>
              <a:rPr sz="4000"/>
            </a:br>
            <a:endParaRPr b="1" lang="pt-BR" sz="40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333360"/>
            <a:ext cx="9144000" cy="540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mim, a mim, </a:t>
            </a:r>
            <a:br>
              <a:rPr sz="4000"/>
            </a:b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mim;</a:t>
            </a:r>
            <a:br>
              <a:rPr sz="4000"/>
            </a:b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Na vida d'aquém, no céu também, Sua graça me basta a mim.</a:t>
            </a:r>
            <a:br>
              <a:rPr sz="4000"/>
            </a:br>
            <a:endParaRPr b="1" lang="pt-BR" sz="40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554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Quando m'atingem os dardos do inimigo audaz,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Que busca com astúcia a vida me tirar,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Eu clamo, então, a Cristo,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Meu Salvador veraz,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O qual me dá vitória, 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Se nEle eu confiar.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G.V.</a:t>
            </a:r>
            <a:br>
              <a:rPr sz="4000"/>
            </a:br>
            <a:endParaRPr b="1" lang="pt-BR" sz="1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333000"/>
            <a:ext cx="9144000" cy="554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mim, a mim, </a:t>
            </a:r>
            <a:br>
              <a:rPr sz="4000"/>
            </a:b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Sua graça me basta a mim;</a:t>
            </a:r>
            <a:br>
              <a:rPr sz="4000"/>
            </a:br>
            <a:r>
              <a:rPr b="0" i="1" lang="en-US" sz="4000" strike="noStrike" u="none">
                <a:solidFill>
                  <a:srgbClr val="ffffb7"/>
                </a:solidFill>
                <a:effectLst/>
                <a:uFillTx/>
                <a:latin typeface="Arial"/>
              </a:rPr>
              <a:t>Na vida d'aquém, no céu também, Sua graça me basta a mim.</a:t>
            </a:r>
            <a:br>
              <a:rPr sz="4000"/>
            </a:br>
            <a:endParaRPr b="1" lang="pt-BR" sz="40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2005-10-15T21:43:08Z</dcterms:created>
  <dc:creator>Montagna</dc:creator>
  <dc:description/>
  <dc:language>pt-BR</dc:language>
  <cp:lastModifiedBy>Junior</cp:lastModifiedBy>
  <dcterms:modified xsi:type="dcterms:W3CDTF">2005-10-16T14:16:40Z</dcterms:modified>
  <cp:revision>3</cp:revision>
  <dc:subject/>
  <dc:title>79 </dc:title>
</cp:coreProperties>
</file>