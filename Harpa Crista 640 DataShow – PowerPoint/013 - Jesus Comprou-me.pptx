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001A5B-C038-4F90-A665-B859944319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A9D26-269B-4FEF-8B35-CD44D450BB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A3A98F-CB93-4F9D-B1BC-1EDA8EED4EE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13</a:t>
            </a:r>
            <a:br>
              <a:rPr sz="4400"/>
            </a:br>
            <a:r>
              <a:rPr b="0" lang="pt-BR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JESUS COMPROU-ME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Jesus comprou-me do mundo aqui,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Palavras doces são para mim;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Jesus comprou-me e vai me dar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Eterno gozo, celeste lar.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Jesus comprou-me e vai me dar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Eterno gozo, celeste lar.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Jesus comprou-me da escravidão,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A paz eu gozo por Seu perdão;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Sou desprezado um pouco aqui,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Mas eu espero gozar ali.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Sou desprezado um pouco aqui,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Mas eu espero gozar ali.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Jesus comprou-me, e eu fiquei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P'ra sempre livre da dura lei!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Agora espero até Ele vir,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P'ra que me leve ao Seu porvir.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Agora espero até Ele vir,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P'ra que me leve ao Seu porvir.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Ó</a:t>
            </a:r>
            <a:r>
              <a:rPr b="1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vinde, amigos, e junto a nós,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Ouvi depressa do céu a voz;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- O que demora não chegará,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Porque se perde e morrerá.</a:t>
            </a:r>
            <a:br>
              <a:rPr sz="4400"/>
            </a:b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- O que demora não chegará,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Porque se perde e morrerá.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Jesus comprou-me e me dará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Lugar às mesas, que esperam lá.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Ouve o convite, ó pecador,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Pois Jesus Cristo é o Salvador.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Ouve o convite, ó pecador,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Pois Jesus Cristo é o Salvador.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ffffbd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2005-12-22T17:12:57Z</dcterms:created>
  <dc:creator>Junior</dc:creator>
  <dc:description/>
  <dc:language>pt-BR</dc:language>
  <cp:lastModifiedBy>Junior</cp:lastModifiedBy>
  <dcterms:modified xsi:type="dcterms:W3CDTF">2006-01-14T18:58:48Z</dcterms:modified>
  <cp:revision>2</cp:revision>
  <dc:subject/>
  <dc:title>13 JESUS COMPROU-ME</dc:title>
</cp:coreProperties>
</file>