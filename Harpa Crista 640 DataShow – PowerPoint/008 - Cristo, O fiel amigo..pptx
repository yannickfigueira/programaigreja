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94329-09F4-4279-8DD2-027A61A229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E650F9-47E7-4CF2-A603-58DC2511B1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B732F2-C110-4063-88B5-ED48D14232C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br>
              <a:rPr sz="6000"/>
            </a:br>
            <a:r>
              <a:rPr b="0" lang="pt-BR" sz="6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O Fiel Amigo.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Jesus é fiel amigo,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fraquezas está comigo,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600" cy="620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há amigo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nobre e digno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Não, não há. Não, não há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 mais humilde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mais benigno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Não, não há. Não, não há.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pecador, perdoar anela,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pelos Seus santos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Sempre vela,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Ele só, Ele só.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Deus, em Seu filho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há comprazido,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Nele só, Nele só.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sua glória me há repartido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Dele só, Dele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4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Nele nós temos um firme guia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Nele só, Nele só.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noite enche de alegria.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nas lutas de cada dia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nunca me deixa só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 seguro guia,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só, Ele só.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2005-08-21T15:19:27Z</dcterms:created>
  <dc:creator>Junior</dc:creator>
  <dc:description/>
  <dc:language>pt-BR</dc:language>
  <cp:lastModifiedBy>Junior</cp:lastModifiedBy>
  <dcterms:modified xsi:type="dcterms:W3CDTF">2005-10-17T13:55:36Z</dcterms:modified>
  <cp:revision>2</cp:revision>
  <dc:subject/>
  <dc:title>8 Cristo, O Fiel Amigo.</dc:title>
</cp:coreProperties>
</file>