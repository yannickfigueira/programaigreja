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52A68A-D1E5-4F54-A3AB-1593B76F9A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2979BE-F209-47E0-BBB3-457A91AE12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66A6E6-BDEA-4F4A-8E51-283A64AF36F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773360"/>
            <a:ext cx="9144000" cy="223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85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ENTRAR O ESPÍRITO SANTO DE DEUS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Santo Espírito, está escrito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sois o templo, sim, templo de Deus;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recebestes, depois que crestes.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dom glorioso descido do céu?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entrar, para morar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de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 prometido, já concedido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dom dos altos céus!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vos salva, também vos lava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P´ra vossa alma de manchas limpar;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Purificados de vis pecados.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Santo Espírito já pode entrar.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entrar, para morar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de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 prometido, já concedido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dom dos altos céus!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peregrinos, vede o destino,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Entrai na terra de leite e mel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Santificados, por Deus chamados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Sereis guiados, por guia fiel.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Deixai entrar, para morar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Espírito de Deus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Dom prometido, já concedido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Bendito dom dos altos céus!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2006-06-18T20:25:42Z</dcterms:created>
  <dc:creator>User041</dc:creator>
  <dc:description/>
  <dc:language>pt-BR</dc:language>
  <cp:lastModifiedBy>User041</cp:lastModifiedBy>
  <dcterms:modified xsi:type="dcterms:W3CDTF">2006-12-09T19:42:39Z</dcterms:modified>
  <cp:revision>3</cp:revision>
  <dc:subject/>
  <dc:title>85</dc:title>
</cp:coreProperties>
</file>