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0EBF43-19C6-422C-B26B-C6189E62131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88E55A-D333-4014-8108-5C3182AADD4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9C3E5F4-0C33-4422-A300-29723B503B23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557 - A Palavra da Vida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Cristo, oh! celeste vida,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Manifesta o teu poder!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Vivifica os sem-alento,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Faze os mortos reviver!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Vida eterna - vida eterna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todos conceder!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todos conceder!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Abre-nos teu santo Livro!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Brilhe em nós a luz dos céus!. Esclarece todo o engano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dos erros livra os teus!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Ilumina! - ilumina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Nossas almas, Rei dos céus!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Nossas almas, Rei dos céus! 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leitura desta Bíblia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Dá-nos gozo, oh! Senhor!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Tendo, pelo teu ensino,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Comunhão em santo amor,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Exultemos - exultemos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Entoando o teu louvor!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Entoando o teu louvor!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estudo da Palavra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Aprendemos oh! Jesus!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Deus concede os belos frutos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tua instrução produz.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Desfrutamos - desfrutamos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Alegria, vida e luz!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Alegria, vida e luz!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Amém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2005-12-26T21:35:37Z</dcterms:created>
  <dc:creator>Junior</dc:creator>
  <dc:description/>
  <dc:language>pt-BR</dc:language>
  <cp:lastModifiedBy>Junior</cp:lastModifiedBy>
  <dcterms:modified xsi:type="dcterms:W3CDTF">2005-12-26T21:35:39Z</dcterms:modified>
  <cp:revision>1</cp:revision>
  <dc:subject/>
  <dc:title>557 - A Palavra da Vida </dc:title>
</cp:coreProperties>
</file>