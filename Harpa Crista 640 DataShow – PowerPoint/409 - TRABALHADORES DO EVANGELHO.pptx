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media/image1.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E915F7F-4F71-43F7-91B8-38A22B6D794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E9B7CEC-7D5D-4966-9D16-2A8C61F4897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577FA42-1B2E-4CFB-8EE6-613450DD2841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755640" y="1844640"/>
            <a:ext cx="7918560" cy="1874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d9ff"/>
                </a:solidFill>
                <a:effectLst/>
                <a:uFillTx/>
                <a:latin typeface="Arial"/>
              </a:rPr>
              <a:t>409</a:t>
            </a:r>
            <a:br>
              <a:rPr sz="4000"/>
            </a:br>
            <a:r>
              <a:rPr b="1" lang="pt-BR" sz="4000" strike="noStrike" u="none">
                <a:solidFill>
                  <a:srgbClr val="ffd9ff"/>
                </a:solidFill>
                <a:effectLst/>
                <a:uFillTx/>
                <a:latin typeface="Arial"/>
              </a:rPr>
              <a:t>Trabalhadores do  Evangelho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18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600" strike="noStrike" u="none">
                <a:solidFill>
                  <a:srgbClr val="ffd9ff"/>
                </a:solidFill>
                <a:effectLst/>
                <a:uFillTx/>
                <a:latin typeface="Arial"/>
              </a:rPr>
              <a:t>Trabalhadores do Evangelho,</a:t>
            </a:r>
            <a:br>
              <a:rPr sz="4600"/>
            </a:br>
            <a:r>
              <a:rPr b="0" lang="pt-BR" sz="4600" strike="noStrike" u="none">
                <a:solidFill>
                  <a:srgbClr val="ffd9ff"/>
                </a:solidFill>
                <a:effectLst/>
                <a:uFillTx/>
                <a:latin typeface="Arial"/>
              </a:rPr>
              <a:t>Em breve ceifareis;</a:t>
            </a:r>
            <a:br>
              <a:rPr sz="4600"/>
            </a:br>
            <a:r>
              <a:rPr b="0" lang="pt-BR" sz="4600" strike="noStrike" u="none">
                <a:solidFill>
                  <a:srgbClr val="ffd9ff"/>
                </a:solidFill>
                <a:effectLst/>
                <a:uFillTx/>
                <a:latin typeface="Arial"/>
              </a:rPr>
              <a:t>Quer fracos vós sejais, ou velhos,</a:t>
            </a:r>
            <a:br>
              <a:rPr sz="4600"/>
            </a:br>
            <a:r>
              <a:rPr b="0" lang="pt-BR" sz="4600" strike="noStrike" u="none">
                <a:solidFill>
                  <a:srgbClr val="ffd9ff"/>
                </a:solidFill>
                <a:effectLst/>
                <a:uFillTx/>
                <a:latin typeface="Arial"/>
              </a:rPr>
              <a:t>Do céu vigor tereis.</a:t>
            </a:r>
            <a:r>
              <a:rPr b="0" lang="en-US" sz="4600" strike="noStrike" u="none">
                <a:solidFill>
                  <a:srgbClr val="ffd9ff"/>
                </a:solidFill>
                <a:effectLst/>
                <a:uFillTx/>
                <a:latin typeface="Arial"/>
              </a:rPr>
              <a:t> </a:t>
            </a:r>
            <a:endParaRPr b="0" lang="pt-BR" sz="4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000" strike="noStrike" u="none">
                <a:solidFill>
                  <a:srgbClr val="ffd9ff"/>
                </a:solidFill>
                <a:effectLst/>
                <a:uFillTx/>
                <a:latin typeface="Arial"/>
              </a:rPr>
              <a:t>Os que esperam no Senhor </a:t>
            </a:r>
            <a:br>
              <a:rPr sz="4000"/>
            </a:br>
            <a:r>
              <a:rPr b="1" i="1" lang="pt-BR" sz="4000" strike="noStrike" u="none">
                <a:solidFill>
                  <a:srgbClr val="ffd9ff"/>
                </a:solidFill>
                <a:effectLst/>
                <a:uFillTx/>
                <a:latin typeface="Arial"/>
              </a:rPr>
              <a:t>Novas forças obterão; </a:t>
            </a:r>
            <a:br>
              <a:rPr sz="4000"/>
            </a:br>
            <a:r>
              <a:rPr b="1" i="1" lang="pt-BR" sz="4000" strike="noStrike" u="none">
                <a:solidFill>
                  <a:srgbClr val="ffd9ff"/>
                </a:solidFill>
                <a:effectLst/>
                <a:uFillTx/>
                <a:latin typeface="Arial"/>
              </a:rPr>
              <a:t>Como águias voarão, </a:t>
            </a:r>
            <a:br>
              <a:rPr sz="4000"/>
            </a:br>
            <a:r>
              <a:rPr b="1" i="1" lang="pt-BR" sz="4000" strike="noStrike" u="none">
                <a:solidFill>
                  <a:srgbClr val="ffd9ff"/>
                </a:solidFill>
                <a:effectLst/>
                <a:uFillTx/>
                <a:latin typeface="Arial"/>
              </a:rPr>
              <a:t>Subirão para as alturas; </a:t>
            </a:r>
            <a:br>
              <a:rPr sz="4000"/>
            </a:br>
            <a:r>
              <a:rPr b="1" i="1" lang="pt-BR" sz="4000" strike="noStrike" u="none">
                <a:solidFill>
                  <a:srgbClr val="ffd9ff"/>
                </a:solidFill>
                <a:effectLst/>
                <a:uFillTx/>
                <a:latin typeface="Arial"/>
              </a:rPr>
              <a:t>Correrão sem se cansar, </a:t>
            </a:r>
            <a:br>
              <a:rPr sz="4000"/>
            </a:br>
            <a:r>
              <a:rPr b="1" i="1" lang="pt-BR" sz="4000" strike="noStrike" u="none">
                <a:solidFill>
                  <a:srgbClr val="ffd9ff"/>
                </a:solidFill>
                <a:effectLst/>
                <a:uFillTx/>
                <a:latin typeface="Arial"/>
              </a:rPr>
              <a:t>Sem fatigar hão de andar; </a:t>
            </a:r>
            <a:br>
              <a:rPr sz="4000"/>
            </a:br>
            <a:r>
              <a:rPr b="1" i="1" lang="pt-BR" sz="4000" strike="noStrike" u="none">
                <a:solidFill>
                  <a:srgbClr val="ffd9ff"/>
                </a:solidFill>
                <a:effectLst/>
                <a:uFillTx/>
                <a:latin typeface="Arial"/>
              </a:rPr>
              <a:t>Correrão sem se cansar, </a:t>
            </a:r>
            <a:br>
              <a:rPr sz="4000"/>
            </a:br>
            <a:r>
              <a:rPr b="1" i="1" lang="pt-BR" sz="4000" strike="noStrike" u="none">
                <a:solidFill>
                  <a:srgbClr val="ffd9ff"/>
                </a:solidFill>
                <a:effectLst/>
                <a:uFillTx/>
                <a:latin typeface="Arial"/>
              </a:rPr>
              <a:t>Sem fatigar hão de andar; </a:t>
            </a:r>
            <a:br>
              <a:rPr sz="4000"/>
            </a:br>
            <a:r>
              <a:rPr b="1" i="1" lang="pt-BR" sz="4000" strike="noStrike" u="none">
                <a:solidFill>
                  <a:srgbClr val="ffd9ff"/>
                </a:solidFill>
                <a:effectLst/>
                <a:uFillTx/>
                <a:latin typeface="Arial"/>
              </a:rPr>
              <a:t>Correrão sem se cansar, </a:t>
            </a:r>
            <a:br>
              <a:rPr sz="4000"/>
            </a:br>
            <a:r>
              <a:rPr b="1" i="1" lang="pt-BR" sz="4000" strike="noStrike" u="none">
                <a:solidFill>
                  <a:srgbClr val="ffd9ff"/>
                </a:solidFill>
                <a:effectLst/>
                <a:uFillTx/>
                <a:latin typeface="Arial"/>
              </a:rPr>
              <a:t>Até no céu chegar!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5746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800" strike="noStrike" u="none">
                <a:solidFill>
                  <a:srgbClr val="ffd9ff"/>
                </a:solidFill>
                <a:effectLst/>
                <a:uFillTx/>
                <a:latin typeface="Arial"/>
              </a:rPr>
              <a:t>No bom trabalho, quantas vezes, </a:t>
            </a:r>
            <a:br>
              <a:rPr sz="4800"/>
            </a:br>
            <a:r>
              <a:rPr b="0" lang="pt-BR" sz="4800" strike="noStrike" u="none">
                <a:solidFill>
                  <a:srgbClr val="ffd9ff"/>
                </a:solidFill>
                <a:effectLst/>
                <a:uFillTx/>
                <a:latin typeface="Arial"/>
              </a:rPr>
              <a:t>Estamos a falhar,</a:t>
            </a:r>
            <a:br>
              <a:rPr sz="4800"/>
            </a:br>
            <a:r>
              <a:rPr b="0" lang="pt-BR" sz="4800" strike="noStrike" u="none">
                <a:solidFill>
                  <a:srgbClr val="ffd9ff"/>
                </a:solidFill>
                <a:effectLst/>
                <a:uFillTx/>
                <a:latin typeface="Arial"/>
              </a:rPr>
              <a:t>Sempre devemos nos revezes </a:t>
            </a:r>
            <a:br>
              <a:rPr sz="4800"/>
            </a:br>
            <a:r>
              <a:rPr b="0" lang="pt-BR" sz="4800" strike="noStrike" u="none">
                <a:solidFill>
                  <a:srgbClr val="ffd9ff"/>
                </a:solidFill>
                <a:effectLst/>
                <a:uFillTx/>
                <a:latin typeface="Arial"/>
              </a:rPr>
              <a:t>Em Cristo confiar.</a:t>
            </a:r>
            <a:r>
              <a:rPr b="0" lang="en-US" sz="4800" strike="noStrike" u="none">
                <a:solidFill>
                  <a:srgbClr val="ffd9ff"/>
                </a:solidFill>
                <a:effectLst/>
                <a:uFillTx/>
                <a:latin typeface="Arial"/>
              </a:rPr>
              <a:t> </a:t>
            </a: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000" strike="noStrike" u="none">
                <a:solidFill>
                  <a:srgbClr val="ffd9ff"/>
                </a:solidFill>
                <a:effectLst/>
                <a:uFillTx/>
                <a:latin typeface="Arial"/>
              </a:rPr>
              <a:t>Os que esperam no Senhor </a:t>
            </a:r>
            <a:br>
              <a:rPr sz="4000"/>
            </a:br>
            <a:r>
              <a:rPr b="1" i="1" lang="pt-BR" sz="4000" strike="noStrike" u="none">
                <a:solidFill>
                  <a:srgbClr val="ffd9ff"/>
                </a:solidFill>
                <a:effectLst/>
                <a:uFillTx/>
                <a:latin typeface="Arial"/>
              </a:rPr>
              <a:t>Novas forças obterão; </a:t>
            </a:r>
            <a:br>
              <a:rPr sz="4000"/>
            </a:br>
            <a:r>
              <a:rPr b="1" i="1" lang="pt-BR" sz="4000" strike="noStrike" u="none">
                <a:solidFill>
                  <a:srgbClr val="ffd9ff"/>
                </a:solidFill>
                <a:effectLst/>
                <a:uFillTx/>
                <a:latin typeface="Arial"/>
              </a:rPr>
              <a:t>Como águias voarão, </a:t>
            </a:r>
            <a:br>
              <a:rPr sz="4000"/>
            </a:br>
            <a:r>
              <a:rPr b="1" i="1" lang="pt-BR" sz="4000" strike="noStrike" u="none">
                <a:solidFill>
                  <a:srgbClr val="ffd9ff"/>
                </a:solidFill>
                <a:effectLst/>
                <a:uFillTx/>
                <a:latin typeface="Arial"/>
              </a:rPr>
              <a:t>Subirão para as alturas; </a:t>
            </a:r>
            <a:br>
              <a:rPr sz="4000"/>
            </a:br>
            <a:r>
              <a:rPr b="1" i="1" lang="pt-BR" sz="4000" strike="noStrike" u="none">
                <a:solidFill>
                  <a:srgbClr val="ffd9ff"/>
                </a:solidFill>
                <a:effectLst/>
                <a:uFillTx/>
                <a:latin typeface="Arial"/>
              </a:rPr>
              <a:t>Correrão sem se cansar, </a:t>
            </a:r>
            <a:br>
              <a:rPr sz="4000"/>
            </a:br>
            <a:r>
              <a:rPr b="1" i="1" lang="pt-BR" sz="4000" strike="noStrike" u="none">
                <a:solidFill>
                  <a:srgbClr val="ffd9ff"/>
                </a:solidFill>
                <a:effectLst/>
                <a:uFillTx/>
                <a:latin typeface="Arial"/>
              </a:rPr>
              <a:t>Sem fatigar hão de andar; </a:t>
            </a:r>
            <a:br>
              <a:rPr sz="4000"/>
            </a:br>
            <a:r>
              <a:rPr b="1" i="1" lang="pt-BR" sz="4000" strike="noStrike" u="none">
                <a:solidFill>
                  <a:srgbClr val="ffd9ff"/>
                </a:solidFill>
                <a:effectLst/>
                <a:uFillTx/>
                <a:latin typeface="Arial"/>
              </a:rPr>
              <a:t>Correrão sem se cansar, </a:t>
            </a:r>
            <a:br>
              <a:rPr sz="4000"/>
            </a:br>
            <a:r>
              <a:rPr b="1" i="1" lang="pt-BR" sz="4000" strike="noStrike" u="none">
                <a:solidFill>
                  <a:srgbClr val="ffd9ff"/>
                </a:solidFill>
                <a:effectLst/>
                <a:uFillTx/>
                <a:latin typeface="Arial"/>
              </a:rPr>
              <a:t>Sem fatigar hão de andar; </a:t>
            </a:r>
            <a:br>
              <a:rPr sz="4000"/>
            </a:br>
            <a:r>
              <a:rPr b="1" i="1" lang="pt-BR" sz="4000" strike="noStrike" u="none">
                <a:solidFill>
                  <a:srgbClr val="ffd9ff"/>
                </a:solidFill>
                <a:effectLst/>
                <a:uFillTx/>
                <a:latin typeface="Arial"/>
              </a:rPr>
              <a:t>Correrão sem se cansar, </a:t>
            </a:r>
            <a:br>
              <a:rPr sz="4000"/>
            </a:br>
            <a:r>
              <a:rPr b="1" i="1" lang="pt-BR" sz="4000" strike="noStrike" u="none">
                <a:solidFill>
                  <a:srgbClr val="ffd9ff"/>
                </a:solidFill>
                <a:effectLst/>
                <a:uFillTx/>
                <a:latin typeface="Arial"/>
              </a:rPr>
              <a:t>Até no céu chegar!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18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800" strike="noStrike" u="none">
                <a:solidFill>
                  <a:srgbClr val="ffd9ff"/>
                </a:solidFill>
                <a:effectLst/>
                <a:uFillTx/>
                <a:latin typeface="Arial"/>
              </a:rPr>
              <a:t>Jesus está ao nosso lado, </a:t>
            </a:r>
            <a:br>
              <a:rPr sz="4800"/>
            </a:br>
            <a:r>
              <a:rPr b="0" lang="pt-BR" sz="4800" strike="noStrike" u="none">
                <a:solidFill>
                  <a:srgbClr val="ffd9ff"/>
                </a:solidFill>
                <a:effectLst/>
                <a:uFillTx/>
                <a:latin typeface="Arial"/>
              </a:rPr>
              <a:t>Sua força nos dará;</a:t>
            </a:r>
            <a:br>
              <a:rPr sz="4800"/>
            </a:br>
            <a:r>
              <a:rPr b="0" lang="pt-BR" sz="4800" strike="noStrike" u="none">
                <a:solidFill>
                  <a:srgbClr val="ffd9ff"/>
                </a:solidFill>
                <a:effectLst/>
                <a:uFillTx/>
                <a:latin typeface="Arial"/>
              </a:rPr>
              <a:t>O nosso Salvador amado, </a:t>
            </a:r>
            <a:br>
              <a:rPr sz="4800"/>
            </a:br>
            <a:r>
              <a:rPr b="0" lang="pt-BR" sz="4800" strike="noStrike" u="none">
                <a:solidFill>
                  <a:srgbClr val="ffd9ff"/>
                </a:solidFill>
                <a:effectLst/>
                <a:uFillTx/>
                <a:latin typeface="Arial"/>
              </a:rPr>
              <a:t>Sim, tudo suprirá.</a:t>
            </a:r>
            <a:r>
              <a:rPr b="0" lang="en-US" sz="4800" strike="noStrike" u="none">
                <a:solidFill>
                  <a:srgbClr val="ffd9ff"/>
                </a:solidFill>
                <a:effectLst/>
                <a:uFillTx/>
                <a:latin typeface="Arial"/>
              </a:rPr>
              <a:t> </a:t>
            </a: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000" strike="noStrike" u="none">
                <a:solidFill>
                  <a:srgbClr val="ffd9ff"/>
                </a:solidFill>
                <a:effectLst/>
                <a:uFillTx/>
                <a:latin typeface="Arial"/>
              </a:rPr>
              <a:t>Os que esperam no Senhor </a:t>
            </a:r>
            <a:br>
              <a:rPr sz="4000"/>
            </a:br>
            <a:r>
              <a:rPr b="1" i="1" lang="pt-BR" sz="4000" strike="noStrike" u="none">
                <a:solidFill>
                  <a:srgbClr val="ffd9ff"/>
                </a:solidFill>
                <a:effectLst/>
                <a:uFillTx/>
                <a:latin typeface="Arial"/>
              </a:rPr>
              <a:t>Novas forças obterão; </a:t>
            </a:r>
            <a:br>
              <a:rPr sz="4000"/>
            </a:br>
            <a:r>
              <a:rPr b="1" i="1" lang="pt-BR" sz="4000" strike="noStrike" u="none">
                <a:solidFill>
                  <a:srgbClr val="ffd9ff"/>
                </a:solidFill>
                <a:effectLst/>
                <a:uFillTx/>
                <a:latin typeface="Arial"/>
              </a:rPr>
              <a:t>Como águias voarão, </a:t>
            </a:r>
            <a:br>
              <a:rPr sz="4000"/>
            </a:br>
            <a:r>
              <a:rPr b="1" i="1" lang="pt-BR" sz="4000" strike="noStrike" u="none">
                <a:solidFill>
                  <a:srgbClr val="ffd9ff"/>
                </a:solidFill>
                <a:effectLst/>
                <a:uFillTx/>
                <a:latin typeface="Arial"/>
              </a:rPr>
              <a:t>Subirão para as alturas; </a:t>
            </a:r>
            <a:br>
              <a:rPr sz="4000"/>
            </a:br>
            <a:r>
              <a:rPr b="1" i="1" lang="pt-BR" sz="4000" strike="noStrike" u="none">
                <a:solidFill>
                  <a:srgbClr val="ffd9ff"/>
                </a:solidFill>
                <a:effectLst/>
                <a:uFillTx/>
                <a:latin typeface="Arial"/>
              </a:rPr>
              <a:t>Correrão sem se cansar, </a:t>
            </a:r>
            <a:br>
              <a:rPr sz="4000"/>
            </a:br>
            <a:r>
              <a:rPr b="1" i="1" lang="pt-BR" sz="4000" strike="noStrike" u="none">
                <a:solidFill>
                  <a:srgbClr val="ffd9ff"/>
                </a:solidFill>
                <a:effectLst/>
                <a:uFillTx/>
                <a:latin typeface="Arial"/>
              </a:rPr>
              <a:t>Sem fatigar hão de andar; </a:t>
            </a:r>
            <a:br>
              <a:rPr sz="4000"/>
            </a:br>
            <a:r>
              <a:rPr b="1" i="1" lang="pt-BR" sz="4000" strike="noStrike" u="none">
                <a:solidFill>
                  <a:srgbClr val="ffd9ff"/>
                </a:solidFill>
                <a:effectLst/>
                <a:uFillTx/>
                <a:latin typeface="Arial"/>
              </a:rPr>
              <a:t>Correrão sem se cansar, </a:t>
            </a:r>
            <a:br>
              <a:rPr sz="4000"/>
            </a:br>
            <a:r>
              <a:rPr b="1" i="1" lang="pt-BR" sz="4000" strike="noStrike" u="none">
                <a:solidFill>
                  <a:srgbClr val="ffd9ff"/>
                </a:solidFill>
                <a:effectLst/>
                <a:uFillTx/>
                <a:latin typeface="Arial"/>
              </a:rPr>
              <a:t>Sem fatigar hão de andar; </a:t>
            </a:r>
            <a:br>
              <a:rPr sz="4000"/>
            </a:br>
            <a:r>
              <a:rPr b="1" i="1" lang="pt-BR" sz="4000" strike="noStrike" u="none">
                <a:solidFill>
                  <a:srgbClr val="ffd9ff"/>
                </a:solidFill>
                <a:effectLst/>
                <a:uFillTx/>
                <a:latin typeface="Arial"/>
              </a:rPr>
              <a:t>Correrão sem se cansar, </a:t>
            </a:r>
            <a:br>
              <a:rPr sz="4000"/>
            </a:br>
            <a:r>
              <a:rPr b="1" i="1" lang="pt-BR" sz="4000" strike="noStrike" u="none">
                <a:solidFill>
                  <a:srgbClr val="ffd9ff"/>
                </a:solidFill>
                <a:effectLst/>
                <a:uFillTx/>
                <a:latin typeface="Arial"/>
              </a:rPr>
              <a:t>Até no céu chegar!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836640"/>
            <a:ext cx="9144000" cy="4681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800" strike="noStrike" u="none">
                <a:solidFill>
                  <a:srgbClr val="ffd9ff"/>
                </a:solidFill>
                <a:effectLst/>
                <a:uFillTx/>
                <a:latin typeface="Arial"/>
              </a:rPr>
              <a:t>Em Cristo sempre confiando </a:t>
            </a:r>
            <a:br>
              <a:rPr sz="4800"/>
            </a:br>
            <a:r>
              <a:rPr b="0" lang="pt-BR" sz="4800" strike="noStrike" u="none">
                <a:solidFill>
                  <a:srgbClr val="ffd9ff"/>
                </a:solidFill>
                <a:effectLst/>
                <a:uFillTx/>
                <a:latin typeface="Arial"/>
              </a:rPr>
              <a:t>Socorro vamos ter;</a:t>
            </a:r>
            <a:br>
              <a:rPr sz="4800"/>
            </a:br>
            <a:r>
              <a:rPr b="0" lang="pt-BR" sz="4800" strike="noStrike" u="none">
                <a:solidFill>
                  <a:srgbClr val="ffd9ff"/>
                </a:solidFill>
                <a:effectLst/>
                <a:uFillTx/>
                <a:latin typeface="Arial"/>
              </a:rPr>
              <a:t>O Salvador do céu baixando</a:t>
            </a:r>
            <a:br>
              <a:rPr sz="4800"/>
            </a:br>
            <a:r>
              <a:rPr b="0" lang="pt-BR" sz="4800" strike="noStrike" u="none">
                <a:solidFill>
                  <a:srgbClr val="ffd9ff"/>
                </a:solidFill>
                <a:effectLst/>
                <a:uFillTx/>
                <a:latin typeface="Arial"/>
              </a:rPr>
              <a:t>Virá nos socorrer!</a:t>
            </a:r>
            <a:r>
              <a:rPr b="0" lang="pt-BR" sz="4800" strike="noStrike" u="none">
                <a:solidFill>
                  <a:srgbClr val="ffd9ff"/>
                </a:solidFill>
                <a:effectLst/>
                <a:uFillTx/>
                <a:latin typeface="Arial"/>
              </a:rPr>
              <a:t>	</a:t>
            </a:r>
            <a:br>
              <a:rPr sz="4800"/>
            </a:br>
            <a:r>
              <a:rPr b="0" lang="pt-BR" sz="4800" strike="noStrike" u="none">
                <a:solidFill>
                  <a:srgbClr val="ffd9ff"/>
                </a:solidFill>
                <a:effectLst/>
                <a:uFillTx/>
                <a:latin typeface="Arial"/>
              </a:rPr>
              <a:t>	</a:t>
            </a:r>
            <a:r>
              <a:rPr b="0" lang="pt-BR" sz="4800" strike="noStrike" u="none">
                <a:solidFill>
                  <a:srgbClr val="ffd9ff"/>
                </a:solidFill>
                <a:effectLst/>
                <a:uFillTx/>
                <a:latin typeface="Arial"/>
              </a:rPr>
              <a:t>	</a:t>
            </a:r>
            <a:r>
              <a:rPr b="0" lang="pt-BR" sz="4800" strike="noStrike" u="none">
                <a:solidFill>
                  <a:srgbClr val="ffd9ff"/>
                </a:solidFill>
                <a:effectLst/>
                <a:uFillTx/>
                <a:latin typeface="Arial"/>
              </a:rPr>
              <a:t>	</a:t>
            </a:r>
            <a:r>
              <a:rPr b="0" lang="pt-BR" sz="4800" strike="noStrike" u="none">
                <a:solidFill>
                  <a:srgbClr val="ffd9ff"/>
                </a:solidFill>
                <a:effectLst/>
                <a:uFillTx/>
                <a:latin typeface="Arial"/>
              </a:rPr>
              <a:t>	</a:t>
            </a:r>
            <a:r>
              <a:rPr b="0" lang="pt-BR" sz="4800" strike="noStrike" u="none">
                <a:solidFill>
                  <a:srgbClr val="ffd9ff"/>
                </a:solidFill>
                <a:effectLst/>
                <a:uFillTx/>
                <a:latin typeface="Arial"/>
              </a:rPr>
              <a:t>	</a:t>
            </a:r>
            <a:r>
              <a:rPr b="0" lang="pt-BR" sz="4800" strike="noStrike" u="none">
                <a:solidFill>
                  <a:srgbClr val="ffd9ff"/>
                </a:solidFill>
                <a:effectLst/>
                <a:uFillTx/>
                <a:latin typeface="Arial"/>
              </a:rPr>
              <a:t>	</a:t>
            </a:r>
            <a:r>
              <a:rPr b="0" lang="pt-BR" sz="4800" strike="noStrike" u="none">
                <a:solidFill>
                  <a:srgbClr val="ffd9ff"/>
                </a:solidFill>
                <a:effectLst/>
                <a:uFillTx/>
                <a:latin typeface="Arial"/>
              </a:rPr>
              <a:t>	</a:t>
            </a:r>
            <a:r>
              <a:rPr b="0" lang="pt-BR" sz="4800" strike="noStrike" u="none">
                <a:solidFill>
                  <a:srgbClr val="ffd9ff"/>
                </a:solidFill>
                <a:effectLst/>
                <a:uFillTx/>
                <a:latin typeface="Arial"/>
              </a:rPr>
              <a:t>	</a:t>
            </a:r>
            <a:r>
              <a:rPr b="0" lang="pt-BR" sz="2400" strike="noStrike" u="none">
                <a:solidFill>
                  <a:srgbClr val="ffd9ff"/>
                </a:solidFill>
                <a:effectLst/>
                <a:uFillTx/>
                <a:latin typeface="Arial"/>
              </a:rPr>
              <a:t>P.L.M.</a:t>
            </a:r>
            <a:r>
              <a:rPr b="0" lang="en-US" sz="4800" strike="noStrike" u="none">
                <a:solidFill>
                  <a:srgbClr val="ffd9ff"/>
                </a:solidFill>
                <a:effectLst/>
                <a:uFillTx/>
                <a:latin typeface="Arial"/>
              </a:rPr>
              <a:t> </a:t>
            </a: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000" strike="noStrike" u="none">
                <a:solidFill>
                  <a:srgbClr val="ffd9ff"/>
                </a:solidFill>
                <a:effectLst/>
                <a:uFillTx/>
                <a:latin typeface="Arial"/>
              </a:rPr>
              <a:t>Os que esperam no Senhor </a:t>
            </a:r>
            <a:br>
              <a:rPr sz="4000"/>
            </a:br>
            <a:r>
              <a:rPr b="1" i="1" lang="pt-BR" sz="4000" strike="noStrike" u="none">
                <a:solidFill>
                  <a:srgbClr val="ffd9ff"/>
                </a:solidFill>
                <a:effectLst/>
                <a:uFillTx/>
                <a:latin typeface="Arial"/>
              </a:rPr>
              <a:t>Novas forças obterão; </a:t>
            </a:r>
            <a:br>
              <a:rPr sz="4000"/>
            </a:br>
            <a:r>
              <a:rPr b="1" i="1" lang="pt-BR" sz="4000" strike="noStrike" u="none">
                <a:solidFill>
                  <a:srgbClr val="ffd9ff"/>
                </a:solidFill>
                <a:effectLst/>
                <a:uFillTx/>
                <a:latin typeface="Arial"/>
              </a:rPr>
              <a:t>Como águias voarão, </a:t>
            </a:r>
            <a:br>
              <a:rPr sz="4000"/>
            </a:br>
            <a:r>
              <a:rPr b="1" i="1" lang="pt-BR" sz="4000" strike="noStrike" u="none">
                <a:solidFill>
                  <a:srgbClr val="ffd9ff"/>
                </a:solidFill>
                <a:effectLst/>
                <a:uFillTx/>
                <a:latin typeface="Arial"/>
              </a:rPr>
              <a:t>Subirão para as alturas; </a:t>
            </a:r>
            <a:br>
              <a:rPr sz="4000"/>
            </a:br>
            <a:r>
              <a:rPr b="1" i="1" lang="pt-BR" sz="4000" strike="noStrike" u="none">
                <a:solidFill>
                  <a:srgbClr val="ffd9ff"/>
                </a:solidFill>
                <a:effectLst/>
                <a:uFillTx/>
                <a:latin typeface="Arial"/>
              </a:rPr>
              <a:t>Correrão sem se cansar, </a:t>
            </a:r>
            <a:br>
              <a:rPr sz="4000"/>
            </a:br>
            <a:r>
              <a:rPr b="1" i="1" lang="pt-BR" sz="4000" strike="noStrike" u="none">
                <a:solidFill>
                  <a:srgbClr val="ffd9ff"/>
                </a:solidFill>
                <a:effectLst/>
                <a:uFillTx/>
                <a:latin typeface="Arial"/>
              </a:rPr>
              <a:t>Sem fatigar hão de andar; </a:t>
            </a:r>
            <a:br>
              <a:rPr sz="4000"/>
            </a:br>
            <a:r>
              <a:rPr b="1" i="1" lang="pt-BR" sz="4000" strike="noStrike" u="none">
                <a:solidFill>
                  <a:srgbClr val="ffd9ff"/>
                </a:solidFill>
                <a:effectLst/>
                <a:uFillTx/>
                <a:latin typeface="Arial"/>
              </a:rPr>
              <a:t>Correrão sem se cansar, </a:t>
            </a:r>
            <a:br>
              <a:rPr sz="4000"/>
            </a:br>
            <a:r>
              <a:rPr b="1" i="1" lang="pt-BR" sz="4000" strike="noStrike" u="none">
                <a:solidFill>
                  <a:srgbClr val="ffd9ff"/>
                </a:solidFill>
                <a:effectLst/>
                <a:uFillTx/>
                <a:latin typeface="Arial"/>
              </a:rPr>
              <a:t>Sem fatigar hão de andar; </a:t>
            </a:r>
            <a:br>
              <a:rPr sz="4000"/>
            </a:br>
            <a:r>
              <a:rPr b="1" i="1" lang="pt-BR" sz="4000" strike="noStrike" u="none">
                <a:solidFill>
                  <a:srgbClr val="ffd9ff"/>
                </a:solidFill>
                <a:effectLst/>
                <a:uFillTx/>
                <a:latin typeface="Arial"/>
              </a:rPr>
              <a:t>Correrão sem se cansar, </a:t>
            </a:r>
            <a:br>
              <a:rPr sz="4000"/>
            </a:br>
            <a:r>
              <a:rPr b="1" i="1" lang="pt-BR" sz="4000" strike="noStrike" u="none">
                <a:solidFill>
                  <a:srgbClr val="ffd9ff"/>
                </a:solidFill>
                <a:effectLst/>
                <a:uFillTx/>
                <a:latin typeface="Arial"/>
              </a:rPr>
              <a:t>Até no céu chegar!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2005-10-18T22:24:33Z</dcterms:created>
  <dc:creator>Montagna</dc:creator>
  <dc:description/>
  <dc:language>pt-BR</dc:language>
  <cp:lastModifiedBy>User041</cp:lastModifiedBy>
  <dcterms:modified xsi:type="dcterms:W3CDTF">2006-08-20T19:28:09Z</dcterms:modified>
  <cp:revision>4</cp:revision>
  <dc:subject/>
  <dc:title>409-TRABALHADORES DO EVANGELHO</dc:title>
</cp:coreProperties>
</file>