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5BF12-AC21-4CD0-AD9F-6BD81FE9A7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DA4F0D-EC08-4C47-A242-805CA560EC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CB3A04-7F1D-4D40-B485-FD77DEE3BB2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566 - Paz Perfeita, Sim, Busquei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perfeita, sim, busquei,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jamais a encontrei,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preço não queria eu pagar.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de Deus a vagar,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promessa a rejeitar.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 não querendo me apartar.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agora estou vivendo pra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Esconder-me quero junto à sua Cruz.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que sofrendo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estar com meu Jesus: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Encontrei por fim a vida em meu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Eu estava em 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tocou meu coração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disse: “Põe tua vida no altar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eu santificar!”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 então deixei: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vida a Deus eu logo dediquei.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agora estou vivendo pra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Esconder-me quero junto à sua Cruz.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que sofrendo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estar com meu Jesus: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Encontrei por fim a vida em meu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sangue me comprou,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ser purificou.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vida de vitória encontrei.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“Teus pecados perdoei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muito que te amei”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Ternamente me falou o Grande 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agora estou vivendo pra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Esconder-me quero junto à sua Cruz.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que sofrendo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estar com meu Jesus: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Encontrei por fim a vida em meu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2005-12-26T22:18:14Z</dcterms:created>
  <dc:creator>Junior</dc:creator>
  <dc:description/>
  <dc:language>pt-BR</dc:language>
  <cp:lastModifiedBy>Junior</cp:lastModifiedBy>
  <dcterms:modified xsi:type="dcterms:W3CDTF">2005-12-26T22:18:16Z</dcterms:modified>
  <cp:revision>1</cp:revision>
  <dc:subject/>
  <dc:title>566 - Paz Perfeita, Sim, Busquei</dc:title>
</cp:coreProperties>
</file>