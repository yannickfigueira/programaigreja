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1378080"/>
            <a:ext cx="2133720" cy="101520"/>
          </a:xfrm>
          <a:prstGeom prst="rect">
            <a:avLst/>
          </a:prstGeom>
          <a:solidFill>
            <a:srgbClr val="cc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1447920" y="1378080"/>
            <a:ext cx="7238880" cy="101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99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31680" y="96480"/>
            <a:ext cx="7157880" cy="14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48960" y="1981080"/>
            <a:ext cx="766116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447840" indent="-447840">
              <a:spcBef>
                <a:spcPts val="799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888840" indent="-439560">
              <a:spcBef>
                <a:spcPts val="799"/>
              </a:spcBef>
              <a:buClr>
                <a:srgbClr val="999933"/>
              </a:buClr>
              <a:buSzPct val="65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2" marL="1293840" indent="-403200">
              <a:spcBef>
                <a:spcPts val="799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81200" indent="-385920">
              <a:spcBef>
                <a:spcPts val="799"/>
              </a:spcBef>
              <a:buClr>
                <a:srgbClr val="999933"/>
              </a:buClr>
              <a:buSzPct val="75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4" marL="2070000" indent="-387360">
              <a:spcBef>
                <a:spcPts val="799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5" marL="2070000" indent="-387360">
              <a:spcBef>
                <a:spcPts val="799"/>
              </a:spcBef>
              <a:buClr>
                <a:srgbClr val="29292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6" marL="2070000" indent="-387360">
              <a:spcBef>
                <a:spcPts val="799"/>
              </a:spcBef>
              <a:buClr>
                <a:srgbClr val="29292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946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3526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70536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C2D5F3-7837-4B44-8F14-371C13D6A89A}" type="slidenum"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838080" y="561960"/>
            <a:ext cx="152640" cy="106668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8263080" y="270000"/>
            <a:ext cx="152280" cy="1073160"/>
          </a:xfrm>
          <a:custGeom>
            <a:avLst/>
            <a:gdLst/>
            <a:ahLst/>
            <a:rect l="l" t="t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32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3B7A64-783A-4B3C-A6C0-25451C480D0D}" type="slidenum">
              <a:rPr b="0" lang="pt-BR" sz="1000" strike="noStrike" u="none">
                <a:solidFill>
                  <a:srgbClr val="292929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" name=""/>
          <p:cNvGrpSpPr/>
          <p:nvPr/>
        </p:nvGrpSpPr>
        <p:grpSpPr>
          <a:xfrm>
            <a:off x="0" y="914400"/>
            <a:ext cx="8686800" cy="2514600"/>
            <a:chOff x="0" y="914400"/>
            <a:chExt cx="8686800" cy="2514600"/>
          </a:xfrm>
        </p:grpSpPr>
        <p:sp>
          <p:nvSpPr>
            <p:cNvPr id="13" name=""/>
            <p:cNvSpPr/>
            <p:nvPr/>
          </p:nvSpPr>
          <p:spPr>
            <a:xfrm>
              <a:off x="228600" y="914400"/>
              <a:ext cx="2514600" cy="2514600"/>
            </a:xfrm>
            <a:prstGeom prst="ellipse">
              <a:avLst/>
            </a:prstGeom>
            <a:noFill/>
            <a:ln w="12600">
              <a:solidFill>
                <a:srgbClr val="cc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676520"/>
              <a:ext cx="4724280" cy="114300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962520" y="1676520"/>
              <a:ext cx="4724280" cy="114300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09480" y="1523880"/>
              <a:ext cx="228600" cy="1449360"/>
            </a:xfrm>
            <a:custGeom>
              <a:avLst/>
              <a:gdLst/>
              <a:ahLst/>
              <a:rect l="l" t="t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3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7848720" y="1209600"/>
              <a:ext cx="261720" cy="1371600"/>
            </a:xfrm>
            <a:custGeom>
              <a:avLst/>
              <a:gdLst/>
              <a:ahLst/>
              <a:rect l="l" t="t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320">
              <a:solidFill>
                <a:srgbClr val="cc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837720" y="1442520"/>
            <a:ext cx="70866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44928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2" marL="890640" algn="ctr">
              <a:spcBef>
                <a:spcPts val="601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295280" algn="ctr">
              <a:spcBef>
                <a:spcPts val="499"/>
              </a:spcBef>
              <a:buClr>
                <a:srgbClr val="999933"/>
              </a:buClr>
              <a:buSzPct val="75000"/>
              <a:buFont typeface="Wingdings" charset="2"/>
              <a:buChar char="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4" marL="1682640" algn="ctr">
              <a:spcBef>
                <a:spcPts val="499"/>
              </a:spcBef>
              <a:buClr>
                <a:srgbClr val="cc9900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5" marL="1682640">
              <a:spcBef>
                <a:spcPts val="499"/>
              </a:spcBef>
              <a:buClr>
                <a:srgbClr val="29292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6" marL="1682640">
              <a:spcBef>
                <a:spcPts val="499"/>
              </a:spcBef>
              <a:buClr>
                <a:srgbClr val="29292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7720" y="1442520"/>
            <a:ext cx="70866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MEU JESUS 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2285640" y="3581280"/>
            <a:ext cx="5638680" cy="190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2362320"/>
            <a:ext cx="9144000" cy="259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sofreu 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Louvai, comigo, ao Redentor!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28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Jesus! Jesus! Ó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doce o nome do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Abrasa -me com santo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980720"/>
            <a:ext cx="9144000" cy="266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C'oa meus pecados carregou, Glória! Glória ao meu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sobre a cruz me resgatou.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28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Jesus! Jesus! Ó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doce o nome do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Abrasa -me com santo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1828800"/>
            <a:ext cx="9144000" cy="274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perdoado estou,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com certeza, ao céu eu vou!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28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Jesus! Jesus! Ó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doce o nome do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Abrasa -me com santo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1828800"/>
            <a:ext cx="9144000" cy="274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quando a guerra aqui findar,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melhor, eu vou cantar,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Jesus!  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28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Jesus! Jesus! Ó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doce o nome do Senhor;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Abrasa -me com santo amor;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meu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2005-12-22T21:49:40Z</dcterms:created>
  <dc:creator>Junior</dc:creator>
  <dc:description/>
  <dc:language>pt-BR</dc:language>
  <cp:lastModifiedBy>Junior</cp:lastModifiedBy>
  <dcterms:modified xsi:type="dcterms:W3CDTF">2006-02-12T20:33:54Z</dcterms:modified>
  <cp:revision>2</cp:revision>
  <dc:subject/>
  <dc:title>31 GLÓRIA AO MEU JESUS  </dc:title>
</cp:coreProperties>
</file>