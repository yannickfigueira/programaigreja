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648A27-1FAD-48F0-83A1-0D6F637E8F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22CA4-C623-488B-A0B5-A63294B4BC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DA9EF0-812F-4AB2-8D9E-96CDC2B71AB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FOI COM OURO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os salvos do Senhor, Caminhemos com valor;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guarda o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a nossa salvação.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foi com ouro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comprou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com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Vertido lá na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que somos salvos,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sem temer,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por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mal vencer.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morte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Recebemos vida e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abismo de horror,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temos mais nenhum temor.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foi com ouro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comprou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com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Vertido lá na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que somos salvos,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sem temer,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por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mal vencer.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Seguiremos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nos guia ao Criador;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concede paz real,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dá repouso eternal!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foi com ouro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comprou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com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Vertido lá na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que somos salvos,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sem temer,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por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mal vencer.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não tens salvação,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já teu coração.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Cristo te salvar,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o céu te preparar.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foi com ouro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comprou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com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Vertido lá na cruz;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que somos salvos,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sem temer,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por Seu sangue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mal vencer.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2005-12-23T20:00:23Z</dcterms:created>
  <dc:creator>Junior</dc:creator>
  <dc:description/>
  <dc:language>pt-BR</dc:language>
  <cp:lastModifiedBy>Junior</cp:lastModifiedBy>
  <dcterms:modified xsi:type="dcterms:W3CDTF">2005-12-23T20:00:33Z</dcterms:modified>
  <cp:revision>1</cp:revision>
  <dc:subject/>
  <dc:title>231 NÃO FOI COM OURO </dc:title>
</cp:coreProperties>
</file>