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F994FA-5C85-4319-A49F-A80D89A894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EDE026-5006-491C-B40D-372958E0BE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670F0C-BCBE-4DA2-B079-F3EB60E2DA82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1828440"/>
            <a:ext cx="9144000" cy="16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217</a:t>
            </a:r>
            <a:br>
              <a:rPr sz="4000"/>
            </a:br>
            <a:r>
              <a:rPr b="1" i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SUA VOZ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com voz amorosa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Chama-te pra Sua luz,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Torna tua alma ditosa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carregares a cruz.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Sua voz a chamar!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te quer libertar;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Fala com voz amorosa: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“Paz hoje quero te dar”.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que voltar não procuras,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mau caminho em que estás?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fim do qual amarguras,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eterna dor sofrerás.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Sua voz a chamar!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te quer libertar;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Fala com voz amorosa: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“Paz hoje quero te dar”.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Mui breve irás encontrar-te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Perante a morte, que atroz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Vai, sem piedade, levar-te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não ouças Sua voz!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Sua voz a chamar!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te quer libertar;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Fala com voz amorosa: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“Paz hoje quero te dar”.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Sua voz amorosa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Como persiste. a chamar;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Sua mão poderosa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te quer libertar.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19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Ouve Sua voz a chamar!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te quer libertar;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Fala com voz amorosa: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“Paz hoje quero te dar”.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2005-12-23T18:56:54Z</dcterms:created>
  <dc:creator>Junior</dc:creator>
  <dc:description/>
  <dc:language>pt-BR</dc:language>
  <cp:lastModifiedBy>Junior</cp:lastModifiedBy>
  <dcterms:modified xsi:type="dcterms:W3CDTF">2005-12-23T18:57:10Z</dcterms:modified>
  <cp:revision>1</cp:revision>
  <dc:subject/>
  <dc:title>217 OUVE SUA VOZ </dc:title>
</cp:coreProperties>
</file>