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11A95E-9C7B-4F8C-AE5A-F82593B672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E9E4A5-E044-4082-B537-97C343231D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BF30C65-071B-41B6-B9A0-7888D099CF5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19047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508 - Sua Palavra Revelada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Justa, explícita e mui pura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a lei do meu Senhor;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os tristes dá ventura,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Libertando-os do temor.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Palavra revelada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caudal de gran poder.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Donde a alma atribulada,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Pode a seu sabor beber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 para o céu tão belo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está teu Redentor;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sempre cesse o duelo;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Faze a paz com teu Senhor.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Clama ao Salvador, e a alma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Lhe entrega, ó pecador!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paz dará e calma,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Dando fim à tua dor!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2005-12-24T11:43:34Z</dcterms:created>
  <dc:creator>Junior</dc:creator>
  <dc:description/>
  <dc:language>pt-BR</dc:language>
  <cp:lastModifiedBy>Junior</cp:lastModifiedBy>
  <dcterms:modified xsi:type="dcterms:W3CDTF">2005-12-24T11:43:36Z</dcterms:modified>
  <cp:revision>1</cp:revision>
  <dc:subject/>
  <dc:title>508 - Sua Palavra Revelada </dc:title>
</cp:coreProperties>
</file>