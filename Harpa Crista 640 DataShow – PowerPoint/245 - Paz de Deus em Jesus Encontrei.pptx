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jpeg" ContentType="image/jpeg"/>
  <Override PartName="/ppt/media/image2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33520" y="228600"/>
            <a:ext cx="7238880" cy="83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616143"/>
              </a:solidFill>
              <a:effectLst/>
              <a:uFillTx/>
              <a:latin typeface="Tahom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33520" y="1981080"/>
            <a:ext cx="7238880" cy="457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e28e28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e28e28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e28e28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e28e28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e28e28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C0B7DA-7C5E-4453-825A-D828EA23611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361960" y="2057040"/>
            <a:ext cx="65530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616143"/>
              </a:solidFill>
              <a:effectLst/>
              <a:uFillTx/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9C6947-DFBE-4BEA-BAC7-DC9CDB20348E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616143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e28e28"/>
              </a:buClr>
              <a:buSzPct val="75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e28e28"/>
              </a:buClr>
              <a:buSzPct val="75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e28e28"/>
              </a:buClr>
              <a:buSzPct val="75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331640" y="2057400"/>
            <a:ext cx="7583400" cy="209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245</a:t>
            </a:r>
            <a:br>
              <a:rPr sz="4000"/>
            </a:br>
            <a:r>
              <a:rPr b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PAZ DE DEUS EM JESUS ENCONTREI</a:t>
            </a:r>
            <a:endParaRPr b="0" lang="pt-BR" sz="4000" strike="noStrike" u="none">
              <a:solidFill>
                <a:srgbClr val="616143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1628640"/>
            <a:ext cx="8229600" cy="316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A paz e gozo Jesus já me deu, </a:t>
            </a:r>
            <a:br>
              <a:rPr sz="4000"/>
            </a:b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Ele p'ra isso ao mundo baixou; </a:t>
            </a:r>
            <a:br>
              <a:rPr sz="4000"/>
            </a:b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Para salvar-me, Seu sangue verteu, </a:t>
            </a:r>
            <a:br>
              <a:rPr sz="4000"/>
            </a:b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Quando por mim na cruz expirou.</a:t>
            </a:r>
            <a:endParaRPr b="0" lang="pt-BR" sz="4000" strike="noStrike" u="none">
              <a:solidFill>
                <a:srgbClr val="616143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50560" y="1700280"/>
            <a:ext cx="8893080" cy="252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Paz de Deus em Jesus encontrei, </a:t>
            </a:r>
            <a:br>
              <a:rPr sz="4000"/>
            </a:b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Pois tenho gozo no coração; </a:t>
            </a:r>
            <a:br>
              <a:rPr sz="4000"/>
            </a:b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Honra e glória tributarei</a:t>
            </a:r>
            <a:br>
              <a:rPr sz="4000"/>
            </a:b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Ao que me trouxe a salvação.</a:t>
            </a:r>
            <a:endParaRPr b="0" lang="pt-BR" sz="4000" strike="noStrike" u="none">
              <a:solidFill>
                <a:srgbClr val="616143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12480" y="1773000"/>
            <a:ext cx="7931160" cy="287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A paz e gozo desfruto enfim,</a:t>
            </a:r>
            <a:br>
              <a:rPr sz="4000"/>
            </a:b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Por Jesus Cristo, o meu Redentor; </a:t>
            </a:r>
            <a:br>
              <a:rPr sz="4000"/>
            </a:b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Um amor santo, oh, tenho em mim, Que alcancei do Consolador!</a:t>
            </a:r>
            <a:r>
              <a:rPr b="0" lang="en-US" sz="44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616143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68000" y="1844280"/>
            <a:ext cx="8893080" cy="252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Paz de Deus em Jesus encontrei, </a:t>
            </a:r>
            <a:br>
              <a:rPr sz="4000"/>
            </a:b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Pois tenho gozo no coração; </a:t>
            </a:r>
            <a:br>
              <a:rPr sz="4000"/>
            </a:b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Honra e glória tributarei</a:t>
            </a:r>
            <a:br>
              <a:rPr sz="4000"/>
            </a:b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Ao que me trouxe a salvação.</a:t>
            </a:r>
            <a:endParaRPr b="0" lang="pt-BR" sz="4000" strike="noStrike" u="none">
              <a:solidFill>
                <a:srgbClr val="616143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58560" y="1915920"/>
            <a:ext cx="7427880" cy="381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A paz e gozo tem meu coração,</a:t>
            </a:r>
            <a:br>
              <a:rPr sz="4000"/>
            </a:b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Vida celeste, repleta de amor;</a:t>
            </a:r>
            <a:br>
              <a:rPr sz="4000"/>
            </a:b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Cristo me deu a real salvação,</a:t>
            </a:r>
            <a:br>
              <a:rPr sz="4000"/>
            </a:b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Também o dom do Consolador.</a:t>
            </a: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	</a:t>
            </a:r>
            <a:br>
              <a:rPr sz="4000"/>
            </a:b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	</a:t>
            </a: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	</a:t>
            </a: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	</a:t>
            </a: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	</a:t>
            </a: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	</a:t>
            </a: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	</a:t>
            </a:r>
            <a:r>
              <a:rPr b="0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	</a:t>
            </a:r>
            <a:r>
              <a:rPr b="0" lang="pt-BR" sz="14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P.L.M.</a:t>
            </a:r>
            <a:r>
              <a:rPr b="0" lang="en-US" sz="44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616143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9640" y="1988640"/>
            <a:ext cx="8893440" cy="252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Paz de Deus em Jesus encontrei, </a:t>
            </a:r>
            <a:br>
              <a:rPr sz="4000"/>
            </a:b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Pois tenho gozo no coração; </a:t>
            </a:r>
            <a:br>
              <a:rPr sz="4000"/>
            </a:b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Honra e glória tributarei</a:t>
            </a:r>
            <a:br>
              <a:rPr sz="4000"/>
            </a:br>
            <a:r>
              <a:rPr b="1" i="1" lang="pt-BR" sz="4000" strike="noStrike" u="none">
                <a:solidFill>
                  <a:srgbClr val="616143"/>
                </a:solidFill>
                <a:effectLst/>
                <a:uFillTx/>
                <a:latin typeface="Tahoma"/>
              </a:rPr>
              <a:t>Ao que me trouxe a salvação.</a:t>
            </a:r>
            <a:endParaRPr b="0" lang="pt-BR" sz="4000" strike="noStrike" u="none">
              <a:solidFill>
                <a:srgbClr val="616143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2005-10-16T08:39:07Z</dcterms:created>
  <dc:creator>Montagna</dc:creator>
  <dc:description/>
  <dc:language>pt-BR</dc:language>
  <cp:lastModifiedBy>Montagna</cp:lastModifiedBy>
  <dcterms:modified xsi:type="dcterms:W3CDTF">2005-10-19T08:13:24Z</dcterms:modified>
  <cp:revision>3</cp:revision>
  <dc:subject/>
  <dc:title>245 PAZ DE DEUS EM JESUS ENCONTREI</dc:title>
</cp:coreProperties>
</file>