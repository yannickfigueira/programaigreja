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F82AB39-B084-421E-A92C-25A05C63BB3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83A663-3367-4E75-9E11-D5C19BD60D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DD58D99-05BA-4FA8-804D-65FA6353042D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304560" y="2133360"/>
            <a:ext cx="84582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376 – Vamos Todos Trabalhar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Vamos todos trabalhar para o Senhor Jesus,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Nosso guia Ele é, para o campo nos conduz,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Prontos nós devemos 'star,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Jesus não vai tardar.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Subiremos para o céu, onde vamos habitar.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Reunidos em amor, com Jesus, o Salvador, Vamos sempre nos lembrar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Das palavras do Senhor: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“Orfãos não vos deixarei, mas ao Pai,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rogarei, Dar-vos o Consolador,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do céu enviarei”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discípulos ordenou, logo após ressuscitar: O Evangelho de amor,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Ide a todos, sim, pregar,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que crê se salvará, e sinais receberá,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Pelo Espírito de Deus, novas línguas falará”.  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5530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Este selo de amor foi mandado por Jesus,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cenác’lo todo encheu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poder do céu, de luz,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Compungidos, os judeus,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Creram no Rei divinal; </a:t>
            </a:r>
            <a:br>
              <a:rPr sz="3400"/>
            </a:br>
            <a:r>
              <a:rPr b="0" i="1" lang="en-US" sz="3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Aceitaram a Jesus pelo poder do sinal.</a:t>
            </a:r>
            <a:endParaRPr b="0" lang="pt-BR" sz="3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2005-12-26T19:45:02Z</dcterms:created>
  <dc:creator>Junior</dc:creator>
  <dc:description/>
  <dc:language>pt-BR</dc:language>
  <cp:lastModifiedBy>Junior</cp:lastModifiedBy>
  <dcterms:modified xsi:type="dcterms:W3CDTF">2005-12-26T19:45:04Z</dcterms:modified>
  <cp:revision>1</cp:revision>
  <dc:subject/>
  <dc:title>376 – Vamos Todos Trabalhar</dc:title>
</cp:coreProperties>
</file>