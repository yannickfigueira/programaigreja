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CBAB02-67D3-40FF-84AC-A52DEC63E41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58C069-0067-4F4D-9556-18E550AB20B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2ADB6B7-A2AF-413C-BDDF-EBDE5EA62B89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336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538 – Tu, Senhor, És Nosso Amigo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Tu, Senhor, és nosso amigo,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vieste nos salvar,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Tu, que nos tens sempre amado,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Vives para nos guardar.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2005-12-26T20:19:46Z</dcterms:created>
  <dc:creator>Junior</dc:creator>
  <dc:description/>
  <dc:language>pt-BR</dc:language>
  <cp:lastModifiedBy>Junior</cp:lastModifiedBy>
  <dcterms:modified xsi:type="dcterms:W3CDTF">2005-12-26T20:19:48Z</dcterms:modified>
  <cp:revision>1</cp:revision>
  <dc:subject/>
  <dc:title>538 – Tu, Senhor, És Nosso Amigo</dc:title>
</cp:coreProperties>
</file>