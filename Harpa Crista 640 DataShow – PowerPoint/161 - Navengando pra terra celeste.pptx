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media/image1.jpeg" ContentType="image/jpe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91960"/>
            <a:ext cx="8229600" cy="138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905120"/>
            <a:ext cx="82296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85000" lnSpcReduction="9999"/>
          </a:bodyPr>
          <a:p>
            <a:pPr marL="343080" indent="-343080">
              <a:spcBef>
                <a:spcPts val="799"/>
              </a:spcBef>
              <a:buClr>
                <a:srgbClr val="ffcc00"/>
              </a:buClr>
              <a:buSzPct val="120000"/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cc00"/>
              </a:buClr>
              <a:buSzPct val="120000"/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cc00"/>
              </a:buClr>
              <a:buSzPct val="80000"/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D223D65-0DBD-4F1A-A807-36839DA0B296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996920"/>
            <a:ext cx="777240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  <p:sp>
        <p:nvSpPr>
          <p:cNvPr id="6" name=""/>
          <p:cNvSpPr/>
          <p:nvPr/>
        </p:nvSpPr>
        <p:spPr>
          <a:xfrm>
            <a:off x="285840" y="2803680"/>
            <a:ext cx="1440" cy="3035160"/>
          </a:xfrm>
          <a:custGeom>
            <a:avLst/>
            <a:gdLst/>
            <a:ahLst/>
            <a:rect l="l" t="t" r="r" b="b"/>
            <a:pathLst>
              <a:path w="0" h="1912">
                <a:moveTo>
                  <a:pt x="0" y="0"/>
                </a:moveTo>
                <a:lnTo>
                  <a:pt x="0" y="6"/>
                </a:ln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191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4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5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B12DC1B-6894-4244-A14D-C0FCF8041B60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6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cc00"/>
              </a:buClr>
              <a:buSzPct val="120000"/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cc00"/>
              </a:buClr>
              <a:buSzPct val="80000"/>
              <a:buFont typeface="Wingdings" charset="2"/>
              <a:buChar char="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80000"/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80000"/>
              <a:buFont typeface="Wingdings" charset="2"/>
              <a:buChar char="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85800" y="1996920"/>
            <a:ext cx="7772400" cy="1432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161</a:t>
            </a:r>
            <a:br>
              <a:rPr sz="4000"/>
            </a:br>
            <a:r>
              <a:rPr b="1" lang="pt-BR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NAVEGANDO P'RA TERRA CELESTE</a:t>
            </a:r>
            <a:br>
              <a:rPr sz="4000"/>
            </a:br>
            <a:endParaRPr b="0" lang="pt-BR" sz="40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68000" y="274680"/>
            <a:ext cx="821844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P'ra terra celeste meu barco andará,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Ali, onde os santos já estão;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Findando a noite, manhã romperá; Então, os remidos entrarão.</a:t>
            </a:r>
            <a:br>
              <a:rPr sz="3600"/>
            </a:b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50560" y="274680"/>
            <a:ext cx="843588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Sim, vou pelas terras, pelos mares também,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Alerta, Jesus me guiará;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Ele prometeu a mim,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Nunca deixar-me no mundo, porém,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Sim, levar-me ao porto, co'alegria sem fim.</a:t>
            </a:r>
            <a:br>
              <a:rPr sz="2800"/>
            </a:b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24000" y="274320"/>
            <a:ext cx="83628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Será jubiloso esse dia p'ra mim,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Em que eu chegar ao céu de luz;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Que paz e descanso, com Deus, lá sem fim! Saúdo-Te já, ó meu Jesus!</a:t>
            </a:r>
            <a:br>
              <a:rPr sz="3600"/>
            </a:b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50560" y="274680"/>
            <a:ext cx="843588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Sim, vou pelas terras, pelos mares também,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Alerta, Jesus me guiará;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Ele prometeu a mim,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Nunca deixar-me no mundo, porém,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Sim, levar-me ao porto, co'alegria sem fim.</a:t>
            </a:r>
            <a:br>
              <a:rPr sz="2800"/>
            </a:b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95280" y="274320"/>
            <a:ext cx="829152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O mundo que jazes no vil tentador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Não quero jamais em ti morar,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P'ra festa celeste eu vou com fervor,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Louvores a Cristo irei cantar!</a:t>
            </a:r>
            <a:br>
              <a:rPr sz="3600"/>
            </a:br>
            <a:endParaRPr b="0" lang="pt-BR" sz="36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250560" y="274680"/>
            <a:ext cx="843588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Sim, vou pelas terras, pelos mares também,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Alerta, Jesus me guiará;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Ele prometeu a mim,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Nunca deixar-me no mundo, porém,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Sim, levar-me ao porto, co'alegria sem fim.</a:t>
            </a:r>
            <a:br>
              <a:rPr sz="2800"/>
            </a:b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39280" y="274320"/>
            <a:ext cx="814716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Amigos, lembrai-vos que o naufragar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E fácil p'ra qualquer um de vós;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Convite, p'ras bodas, 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Jesus vos quer dar;</a:t>
            </a:r>
            <a:br>
              <a:rPr sz="36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Lugar há bastante para nós.</a:t>
            </a:r>
            <a:r>
              <a:rPr b="0" lang="en-US" sz="40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	</a:t>
            </a:r>
            <a:br>
              <a:rPr sz="4000"/>
            </a:b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	</a:t>
            </a: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                                                                                                                    J.Car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50560" y="274680"/>
            <a:ext cx="843588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Sim, vou pelas terras, pelos mares também,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Alerta, Jesus me guiará;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Ele prometeu a mim, 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Nunca deixar-me no mundo, porém,</a:t>
            </a:r>
            <a:br>
              <a:rPr sz="2800"/>
            </a:br>
            <a:r>
              <a:rPr b="1" i="1" lang="en-US" sz="2800" strike="noStrike" u="none">
                <a:solidFill>
                  <a:srgbClr val="ffffff"/>
                </a:solidFill>
                <a:effectLst/>
                <a:uFillTx/>
                <a:latin typeface="Georgia"/>
              </a:rPr>
              <a:t>Sim, levar-me ao porto, co'alegria sem fim.</a:t>
            </a:r>
            <a:br>
              <a:rPr sz="2800"/>
            </a:br>
            <a:endParaRPr b="0" lang="pt-BR" sz="28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2005-10-16T01:26:30Z</dcterms:created>
  <dc:creator>Montagna</dc:creator>
  <dc:description/>
  <dc:language>pt-BR</dc:language>
  <cp:lastModifiedBy>Junior</cp:lastModifiedBy>
  <dcterms:modified xsi:type="dcterms:W3CDTF">2005-10-17T12:33:23Z</dcterms:modified>
  <cp:revision>3</cp:revision>
  <dc:subject/>
  <dc:title>161 - NAVEGANDO P'RA TERRA CELESTE </dc:title>
</cp:coreProperties>
</file>