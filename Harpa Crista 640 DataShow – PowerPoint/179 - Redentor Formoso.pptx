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20B5FD-7A5C-4466-93FD-8A9F1E9DDF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4B7135-5AF5-4DEF-999C-2CD5374548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92FAE2-FED8-4E64-AE87-69817A9812B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9810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179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REDENTOR FORMOSO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Redentor formoso e belo,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habitas em alvor;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minh'alma eu anelo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ser como és Tu, Senhor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um dia vá, remido,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eu ver o Redentor!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eu tiver cumprido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querer, por Seu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olhos, ó retira,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mundo de horror,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minh’alma em Ti remira 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graça e Teu favor.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um dia vá, remido,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eu ver o Redentor!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eu tiver cumprido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querer, por Seu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a noite se avança;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Bela estrela vai nascer,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Temos nós a esperança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Dum eterno e gran prazer.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um dia vá, remido,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eu ver o Redentor!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eu tiver cumprido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querer, por Seu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mão, ó me sustente,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Humilhado aos Teus pés,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alma e com a mente,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verdadeira fé.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um dia vá, remido,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eu ver o Redentor!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que eu tiver cumprido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querer, por Seu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2005-12-23T13:31:25Z</dcterms:created>
  <dc:creator>Junior</dc:creator>
  <dc:description/>
  <dc:language>pt-BR</dc:language>
  <cp:lastModifiedBy>Junior</cp:lastModifiedBy>
  <dcterms:modified xsi:type="dcterms:W3CDTF">2005-12-23T13:32:03Z</dcterms:modified>
  <cp:revision>1</cp:revision>
  <dc:subject/>
  <dc:title> 179 REDENTOR FORMOSO</dc:title>
</cp:coreProperties>
</file>