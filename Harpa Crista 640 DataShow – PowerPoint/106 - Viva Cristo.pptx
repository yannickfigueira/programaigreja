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E19004-FE4B-4AFE-AC71-1DF29E1137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E929D6-6FCE-4272-AA36-732934894A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525F3F-6F55-428E-A9FE-B58066F0A9A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Cristo, eterna! riqueza,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escudo, vida e firmeza,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- Oh! me faça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Reluzir no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Cristo, rocha já eleita,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verdade pura e perfeita;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sustento - gran contento,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faz andar na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Cristo, minha eterna sorte;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tesouro é depois da morte;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conforta, me exorta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viver em perfeição.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Cristo, o Senhor da glória,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aos crentes sempre dá vitória,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prometida,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p'ra nós ganhou na cruz.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Cristo, Condutor dos santos!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Viva Cristo. fortemente canto!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ama e derrama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ser, celeste paz.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2005-12-23T11:00:55Z</dcterms:created>
  <dc:creator>Junior</dc:creator>
  <dc:description/>
  <dc:language>pt-BR</dc:language>
  <cp:lastModifiedBy>Junior</cp:lastModifiedBy>
  <dcterms:modified xsi:type="dcterms:W3CDTF">2005-12-23T11:01:10Z</dcterms:modified>
  <cp:revision>1</cp:revision>
  <dc:subject/>
  <dc:title>106 VIVA CRISTO </dc:title>
</cp:coreProperties>
</file>