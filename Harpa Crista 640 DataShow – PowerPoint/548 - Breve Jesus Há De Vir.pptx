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AE893C-0B6D-4CF4-8BBF-18207AF5D0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8B80CD-4DFA-4599-BEE7-239CD05C034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83F03F4-CCFE-46D6-AB72-98BD2913D7C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548 - Breve Jesus Há De Vir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Breve Jesus há de vir lá do Céu, buscar-nos para o Lar.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Devo estar pronto, ao Jesus chegar, e assim vou para o Lar.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2005-12-26T21:10:48Z</dcterms:created>
  <dc:creator>Junior</dc:creator>
  <dc:description/>
  <dc:language>pt-BR</dc:language>
  <cp:lastModifiedBy>Junior</cp:lastModifiedBy>
  <dcterms:modified xsi:type="dcterms:W3CDTF">2005-12-26T21:10:50Z</dcterms:modified>
  <cp:revision>1</cp:revision>
  <dc:subject/>
  <dc:title>548 - Breve Jesus Há De Vir </dc:title>
</cp:coreProperties>
</file>