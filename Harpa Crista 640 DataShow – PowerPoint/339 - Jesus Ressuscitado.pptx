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7242120" cy="1981080"/>
            <a:chOff x="0" y="0"/>
            <a:chExt cx="7242120" cy="1981080"/>
          </a:xfrm>
        </p:grpSpPr>
        <p:sp>
          <p:nvSpPr>
            <p:cNvPr id="1" name=""/>
            <p:cNvSpPr/>
            <p:nvPr/>
          </p:nvSpPr>
          <p:spPr>
            <a:xfrm>
              <a:off x="0" y="925560"/>
              <a:ext cx="7122960" cy="1055520"/>
            </a:xfrm>
            <a:custGeom>
              <a:avLst/>
              <a:gdLst/>
              <a:ahLst/>
              <a:rect l="l" t="t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6a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7242120" cy="1903320"/>
            </a:xfrm>
            <a:custGeom>
              <a:avLst/>
              <a:gdLst/>
              <a:ahLst/>
              <a:rect l="l" t="t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8c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66"/>
              </a:buClr>
              <a:buSzPct val="8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BD3BECA-345E-42AB-9533-75791028FDD5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"/>
          <p:cNvGrpSpPr/>
          <p:nvPr/>
        </p:nvGrpSpPr>
        <p:grpSpPr>
          <a:xfrm>
            <a:off x="0" y="0"/>
            <a:ext cx="8458200" cy="5943600"/>
            <a:chOff x="0" y="0"/>
            <a:chExt cx="8458200" cy="5943600"/>
          </a:xfrm>
        </p:grpSpPr>
        <p:sp>
          <p:nvSpPr>
            <p:cNvPr id="9" name=""/>
            <p:cNvSpPr/>
            <p:nvPr/>
          </p:nvSpPr>
          <p:spPr>
            <a:xfrm>
              <a:off x="0" y="2286000"/>
              <a:ext cx="8183520" cy="3657600"/>
            </a:xfrm>
            <a:custGeom>
              <a:avLst/>
              <a:gdLst/>
              <a:ahLst/>
              <a:rect l="l" t="t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6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8458200" cy="5856120"/>
            </a:xfrm>
            <a:custGeom>
              <a:avLst/>
              <a:gdLst/>
              <a:ahLst/>
              <a:rect l="l" t="t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8c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PlaceHolder 1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B5D7B14-0BD8-4958-AE1F-978B8A10B026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5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cc66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339</a:t>
            </a:r>
            <a:br>
              <a:rPr sz="5400"/>
            </a:b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Jesus Ressuscitado</a:t>
            </a:r>
            <a:endParaRPr b="0" lang="pt-BR" sz="5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18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Oh! Jesus Ressuscitado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Grande é o Teu poder!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Sê comigo, ó meu amado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Dá-me graça e o saber.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533160"/>
            <a:ext cx="9144000" cy="480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Pra fazer a Tua vontade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Quero de Ti mais poder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Dá-me a Tua santidade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Quero só pra Ti viver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51920" y="457200"/>
            <a:ext cx="8991720" cy="495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Meu Senhor, Tu és meu guia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Dá-me força, vida e luz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Plena paz e alegria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Me concede, ó meu Jesus!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0" y="685440"/>
            <a:ext cx="9144000" cy="48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Pra fazer a Tua vontade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Quero de Ti mais poder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Dá-me a Tua santidade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Quero só pra Ti viver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495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És a luz tão radiosa,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 me traz consolação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Com  Tua morte dolorosa,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Tu me deste a salvação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533160"/>
            <a:ext cx="9144000" cy="510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Pra fazer a Tua vontade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Quero de Ti mais poder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Dá-me a Tua santidade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Quero só pra Ti viver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47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Quero, ó Deus agradecer-te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 Teu grande, imenso amor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Porque já me concedeste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 Real consolador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490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Pra fazer a Tua vontade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Quero de Ti mais poder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Dá-me a Tua santidade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Quero só pra Ti viver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2005-10-16T18:02:06Z</dcterms:created>
  <dc:creator>Junior</dc:creator>
  <dc:description/>
  <dc:language>pt-BR</dc:language>
  <cp:lastModifiedBy>Junior</cp:lastModifiedBy>
  <dcterms:modified xsi:type="dcterms:W3CDTF">2005-10-16T18:17:08Z</dcterms:modified>
  <cp:revision>4</cp:revision>
  <dc:subject/>
  <dc:title>339 Jesus Ressucitado</dc:title>
</cp:coreProperties>
</file>