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F63AF9-24A2-435D-896A-67A4F791DF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2F49F1-F540-4BE9-AF54-1D43185F24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6637BD5-32A3-4E24-BB46-D87B6D1A8FF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136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NOSSO SOCORRO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nosso socorro vem, ó vem, Jesus! Pois grande tristeza nos ofusca a luz;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 recorremos, vem nos dar vigor, Reveste-nos todos 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grande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nosso socorro vem, ó vem Jesus! Em Ti confiamos, és a nossa luz; Protege-nos sempre do vil tentador, Reveste-nos todos 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grande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nosso socorro vem, ó vem, Jesus! Combate o inimigo com a Tua luz;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 nós clamamos, responde, Senhor, Reveste-nos todos 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grande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nosso socorro vem, ó vem, Jesus! A plena vitória, hoje nos conduz;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Dá-nos Tua graça, poder e valor. Reveste-nos todos 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grande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2005-12-23T11:56:16Z</dcterms:created>
  <dc:creator>Junior</dc:creator>
  <dc:description/>
  <dc:language>pt-BR</dc:language>
  <cp:lastModifiedBy>Junior</cp:lastModifiedBy>
  <dcterms:modified xsi:type="dcterms:W3CDTF">2005-12-23T11:56:25Z</dcterms:modified>
  <cp:revision>1</cp:revision>
  <dc:subject/>
  <dc:title>136 JESUS, NOSSO SOCORRO </dc:title>
</cp:coreProperties>
</file>