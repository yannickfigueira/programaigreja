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643F20-5B94-428A-95C1-BBED5A979E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DC74BC-E2ED-4E6F-ADF2-FD4490E1D4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D4E05C-D74E-4A15-85AA-13700485E42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Castellar"/>
              </a:rPr>
              <a:t>15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Castellar"/>
              </a:rPr>
              <a:t>Conversão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304920"/>
            <a:ext cx="853452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Oh! Quão cego andei </a:t>
            </a:r>
            <a:br>
              <a:rPr sz="4000"/>
            </a:br>
            <a:r>
              <a:rPr b="0" lang="pt-BR" sz="40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 perdido vaguei,</a:t>
            </a:r>
            <a:br>
              <a:rPr sz="4000"/>
            </a:br>
            <a:r>
              <a:rPr b="0" lang="pt-BR" sz="40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Longe, longe do meu Salvador!</a:t>
            </a:r>
            <a:br>
              <a:rPr sz="4000"/>
            </a:br>
            <a:r>
              <a:rPr b="0" lang="pt-BR" sz="40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Mas do céu Ele desceu,</a:t>
            </a:r>
            <a:br>
              <a:rPr sz="4000"/>
            </a:br>
            <a:r>
              <a:rPr b="0" lang="pt-BR" sz="40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 Seu sangue verteu</a:t>
            </a:r>
            <a:br>
              <a:rPr sz="4000"/>
            </a:br>
            <a:r>
              <a:rPr b="0" lang="pt-BR" sz="40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Pra salvar um tão pobre pecador.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04560" y="0"/>
            <a:ext cx="883908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Foi na cruz, foi na cruz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Onde um dia eu vi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Meu pecado castigado em Jesus;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Foi ali, pela fé, que os olhos abri,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 agora me alegre em Sua luz.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Eu ouvia falar dessa graça sem par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Que do céu trouxe nosso Jesus;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Mas eu surdo me fiz, 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Converter-me não quis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Ao Senhor que por mim 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Morreu na cruz.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04560" y="0"/>
            <a:ext cx="883908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Foi na cruz, foi na cruz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Onde um dia eu vi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Meu pecado castigado em Jesus;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Foi ali, pela fé, que os olhos abri,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 agora me alegre em Sua luz.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04560" y="0"/>
            <a:ext cx="883908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Mas um dia senti meu pecado e vi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Sobre mim a espada da lei;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Apressado fugi, 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Em Jesus me escondi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 abrigo seguro Nele achei.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04560" y="0"/>
            <a:ext cx="883908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Foi na cruz, foi na cruz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Onde um dia eu vi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Meu pecado castigado em Jesus;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Foi ali, pela fé, que os olhos abri,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 agora me alegre em Sua luz.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04560" y="0"/>
            <a:ext cx="883908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Quão ditoso então, 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Este meu coração,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Conhecendo o excelso amor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Que levou meu Jesus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A sofrer lá na cruz;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Pra salvar o tão pobre pecador.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04560" y="0"/>
            <a:ext cx="883908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Foi na cruz, foi na cruz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Onde um dia eu vi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Meu pecado castigado em Jesus;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Foi ali, pela fé, que os olhos abri,</a:t>
            </a:r>
            <a:br>
              <a:rPr sz="4400"/>
            </a:br>
            <a:r>
              <a:rPr b="0" lang="pt-BR" sz="4400" strike="noStrike" u="none">
                <a:solidFill>
                  <a:srgbClr val="ffe5ff"/>
                </a:solidFill>
                <a:effectLst/>
                <a:uFillTx/>
                <a:latin typeface="Arial"/>
              </a:rPr>
              <a:t>E agora me alegre em Sua luz.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2005-10-14T18:56:40Z</dcterms:created>
  <dc:creator>Junior</dc:creator>
  <dc:description/>
  <dc:language>pt-BR</dc:language>
  <cp:lastModifiedBy>User041</cp:lastModifiedBy>
  <dcterms:modified xsi:type="dcterms:W3CDTF">2006-10-07T21:11:00Z</dcterms:modified>
  <cp:revision>4</cp:revision>
  <dc:subject/>
  <dc:title>15 Conversão</dc:title>
</cp:coreProperties>
</file>