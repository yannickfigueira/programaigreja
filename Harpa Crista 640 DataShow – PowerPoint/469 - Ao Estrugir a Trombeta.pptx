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0000ff"/>
            </a:gs>
            <a:gs pos="100000">
              <a:srgbClr val="000000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10"/>
          <p:cNvGrpSpPr/>
          <p:nvPr/>
        </p:nvGrpSpPr>
        <p:grpSpPr>
          <a:xfrm>
            <a:off x="0" y="1440"/>
            <a:ext cx="9132840" cy="6845400"/>
            <a:chOff x="0" y="1440"/>
            <a:chExt cx="9132840" cy="6845400"/>
          </a:xfrm>
        </p:grpSpPr>
        <p:sp>
          <p:nvSpPr>
            <p:cNvPr id="1" name="Freeform 3"/>
            <p:cNvSpPr/>
            <p:nvPr/>
          </p:nvSpPr>
          <p:spPr>
            <a:xfrm>
              <a:off x="5388120" y="1585800"/>
              <a:ext cx="3744720" cy="5261040"/>
            </a:xfrm>
            <a:custGeom>
              <a:avLst/>
              <a:gdLst>
                <a:gd name="GluePoint1X" fmla="*/ 1905 w 2359"/>
                <a:gd name="GluePoint1Y" fmla="*/ 3312 h 3314"/>
                <a:gd name="GluePoint2X" fmla="*/ 2358 w 2359"/>
                <a:gd name="GluePoint2Y" fmla="*/ 3313 h 3314"/>
                <a:gd name="GluePoint3X" fmla="*/ 2358 w 2359"/>
                <a:gd name="GluePoint3Y" fmla="*/ 1437 h 3314"/>
                <a:gd name="GluePoint4X" fmla="*/ 0 w 2359"/>
                <a:gd name="GluePoint4Y" fmla="*/ 0 h 3314"/>
                <a:gd name="GluePoint5X" fmla="*/ 201 w 2359"/>
                <a:gd name="GluePoint5Y" fmla="*/ 150 h 3314"/>
                <a:gd name="GluePoint6X" fmla="*/ 366 w 2359"/>
                <a:gd name="GluePoint6Y" fmla="*/ 279 h 3314"/>
                <a:gd name="GluePoint7X" fmla="*/ 552 w 2359"/>
                <a:gd name="GluePoint7Y" fmla="*/ 441 h 3314"/>
                <a:gd name="GluePoint8X" fmla="*/ 732 w 2359"/>
                <a:gd name="GluePoint8Y" fmla="*/ 612 h 3314"/>
                <a:gd name="GluePoint9X" fmla="*/ 996 w 2359"/>
                <a:gd name="GluePoint9Y" fmla="*/ 903 h 3314"/>
                <a:gd name="GluePoint10X" fmla="*/ 1230 w 2359"/>
                <a:gd name="GluePoint10Y" fmla="*/ 1212 h 3314"/>
                <a:gd name="GluePoint11X" fmla="*/ 1400 w 2359"/>
                <a:gd name="GluePoint11Y" fmla="*/ 1482 h 3314"/>
                <a:gd name="GluePoint12X" fmla="*/ 1548 w 2359"/>
                <a:gd name="GluePoint12Y" fmla="*/ 1761 h 3314"/>
                <a:gd name="GluePoint13X" fmla="*/ 1665 w 2359"/>
                <a:gd name="GluePoint13Y" fmla="*/ 2040 h 3314"/>
                <a:gd name="GluePoint14X" fmla="*/ 1751 w 2359"/>
                <a:gd name="GluePoint14Y" fmla="*/ 2295 h 3314"/>
                <a:gd name="GluePoint15X" fmla="*/ 1809 w 2359"/>
                <a:gd name="GluePoint15Y" fmla="*/ 2511 h 3314"/>
                <a:gd name="GluePoint16X" fmla="*/ 1863 w 2359"/>
                <a:gd name="GluePoint16Y" fmla="*/ 2778 h 3314"/>
                <a:gd name="GluePoint17X" fmla="*/ 1890 w 2359"/>
                <a:gd name="GluePoint17Y" fmla="*/ 3012 h 3314"/>
                <a:gd name="GluePoint18X" fmla="*/ 1905 w 2359"/>
                <a:gd name="GluePoint18Y" fmla="*/ 3312 h 331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l" t="t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rgbClr val="182f76"/>
                </a:gs>
                <a:gs pos="100000">
                  <a:srgbClr val="3366ff"/>
                </a:gs>
              </a:gsLst>
              <a:lin ang="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" name="Arc 4"/>
            <p:cNvSpPr/>
            <p:nvPr/>
          </p:nvSpPr>
          <p:spPr>
            <a:xfrm>
              <a:off x="0" y="1440"/>
              <a:ext cx="8410680" cy="6845400"/>
            </a:xfrm>
            <a:custGeom>
              <a:avLst/>
              <a:gdLst>
                <a:gd name="GluePoint1X" fmla="*/ 0 w 21600"/>
                <a:gd name="GluePoint1Y" fmla="*/ 0 h 21600"/>
                <a:gd name="GluePoint2X" fmla="*/ 5298 w 21600"/>
                <a:gd name="GluePoint2Y" fmla="*/ 4312 h 21600"/>
                <a:gd name="GluePoint3X" fmla="*/ 0 w 21600"/>
                <a:gd name="GluePoint3Y" fmla="*/ 4312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l" t="t" r="r" b="b"/>
              <a:pathLst>
                <a:path fill="none" w="21600" h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stroke="0" w="21600" h="2160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cap="rnd" w="12600">
              <a:solidFill>
                <a:srgbClr val="3366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pt-BR" sz="2400" strike="noStrike" u="non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cc66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cc66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1E2266-056F-4D53-89A1-13D25781134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3366ff"/>
              </a:buClr>
              <a:buSzPct val="8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SzPct val="90000"/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ffff"/>
              </a:buClr>
              <a:buSzPct val="6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62120" y="2438280"/>
            <a:ext cx="7913520" cy="149544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469</a:t>
            </a:r>
            <a:br>
              <a:rPr sz="4000"/>
            </a:br>
            <a:r>
              <a:rPr b="0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Estrugir a Trombeta</a:t>
            </a:r>
            <a:endParaRPr b="0" lang="pt-BR" sz="4000" strike="noStrike" u="none">
              <a:solidFill>
                <a:srgbClr val="ffcc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/>
          </p:nvPr>
        </p:nvSpPr>
        <p:spPr>
          <a:xfrm>
            <a:off x="0" y="404280"/>
            <a:ext cx="9144000" cy="57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Quando angelical trombeta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Neste mundo estrugir,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meu nome ouvirei Jesus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Pois eu creio na promessa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que Deus a vai cumprir,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Quando ouvir Jesus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Meu nome proclamar!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0" y="1052640"/>
            <a:ext cx="9144000" cy="468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Glória! Glória! Aleluia!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meu nome ouvirei Jesus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Glória! Glória! Aleluia!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Eu espero ouvir Jesus a me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0" y="476280"/>
            <a:ext cx="9144000" cy="561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Quando o céu for enrolado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o sol não der mais luz,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meu nome ouvirei Jesus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Passarão a terra, o mar,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Mas permanecerá Jesus,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Que meu nome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Vai na glória pronunciar.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539280" y="1197000"/>
            <a:ext cx="820764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Glória! Glória! Aleluia!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meu nome ouvirei Jesus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Glória! Glória! Aleluia!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Eu espero ouvir Jesus a me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0" y="549000"/>
            <a:ext cx="9144000" cy="56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Oh! Que música suave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Há de ser pra mim ouvir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meu nome Jesus cristo anunciar,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Oh! Que gozo vai minha alma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Lá nos altos céus fluir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Quando o cristo 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meu nome proclamar!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0" y="1412640"/>
            <a:ext cx="9144000" cy="460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Glória! Glória! Aleluia!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meu nome ouvirei Jesus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Glória! Glória! Aleluia!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Eu espero ouvir Jesus a me chamar;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2005-05-06T17:10:42Z</dcterms:created>
  <dc:creator>eu</dc:creator>
  <dc:description/>
  <dc:language>pt-BR</dc:language>
  <cp:lastModifiedBy>Conta da Microsoft</cp:lastModifiedBy>
  <dcterms:modified xsi:type="dcterms:W3CDTF">2025-04-20T19:35:01Z</dcterms:modified>
  <cp:revision>3</cp:revision>
  <dc:subject/>
  <dc:title>469 – Ao Estrugir a Trombeta</dc:title>
</cp:coreProperties>
</file>