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6549E3-BC00-496C-A5A8-ADDA5195D6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9ED6E9-7B3C-49CA-822B-51A79CDC6F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7960B2-0DDE-497F-86CB-D2BEBCB123A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416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Anjos aos milhares, no céu, verão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Crentes coroados também serão,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 grande alegria no céu haverá,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remidos lá hão de se encontrar,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Vestes brancas todos hão de trajar,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 grande alegria no céu haverá,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 vencedores, lá hão de estar,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tribulação não terá lugar,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 grande alegria no céu haverá,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"Cordeiro morto", (que vivo está)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sempre em glória dominará,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entrar;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 grande alegria no céu haverá,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povo salvo entrar.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2005-10-21T03:25:09Z</dcterms:created>
  <dc:creator>Montagna</dc:creator>
  <dc:description/>
  <dc:language>pt-BR</dc:language>
  <cp:lastModifiedBy>Montagna</cp:lastModifiedBy>
  <dcterms:modified xsi:type="dcterms:W3CDTF">2005-10-21T03:25:52Z</dcterms:modified>
  <cp:revision>2</cp:revision>
  <dc:subject/>
  <dc:title>416 - QUANDO O POVO SALVO ENTRAR</dc:title>
</cp:coreProperties>
</file>