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0FD1A-2ABE-4467-8072-8DAB661981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C482AD-A1BA-458F-93C1-CB45CF8D4F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B39057-F800-450A-825C-88C0C66DDF8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PEREGRINO NA TERRA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peregrino na terra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longe estou do meu lar,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Mlnh'alma anelante espera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Cristo a venha buscar;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só há descrença,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lutas não têm fim,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de Jesus, a presença,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será para mim!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de luz vou descansar,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Jesus hei de morar.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tendo já crido,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pela fé viverei,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Deus me tem prometido,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céu descansarei!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permanente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Guiando-me brandamente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fonte viva de amor.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de luz vou descansar,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Jesus hei de morar.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Embora às vezes o crente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dores sofra da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terá permanente,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no céu vir Jesus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glória coroado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trono divinal!,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anjos sempre louvado,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coro celestial.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de luz vou descansar,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Jesus hei de morar.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2005-12-23T16:03:43Z</dcterms:created>
  <dc:creator>Junior</dc:creator>
  <dc:description/>
  <dc:language>pt-BR</dc:language>
  <cp:lastModifiedBy>User041</cp:lastModifiedBy>
  <dcterms:modified xsi:type="dcterms:W3CDTF">2007-01-28T18:17:57Z</dcterms:modified>
  <cp:revision>2</cp:revision>
  <dc:subject/>
  <dc:title>204 O PEREGRINO NA TERRA </dc:title>
</cp:coreProperties>
</file>