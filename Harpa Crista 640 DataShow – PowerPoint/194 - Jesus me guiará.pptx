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6C36A1-731A-4252-93E4-E95D013E561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B1123C-C09B-425F-AC89-8B2EF228930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51F3F59-59D9-47E9-9FF7-150589549F0E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194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ME GUIARA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Há quem vele as pisadas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eu dou na sombra ou luz,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Pelas sendas escarpadas,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Velará por mim Jesus;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Pelos vales, pelos montes,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 conduz a Sua mão;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Vejo já os horizontes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Duma perene mansão.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Há quem vele as pisadas,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Minha senda traçará;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as célicas moradas,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Jesus me guiará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Há contacto que m’explica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presença do Senhor,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as manchas purifica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me livra de temor;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com a mão ferida,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Proteção me pode dar,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vejo desta vida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inquieto e forte mar.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Há quem vele as pisadas,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Minha senda traçará;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as célicas moradas,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Jesus me guiará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Há um coração amante,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infinita compaixão,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concede paz constante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contrito coração;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Há favor e liberdade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Jesus, o Salvador,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Muita graça e verdade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poder consolador.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Há quem vele as pisadas,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Minha senda traçará;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as célicas moradas,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Jesus me guiará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2005-12-23T14:49:42Z</dcterms:created>
  <dc:creator>Junior</dc:creator>
  <dc:description/>
  <dc:language>pt-BR</dc:language>
  <cp:lastModifiedBy>Junior</cp:lastModifiedBy>
  <dcterms:modified xsi:type="dcterms:W3CDTF">2005-12-23T14:49:52Z</dcterms:modified>
  <cp:revision>1</cp:revision>
  <dc:subject/>
  <dc:title>194 JESUS ME GUIARA </dc:title>
</cp:coreProperties>
</file>