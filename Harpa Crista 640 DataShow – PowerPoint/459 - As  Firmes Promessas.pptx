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A276E5-49B0-4D5A-B07E-3542F8DB30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D37B3-39F8-4E35-B2B9-99594FF107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397072-57DE-4FDB-AFD0-68FF7A7696F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459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FIRMES PROMESSAS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 mui firmes são as promessas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firmes que as montanhas são.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socorro terrestre cessa,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de Deus não falharão!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 mui firmes são as promessas,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Falhando tudo, não falharão;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das estrelas o brilho cessa,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as promessas brilharão!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 fé te falta, nos teus apertos,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Suas promessas descansa em paz.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és tentado, estou bem certo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Cristo auxílio te traz.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 mui firmes são as promessas,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Falhando tudo, não falharão;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das estrelas o brilho cessa,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as promessas brilharão!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 febre arde, se extingue a vida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quer a morte te arrebatar,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Suas promessas terás guarida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Bastante p'ra te abrigar.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 mui firmes são as promessas,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Falhando tudo, não falharão;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das estrelas o brilho cessa,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as promessas brilharão!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Promessa temos que ao céu de gozo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Virá levar-nos o Rei Jesus;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 ao crente fiel, corajoso,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Dará coroa de luz.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 mui firmes são as promessas,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Falhando tudo, não falharão;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das estrelas o brilho cessa,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as promessas brilharão!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2005-10-21T06:38:56Z</dcterms:created>
  <dc:creator>Montagna</dc:creator>
  <dc:description/>
  <dc:language>pt-BR</dc:language>
  <cp:lastModifiedBy>User041</cp:lastModifiedBy>
  <dcterms:modified xsi:type="dcterms:W3CDTF">2006-05-20T19:49:34Z</dcterms:modified>
  <cp:revision>3</cp:revision>
  <dc:subject/>
  <dc:title>459 - AS FIRMES PROMESSAS</dc:title>
</cp:coreProperties>
</file>