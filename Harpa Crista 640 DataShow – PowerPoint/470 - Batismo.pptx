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3E85D3-8BD0-43DD-872D-40FABCA51F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765227-8846-46CA-A855-23795C1CAB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93C8AD9-C98E-414E-82F2-3B261D8981A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470 - Batismo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graça. é Deus amado,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agora conceder,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que vão ser batizados,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Dá-lhes o Espírito e poder.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o Teu Espírito Santo,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Estas almas vem selar;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Dá-lhes vida e novo canto,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P’ra Tua glória conquistar.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fim de pra Ti viverem,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Mortos para o mundo estão;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Espírito receberem,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Dá-lhes puro coração.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o Teu Espírito Santo,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Estas almas vem selar;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Dá-lhes vida e novo canto,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P’ra Tua glória conquistar.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Espírito por Deus dado,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ó vem já batizar,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que hoje seus pecados,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Vêm nas águas, sepultar.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o Teu Espírito Santo,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Estas almas vem selar;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Dá-lhes vida e novo canto,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P’ra Tua glória conquistar.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contigo ressurgidos,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Teu nome louvarão;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Jerusalém, vestidos;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de branco, reinarão!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o Teu Espírito Santo,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Estas almas vem selar;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Dá-lhes vida e novo canto,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P’ra Tua glória conquistar.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2005-12-26T14:57:48Z</dcterms:created>
  <dc:creator>Junior</dc:creator>
  <dc:description/>
  <dc:language>pt-BR</dc:language>
  <cp:lastModifiedBy>Junior</cp:lastModifiedBy>
  <dcterms:modified xsi:type="dcterms:W3CDTF">2005-12-26T14:58:00Z</dcterms:modified>
  <cp:revision>1</cp:revision>
  <dc:subject/>
  <dc:title>470 - Batismo </dc:title>
</cp:coreProperties>
</file>