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56600" cy="757080"/>
            <a:chOff x="0" y="0"/>
            <a:chExt cx="9156600" cy="757080"/>
          </a:xfrm>
        </p:grpSpPr>
        <p:sp>
          <p:nvSpPr>
            <p:cNvPr id="1" name=""/>
            <p:cNvSpPr/>
            <p:nvPr/>
          </p:nvSpPr>
          <p:spPr>
            <a:xfrm>
              <a:off x="7920" y="0"/>
              <a:ext cx="9148680" cy="757080"/>
            </a:xfrm>
            <a:custGeom>
              <a:avLst/>
              <a:gdLst/>
              <a:ahLst/>
              <a:rect l="l" t="t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rgbClr val="c7c7d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155520"/>
              <a:ext cx="406440" cy="401760"/>
            </a:xfrm>
            <a:custGeom>
              <a:avLst/>
              <a:gdLst/>
              <a:ahLst/>
              <a:rect l="l" t="t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88920" y="0"/>
              <a:ext cx="1123920" cy="728640"/>
            </a:xfrm>
            <a:custGeom>
              <a:avLst/>
              <a:gdLst/>
              <a:ahLst/>
              <a:rect l="l" t="t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rgbClr val="9797b7"/>
                </a:gs>
                <a:gs pos="50000">
                  <a:srgbClr val="c7c7df"/>
                </a:gs>
                <a:gs pos="100000">
                  <a:srgbClr val="9797b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08080" y="426960"/>
              <a:ext cx="398520" cy="308160"/>
            </a:xfrm>
            <a:custGeom>
              <a:avLst/>
              <a:gdLst/>
              <a:ahLst/>
              <a:rect l="l" t="t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41440" y="0"/>
              <a:ext cx="252360" cy="114480"/>
            </a:xfrm>
            <a:custGeom>
              <a:avLst/>
              <a:gdLst/>
              <a:ahLst/>
              <a:rect l="l" t="t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74720" y="0"/>
              <a:ext cx="722160" cy="343080"/>
            </a:xfrm>
            <a:custGeom>
              <a:avLst/>
              <a:gdLst/>
              <a:ahLst/>
              <a:rect l="l" t="t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298600" y="58680"/>
              <a:ext cx="657360" cy="171360"/>
            </a:xfrm>
            <a:custGeom>
              <a:avLst/>
              <a:gdLst/>
              <a:ahLst/>
              <a:rect l="l" t="t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841480" y="0"/>
              <a:ext cx="825480" cy="357120"/>
            </a:xfrm>
            <a:custGeom>
              <a:avLst/>
              <a:gdLst/>
              <a:ahLst/>
              <a:rect l="l" t="t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084480" y="244440"/>
              <a:ext cx="684360" cy="370080"/>
            </a:xfrm>
            <a:custGeom>
              <a:avLst/>
              <a:gdLst/>
              <a:ahLst/>
              <a:rect l="l" t="t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591000" y="138240"/>
              <a:ext cx="628560" cy="360360"/>
            </a:xfrm>
            <a:custGeom>
              <a:avLst/>
              <a:gdLst/>
              <a:ahLst/>
              <a:rect l="l" t="t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594240" y="380880"/>
              <a:ext cx="819000" cy="354240"/>
            </a:xfrm>
            <a:custGeom>
              <a:avLst/>
              <a:gdLst/>
              <a:ahLst/>
              <a:rect l="l" t="t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322880" y="514440"/>
              <a:ext cx="657000" cy="158760"/>
            </a:xfrm>
            <a:custGeom>
              <a:avLst/>
              <a:gdLst/>
              <a:ahLst/>
              <a:rect l="l" t="t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024520" y="595440"/>
              <a:ext cx="237960" cy="114120"/>
            </a:xfrm>
            <a:custGeom>
              <a:avLst/>
              <a:gdLst/>
              <a:ahLst/>
              <a:rect l="l" t="t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5497560" y="423720"/>
              <a:ext cx="235080" cy="144720"/>
            </a:xfrm>
            <a:custGeom>
              <a:avLst/>
              <a:gdLst/>
              <a:ahLst/>
              <a:rect l="l" t="t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5683320" y="92160"/>
              <a:ext cx="1488960" cy="250920"/>
            </a:xfrm>
            <a:custGeom>
              <a:avLst/>
              <a:gdLst/>
              <a:ahLst/>
              <a:rect l="l" t="t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5851440" y="230040"/>
              <a:ext cx="590760" cy="155880"/>
            </a:xfrm>
            <a:custGeom>
              <a:avLst/>
              <a:gdLst/>
              <a:ahLst/>
              <a:rect l="l" t="t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rgbClr val="9797b7"/>
                </a:gs>
                <a:gs pos="100000">
                  <a:srgbClr val="c7c7d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5743440" y="488880"/>
              <a:ext cx="505080" cy="250920"/>
            </a:xfrm>
            <a:custGeom>
              <a:avLst/>
              <a:gdLst/>
              <a:ahLst/>
              <a:rect l="l" t="t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50000">
                  <a:srgbClr val="c7c7df"/>
                </a:gs>
                <a:gs pos="100000">
                  <a:srgbClr val="9797b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418000" y="461880"/>
              <a:ext cx="603360" cy="276480"/>
            </a:xfrm>
            <a:custGeom>
              <a:avLst/>
              <a:gdLst/>
              <a:ahLst/>
              <a:rect l="l" t="t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632640" y="297000"/>
              <a:ext cx="830160" cy="109440"/>
            </a:xfrm>
            <a:custGeom>
              <a:avLst/>
              <a:gdLst/>
              <a:ahLst/>
              <a:rect l="l" t="t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443720" y="295200"/>
              <a:ext cx="852480" cy="190440"/>
            </a:xfrm>
            <a:custGeom>
              <a:avLst/>
              <a:gdLst/>
              <a:ahLst/>
              <a:rect l="l" t="t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50000">
                  <a:srgbClr val="c7c7df"/>
                </a:gs>
                <a:gs pos="100000">
                  <a:srgbClr val="9797b7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7886880" y="495360"/>
              <a:ext cx="1269720" cy="226800"/>
            </a:xfrm>
            <a:custGeom>
              <a:avLst/>
              <a:gdLst/>
              <a:ahLst/>
              <a:rect l="l" t="t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rgbClr val="9797b7"/>
                </a:gs>
                <a:gs pos="50000">
                  <a:srgbClr val="c7c7df"/>
                </a:gs>
                <a:gs pos="100000">
                  <a:srgbClr val="9797b7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42360" y="380880"/>
              <a:ext cx="638280" cy="182520"/>
            </a:xfrm>
            <a:custGeom>
              <a:avLst/>
              <a:gdLst/>
              <a:ahLst/>
              <a:rect l="l" t="t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3" name=""/>
          <p:cNvGrpSpPr/>
          <p:nvPr/>
        </p:nvGrpSpPr>
        <p:grpSpPr>
          <a:xfrm>
            <a:off x="0" y="6180120"/>
            <a:ext cx="9169560" cy="138240"/>
            <a:chOff x="0" y="6180120"/>
            <a:chExt cx="9169560" cy="138240"/>
          </a:xfrm>
        </p:grpSpPr>
        <p:sp>
          <p:nvSpPr>
            <p:cNvPr id="24" name=""/>
            <p:cNvSpPr/>
            <p:nvPr/>
          </p:nvSpPr>
          <p:spPr>
            <a:xfrm>
              <a:off x="6415200" y="6203880"/>
              <a:ext cx="2754360" cy="114480"/>
            </a:xfrm>
            <a:custGeom>
              <a:avLst/>
              <a:gdLst/>
              <a:ahLst/>
              <a:rect l="l" t="t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741760" y="6189480"/>
              <a:ext cx="4214520" cy="95400"/>
            </a:xfrm>
            <a:custGeom>
              <a:avLst/>
              <a:gdLst/>
              <a:ahLst/>
              <a:rect l="l" t="t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0" y="6180120"/>
              <a:ext cx="3240000" cy="98280"/>
            </a:xfrm>
            <a:custGeom>
              <a:avLst/>
              <a:gdLst/>
              <a:ahLst/>
              <a:rect l="l" t="t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rgbClr val="c7c7df"/>
                </a:gs>
                <a:gs pos="100000">
                  <a:srgbClr val="9797b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pt-BR" sz="2400" strike="noStrike" u="none">
                <a:solidFill>
                  <a:srgbClr val="545472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76788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660066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660066"/>
              </a:solidFill>
              <a:effectLst/>
              <a:uFillTx/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SzPct val="100000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SzPct val="100000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SzPct val="100000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SzPct val="100000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SzPct val="100000"/>
              <a:buBlip>
                <a:blip r:embed="rId9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"/>
          </p:nvPr>
        </p:nvSpPr>
        <p:spPr>
          <a:xfrm>
            <a:off x="664920" y="636732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2"/>
          </p:nvPr>
        </p:nvSpPr>
        <p:spPr>
          <a:xfrm>
            <a:off x="3103200" y="63673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3"/>
          </p:nvPr>
        </p:nvSpPr>
        <p:spPr>
          <a:xfrm>
            <a:off x="6532560" y="63673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E1CC29-B4CB-4F2A-ABA4-321B304B0ED3}" type="slidenum">
              <a:rPr b="0" lang="pt-BR" sz="1400" strike="noStrike" u="none">
                <a:solidFill>
                  <a:srgbClr val="545472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85800" y="1676160"/>
            <a:ext cx="7848720" cy="190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660066"/>
                </a:solidFill>
                <a:effectLst/>
                <a:uFillTx/>
                <a:latin typeface="Tahoma"/>
              </a:rPr>
              <a:t>181  </a:t>
            </a:r>
            <a:br>
              <a:rPr sz="4400"/>
            </a:br>
            <a:r>
              <a:rPr b="0" lang="pt-BR" sz="4400" strike="noStrike" u="none">
                <a:solidFill>
                  <a:srgbClr val="660066"/>
                </a:solidFill>
                <a:effectLst/>
                <a:uFillTx/>
                <a:latin typeface="Tahoma"/>
              </a:rPr>
              <a:t>Vem Celeste Redentor</a:t>
            </a:r>
            <a:endParaRPr b="0" lang="pt-BR" sz="4400" strike="noStrike" u="none">
              <a:solidFill>
                <a:srgbClr val="660066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/>
          </p:nvPr>
        </p:nvSpPr>
        <p:spPr>
          <a:xfrm>
            <a:off x="60948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Vem, Senhor, do bem a fonte,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Vem, Celeste Redentor,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Ajudar-me a entoar-te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Dignos hinos de louvor;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/>
          </p:nvPr>
        </p:nvSpPr>
        <p:spPr>
          <a:xfrm>
            <a:off x="685800" y="12952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Tu, Jesus, por mim morreste,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Quero só pra Ti viver;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Quero em todos os momentos 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Tua benção receber.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609480" y="12952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Era pobre desgarrado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Quando Cristo me buscou;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Para me salvar do inferno 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O seu sangue derramou;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/>
          </p:nvPr>
        </p:nvSpPr>
        <p:spPr>
          <a:xfrm>
            <a:off x="60948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Em sua morte tão penosa,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Paz, perdão e vida achei,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E com Ele eternamente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Sua glória fluirei.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60948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De tua graça, ó meu amado,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Sou contínuo devedor;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Mais e mais a Ti me atrai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Pelo teu divino amor;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/>
          </p:nvPr>
        </p:nvSpPr>
        <p:spPr>
          <a:xfrm>
            <a:off x="609480" y="12952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Sou ingrato, e bem conheço,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Peço, meu Senhor, perdão;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Tira-me do vil pecado,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545472"/>
                </a:solidFill>
                <a:effectLst/>
                <a:uFillTx/>
                <a:latin typeface="Tahoma"/>
              </a:rPr>
              <a:t>Rege Tu meu coração.</a:t>
            </a:r>
            <a:endParaRPr b="0" lang="pt-BR" sz="4400" strike="noStrike" u="none">
              <a:solidFill>
                <a:srgbClr val="545472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2005-05-06T17:36:13Z</dcterms:created>
  <dc:creator>eu</dc:creator>
  <dc:description/>
  <dc:language>pt-BR</dc:language>
  <cp:lastModifiedBy>Junior</cp:lastModifiedBy>
  <dcterms:modified xsi:type="dcterms:W3CDTF">2005-09-18T19:28:51Z</dcterms:modified>
  <cp:revision>2</cp:revision>
  <dc:subject/>
  <dc:title>181 – Vem Celeste Redentor</dc:title>
</cp:coreProperties>
</file>