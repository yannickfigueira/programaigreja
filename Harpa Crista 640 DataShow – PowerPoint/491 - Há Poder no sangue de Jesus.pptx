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3600" y="1422360"/>
            <a:ext cx="9143640" cy="5435640"/>
            <a:chOff x="3600" y="1422360"/>
            <a:chExt cx="9143640" cy="5435640"/>
          </a:xfrm>
        </p:grpSpPr>
        <p:grpSp>
          <p:nvGrpSpPr>
            <p:cNvPr id="1" name=""/>
            <p:cNvGrpSpPr/>
            <p:nvPr/>
          </p:nvGrpSpPr>
          <p:grpSpPr>
            <a:xfrm>
              <a:off x="31680" y="1422360"/>
              <a:ext cx="9115560" cy="5435640"/>
              <a:chOff x="31680" y="1422360"/>
              <a:chExt cx="9115560" cy="5435640"/>
            </a:xfrm>
          </p:grpSpPr>
          <p:sp>
            <p:nvSpPr>
              <p:cNvPr id="2" name=""/>
              <p:cNvSpPr/>
              <p:nvPr/>
            </p:nvSpPr>
            <p:spPr>
              <a:xfrm>
                <a:off x="2220840" y="1771560"/>
                <a:ext cx="4469040" cy="3349800"/>
              </a:xfrm>
              <a:custGeom>
                <a:avLst/>
                <a:gdLst/>
                <a:ahLst/>
                <a:rect l="l" t="t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1066680" y="1771560"/>
                <a:ext cx="6296040" cy="3756240"/>
              </a:xfrm>
              <a:custGeom>
                <a:avLst/>
                <a:gdLst/>
                <a:ahLst/>
                <a:rect l="l" t="t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31680" y="1697040"/>
                <a:ext cx="9099720" cy="4932360"/>
              </a:xfrm>
              <a:custGeom>
                <a:avLst/>
                <a:gdLst/>
                <a:ahLst/>
                <a:rect l="l" t="t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384120" y="1817640"/>
                <a:ext cx="8750520" cy="4381560"/>
              </a:xfrm>
              <a:custGeom>
                <a:avLst/>
                <a:gdLst/>
                <a:ahLst/>
                <a:rect l="l" t="t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7683480" y="1562040"/>
                <a:ext cx="1254240" cy="1887480"/>
              </a:xfrm>
              <a:custGeom>
                <a:avLst/>
                <a:gdLst/>
                <a:ahLst/>
                <a:rect l="l" t="t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8211960" y="1422360"/>
                <a:ext cx="919440" cy="1773360"/>
              </a:xfrm>
              <a:custGeom>
                <a:avLst/>
                <a:gdLst/>
                <a:ahLst/>
                <a:rect l="l" t="t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224320" y="1536840"/>
                <a:ext cx="3922920" cy="3803400"/>
              </a:xfrm>
              <a:custGeom>
                <a:avLst/>
                <a:gdLst/>
                <a:ahLst/>
                <a:rect l="l" t="t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3755880" y="1693800"/>
                <a:ext cx="2221200" cy="2141640"/>
              </a:xfrm>
              <a:custGeom>
                <a:avLst/>
                <a:gdLst/>
                <a:ahLst/>
                <a:rect l="l" t="t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86720" y="3224160"/>
                <a:ext cx="1993680" cy="1285920"/>
              </a:xfrm>
              <a:custGeom>
                <a:avLst/>
                <a:gdLst/>
                <a:ahLst/>
                <a:rect l="l" t="t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4626000" y="5518080"/>
                <a:ext cx="4521240" cy="1251000"/>
              </a:xfrm>
              <a:custGeom>
                <a:avLst/>
                <a:gdLst/>
                <a:ahLst/>
                <a:rect l="l" t="t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8640720" y="1463760"/>
                <a:ext cx="506520" cy="1355760"/>
              </a:xfrm>
              <a:custGeom>
                <a:avLst/>
                <a:gdLst/>
                <a:ahLst/>
                <a:rect l="l" t="t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7864560" y="5664240"/>
                <a:ext cx="1025280" cy="622440"/>
              </a:xfrm>
              <a:custGeom>
                <a:avLst/>
                <a:gdLst/>
                <a:ahLst/>
                <a:rect l="l" t="t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79200" y="3809880"/>
                <a:ext cx="4343400" cy="3048120"/>
              </a:xfrm>
              <a:custGeom>
                <a:avLst/>
                <a:gdLst/>
                <a:ahLst/>
                <a:rect l="l" t="t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3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" name=""/>
            <p:cNvGrpSpPr/>
            <p:nvPr/>
          </p:nvGrpSpPr>
          <p:grpSpPr>
            <a:xfrm>
              <a:off x="3600" y="3639960"/>
              <a:ext cx="2193840" cy="2694240"/>
              <a:chOff x="3600" y="3639960"/>
              <a:chExt cx="2193840" cy="2694240"/>
            </a:xfrm>
          </p:grpSpPr>
          <p:sp>
            <p:nvSpPr>
              <p:cNvPr id="16" name=""/>
              <p:cNvSpPr/>
              <p:nvPr/>
            </p:nvSpPr>
            <p:spPr>
              <a:xfrm rot="6798600">
                <a:off x="99000" y="6163560"/>
                <a:ext cx="11916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 rot="6798600">
                <a:off x="52920" y="615852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 rot="6798600">
                <a:off x="10080" y="6150960"/>
                <a:ext cx="118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 rot="5999400">
                <a:off x="332280" y="6165000"/>
                <a:ext cx="109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 rot="5999400">
                <a:off x="289080" y="6172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 rot="6249600">
                <a:off x="241560" y="617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 rot="6237600">
                <a:off x="195120" y="6168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 rot="5380200">
                <a:off x="576360" y="6141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 rot="5380200">
                <a:off x="527400" y="6145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 rot="5583000">
                <a:off x="479880" y="61538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 rot="5737200">
                <a:off x="429480" y="616176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 rot="4715400">
                <a:off x="819360" y="60775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 rot="4924800">
                <a:off x="771840" y="6085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 rot="4924800">
                <a:off x="723960" y="6107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 rot="5041200">
                <a:off x="676440" y="6112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 rot="3816600">
                <a:off x="1054800" y="59713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 rot="3816600">
                <a:off x="1006920" y="5999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 rot="4104000">
                <a:off x="961200" y="6017400"/>
                <a:ext cx="997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 rot="4324800">
                <a:off x="912960" y="60379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 rot="3367800">
                <a:off x="1268640" y="58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 rot="3367800">
                <a:off x="1225800" y="58712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 rot="3367800">
                <a:off x="1182960" y="5899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 rot="3816600">
                <a:off x="1138680" y="5926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 rot="2302200">
                <a:off x="1464840" y="5694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 rot="2302200">
                <a:off x="1426680" y="57240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 rot="2707200">
                <a:off x="1391040" y="57553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 rot="2707200">
                <a:off x="1349640" y="5783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 rot="1525800">
                <a:off x="1630080" y="55130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 rot="1525800">
                <a:off x="1601280" y="55512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 rot="1788000">
                <a:off x="1571400" y="55864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 rot="1788000">
                <a:off x="1537920" y="5626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"/>
              <p:cNvSpPr/>
              <p:nvPr/>
            </p:nvSpPr>
            <p:spPr>
              <a:xfrm rot="841200">
                <a:off x="1766520" y="5326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 rot="841200">
                <a:off x="1746360" y="536256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 rot="1308600">
                <a:off x="1724040" y="54036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 rot="1308600">
                <a:off x="1689120" y="54367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 rot="469800">
                <a:off x="1860120" y="5119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 rot="559800">
                <a:off x="1844640" y="51591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"/>
              <p:cNvSpPr/>
              <p:nvPr/>
            </p:nvSpPr>
            <p:spPr>
              <a:xfrm rot="733800">
                <a:off x="1832040" y="5200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 rot="733800">
                <a:off x="1810800" y="5245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 rot="21306000">
                <a:off x="1922040" y="491472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 rot="21599400">
                <a:off x="1906560" y="49557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 rot="21599400">
                <a:off x="1905120" y="49953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 rot="213600">
                <a:off x="1887480" y="50371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 rot="20917200">
                <a:off x="1935000" y="4706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 rot="21119400">
                <a:off x="1936440" y="4748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 rot="21119400">
                <a:off x="1936440" y="4786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 rot="21329400">
                <a:off x="1935000" y="4827240"/>
                <a:ext cx="12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 rot="20467200">
                <a:off x="1916280" y="451332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 rot="20630400">
                <a:off x="1925280" y="45464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"/>
              <p:cNvSpPr/>
              <p:nvPr/>
            </p:nvSpPr>
            <p:spPr>
              <a:xfrm rot="20630400">
                <a:off x="1929960" y="4584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"/>
              <p:cNvSpPr/>
              <p:nvPr/>
            </p:nvSpPr>
            <p:spPr>
              <a:xfrm rot="20793600">
                <a:off x="1934640" y="46274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 rot="20055600">
                <a:off x="1849320" y="4328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 rot="20257800">
                <a:off x="1866600" y="4368600"/>
                <a:ext cx="136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 rot="20257800">
                <a:off x="1879200" y="4404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 rot="20257800">
                <a:off x="1895040" y="44366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 rot="19671000">
                <a:off x="1747800" y="4172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 rot="19755600">
                <a:off x="1767960" y="41990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 rot="19847400">
                <a:off x="1792080" y="4233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 rot="19847400">
                <a:off x="1812600" y="4260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 rot="19132800">
                <a:off x="1609560" y="402876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 rot="19132800">
                <a:off x="1643040" y="4059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 rot="19132800">
                <a:off x="1666800" y="4086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 rot="19257600">
                <a:off x="1695600" y="4111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771480" y="4068720"/>
                <a:ext cx="285840" cy="239760"/>
              </a:xfrm>
              <a:custGeom>
                <a:avLst/>
                <a:gdLst/>
                <a:ahLst/>
                <a:rect l="l" t="t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 rot="6575400">
                <a:off x="-344520" y="4981320"/>
                <a:ext cx="1946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 rot="238200">
                <a:off x="6120" y="4994280"/>
                <a:ext cx="16365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 rot="18642600">
                <a:off x="1440720" y="39247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 rot="18642600">
                <a:off x="1477080" y="394524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 rot="18642600">
                <a:off x="1514520" y="3963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 rot="18938400">
                <a:off x="1546200" y="398268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 rot="17961000">
                <a:off x="1251360" y="3850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 rot="17961000">
                <a:off x="1294200" y="38628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 rot="18085200">
                <a:off x="1329480" y="387360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 rot="18379200">
                <a:off x="1369440" y="389304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 rot="17261400">
                <a:off x="1031040" y="380268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 rot="17349600">
                <a:off x="1074960" y="381168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 rot="17349600">
                <a:off x="1122840" y="3819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 rot="17611200">
                <a:off x="1170720" y="382644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 rot="16737600">
                <a:off x="799200" y="380052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 rot="16926600">
                <a:off x="846720" y="37976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 rot="16953000">
                <a:off x="894600" y="3792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 rot="17019600">
                <a:off x="943560" y="379476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 rot="16404600">
                <a:off x="564120" y="383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 rot="16239000">
                <a:off x="612000" y="38232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 rot="16311000">
                <a:off x="664200" y="3817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 rot="16434600">
                <a:off x="713520" y="38088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 rot="15467400">
                <a:off x="327600" y="3900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"/>
              <p:cNvSpPr/>
              <p:nvPr/>
            </p:nvSpPr>
            <p:spPr>
              <a:xfrm rot="15379200">
                <a:off x="376920" y="38851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"/>
              <p:cNvSpPr/>
              <p:nvPr/>
            </p:nvSpPr>
            <p:spPr>
              <a:xfrm rot="15489000">
                <a:off x="423000" y="38692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 rot="15680400">
                <a:off x="464040" y="385200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 rot="14223600">
                <a:off x="8640" y="40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 rot="14431200">
                <a:off x="102240" y="399420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 rot="14797200">
                <a:off x="146520" y="397080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 rot="14797200">
                <a:off x="189360" y="3954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 rot="15142200">
                <a:off x="238680" y="393228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 rot="19723200">
                <a:off x="0" y="53384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 rot="3283800">
                <a:off x="810360" y="552132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 rot="3283800">
                <a:off x="54720" y="444168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 rot="19723200">
                <a:off x="1111320" y="4525920"/>
                <a:ext cx="5032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 rot="5908800">
                <a:off x="316800" y="6214680"/>
                <a:ext cx="219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 rot="6683400">
                <a:off x="70920" y="6214680"/>
                <a:ext cx="2286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 rot="5245200">
                <a:off x="572400" y="617976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 rot="4500000">
                <a:off x="828000" y="61070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 rot="3805200">
                <a:off x="1063080" y="59972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 rot="3060000">
                <a:off x="1290240" y="585432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 rot="2089800">
                <a:off x="1488600" y="56862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"/>
              <p:cNvSpPr/>
              <p:nvPr/>
            </p:nvSpPr>
            <p:spPr>
              <a:xfrm rot="14431200">
                <a:off x="-28440" y="39780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 rot="15193200">
                <a:off x="215640" y="386208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 rot="16629000">
                <a:off x="709560" y="375264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 rot="17301000">
                <a:off x="947520" y="3746160"/>
                <a:ext cx="237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 rot="17923200">
                <a:off x="1173600" y="3786840"/>
                <a:ext cx="246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 rot="18411000">
                <a:off x="1379880" y="38566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 rot="18989400">
                <a:off x="1562040" y="3963960"/>
                <a:ext cx="265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 rot="19409400">
                <a:off x="1706040" y="4103280"/>
                <a:ext cx="2746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 rot="19871400">
                <a:off x="1820880" y="42670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 rot="20427600">
                <a:off x="1901520" y="445284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 rot="20845800">
                <a:off x="1933200" y="4651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 rot="21312000">
                <a:off x="1925280" y="4867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 rot="696600">
                <a:off x="1787040" y="5297400"/>
                <a:ext cx="238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"/>
              <p:cNvSpPr/>
              <p:nvPr/>
            </p:nvSpPr>
            <p:spPr>
              <a:xfrm rot="1529400">
                <a:off x="1652400" y="5500800"/>
                <a:ext cx="222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"/>
              <p:cNvSpPr/>
              <p:nvPr/>
            </p:nvSpPr>
            <p:spPr>
              <a:xfrm>
                <a:off x="1349280" y="4978440"/>
                <a:ext cx="324000" cy="190440"/>
              </a:xfrm>
              <a:custGeom>
                <a:avLst/>
                <a:gdLst/>
                <a:ahLst/>
                <a:rect l="l" t="t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"/>
              <p:cNvSpPr/>
              <p:nvPr/>
            </p:nvSpPr>
            <p:spPr>
              <a:xfrm>
                <a:off x="30240" y="4321080"/>
                <a:ext cx="142920" cy="123840"/>
              </a:xfrm>
              <a:custGeom>
                <a:avLst/>
                <a:gdLst/>
                <a:ahLst/>
                <a:rect l="l" t="t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"/>
              <p:cNvSpPr/>
              <p:nvPr/>
            </p:nvSpPr>
            <p:spPr>
              <a:xfrm>
                <a:off x="154080" y="4208400"/>
                <a:ext cx="160200" cy="141480"/>
              </a:xfrm>
              <a:custGeom>
                <a:avLst/>
                <a:gdLst/>
                <a:ahLst/>
                <a:rect l="l" t="t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>
                <a:off x="1074600" y="5559480"/>
                <a:ext cx="131760" cy="123840"/>
              </a:xfrm>
              <a:custGeom>
                <a:avLst/>
                <a:gdLst/>
                <a:ahLst/>
                <a:rect l="l" t="t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"/>
              <p:cNvSpPr/>
              <p:nvPr/>
            </p:nvSpPr>
            <p:spPr>
              <a:xfrm>
                <a:off x="1492200" y="4416480"/>
                <a:ext cx="142920" cy="114120"/>
              </a:xfrm>
              <a:custGeom>
                <a:avLst/>
                <a:gdLst/>
                <a:ahLst/>
                <a:rect l="l" t="t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1425600" y="4311720"/>
                <a:ext cx="142920" cy="133200"/>
              </a:xfrm>
              <a:custGeom>
                <a:avLst/>
                <a:gdLst/>
                <a:ahLst/>
                <a:rect l="l" t="t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11160" y="6091200"/>
                <a:ext cx="9360" cy="19080"/>
              </a:xfrm>
              <a:custGeom>
                <a:avLst/>
                <a:gdLst/>
                <a:ahLst/>
                <a:rect l="l" t="t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11160" y="4056120"/>
                <a:ext cx="47520" cy="76320"/>
              </a:xfrm>
              <a:custGeom>
                <a:avLst/>
                <a:gdLst/>
                <a:ahLst/>
                <a:rect l="l" t="t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11160" y="6100920"/>
                <a:ext cx="57240" cy="104760"/>
              </a:xfrm>
              <a:custGeom>
                <a:avLst/>
                <a:gdLst/>
                <a:ahLst/>
                <a:rect l="l" t="t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 rot="244800">
                <a:off x="1868400" y="5081760"/>
                <a:ext cx="2556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 rot="16001400">
                <a:off x="460440" y="378756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220680" y="5672160"/>
                <a:ext cx="228600" cy="244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 rot="18742800">
                <a:off x="981720" y="5636160"/>
                <a:ext cx="108000" cy="109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"/>
              <p:cNvSpPr/>
              <p:nvPr/>
            </p:nvSpPr>
            <p:spPr>
              <a:xfrm>
                <a:off x="372960" y="3973680"/>
                <a:ext cx="552600" cy="2019240"/>
              </a:xfrm>
              <a:custGeom>
                <a:avLst/>
                <a:gdLst/>
                <a:ahLst/>
                <a:rect l="l" t="t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967"/>
                  </a:gs>
                  <a:gs pos="100000">
                    <a:srgbClr val="5b5d6b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"/>
              <p:cNvSpPr/>
              <p:nvPr/>
            </p:nvSpPr>
            <p:spPr>
              <a:xfrm rot="19915200">
                <a:off x="469800" y="4836600"/>
                <a:ext cx="351000" cy="276480"/>
              </a:xfrm>
              <a:prstGeom prst="ellipse">
                <a:avLst/>
              </a:prstGeom>
              <a:gradFill rotWithShape="0">
                <a:gsLst>
                  <a:gs pos="0">
                    <a:srgbClr val="525460"/>
                  </a:gs>
                  <a:gs pos="50000">
                    <a:srgbClr val="5b5d6b"/>
                  </a:gs>
                  <a:gs pos="100000">
                    <a:srgbClr val="52546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01680" y="228240"/>
            <a:ext cx="85406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dt" idx="1"/>
          </p:nvPr>
        </p:nvSpPr>
        <p:spPr>
          <a:xfrm>
            <a:off x="3013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DCE455-7F45-4005-9E1B-F01C3AAD84C0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body"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6fa9b7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6fa9b7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"/>
          <p:cNvGrpSpPr/>
          <p:nvPr/>
        </p:nvGrpSpPr>
        <p:grpSpPr>
          <a:xfrm>
            <a:off x="3600" y="1422360"/>
            <a:ext cx="9143640" cy="5435640"/>
            <a:chOff x="3600" y="1422360"/>
            <a:chExt cx="9143640" cy="5435640"/>
          </a:xfrm>
        </p:grpSpPr>
        <p:grpSp>
          <p:nvGrpSpPr>
            <p:cNvPr id="157" name=""/>
            <p:cNvGrpSpPr/>
            <p:nvPr/>
          </p:nvGrpSpPr>
          <p:grpSpPr>
            <a:xfrm>
              <a:off x="31680" y="1422360"/>
              <a:ext cx="9115560" cy="5435640"/>
              <a:chOff x="31680" y="1422360"/>
              <a:chExt cx="9115560" cy="5435640"/>
            </a:xfrm>
          </p:grpSpPr>
          <p:sp>
            <p:nvSpPr>
              <p:cNvPr id="2" name=""/>
              <p:cNvSpPr/>
              <p:nvPr/>
            </p:nvSpPr>
            <p:spPr>
              <a:xfrm>
                <a:off x="2220840" y="1771560"/>
                <a:ext cx="4469040" cy="3349800"/>
              </a:xfrm>
              <a:custGeom>
                <a:avLst/>
                <a:gdLst/>
                <a:ahLst/>
                <a:rect l="l" t="t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1066680" y="1771560"/>
                <a:ext cx="6296040" cy="3756240"/>
              </a:xfrm>
              <a:custGeom>
                <a:avLst/>
                <a:gdLst/>
                <a:ahLst/>
                <a:rect l="l" t="t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31680" y="1697040"/>
                <a:ext cx="9099720" cy="4932360"/>
              </a:xfrm>
              <a:custGeom>
                <a:avLst/>
                <a:gdLst/>
                <a:ahLst/>
                <a:rect l="l" t="t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384120" y="1817640"/>
                <a:ext cx="8750520" cy="4381560"/>
              </a:xfrm>
              <a:custGeom>
                <a:avLst/>
                <a:gdLst/>
                <a:ahLst/>
                <a:rect l="l" t="t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7683480" y="1562040"/>
                <a:ext cx="1254240" cy="1887480"/>
              </a:xfrm>
              <a:custGeom>
                <a:avLst/>
                <a:gdLst/>
                <a:ahLst/>
                <a:rect l="l" t="t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8211960" y="1422360"/>
                <a:ext cx="919440" cy="1773360"/>
              </a:xfrm>
              <a:custGeom>
                <a:avLst/>
                <a:gdLst/>
                <a:ahLst/>
                <a:rect l="l" t="t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224320" y="1536840"/>
                <a:ext cx="3922920" cy="3803400"/>
              </a:xfrm>
              <a:custGeom>
                <a:avLst/>
                <a:gdLst/>
                <a:ahLst/>
                <a:rect l="l" t="t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3755880" y="1693800"/>
                <a:ext cx="2221200" cy="2141640"/>
              </a:xfrm>
              <a:custGeom>
                <a:avLst/>
                <a:gdLst/>
                <a:ahLst/>
                <a:rect l="l" t="t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86720" y="3224160"/>
                <a:ext cx="1993680" cy="1285920"/>
              </a:xfrm>
              <a:custGeom>
                <a:avLst/>
                <a:gdLst/>
                <a:ahLst/>
                <a:rect l="l" t="t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4626000" y="5518080"/>
                <a:ext cx="4521240" cy="1251000"/>
              </a:xfrm>
              <a:custGeom>
                <a:avLst/>
                <a:gdLst/>
                <a:ahLst/>
                <a:rect l="l" t="t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8640720" y="1463760"/>
                <a:ext cx="506520" cy="1355760"/>
              </a:xfrm>
              <a:custGeom>
                <a:avLst/>
                <a:gdLst/>
                <a:ahLst/>
                <a:rect l="l" t="t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7864560" y="5664240"/>
                <a:ext cx="1025280" cy="622440"/>
              </a:xfrm>
              <a:custGeom>
                <a:avLst/>
                <a:gdLst/>
                <a:ahLst/>
                <a:rect l="l" t="t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79200" y="3809880"/>
                <a:ext cx="4343400" cy="3048120"/>
              </a:xfrm>
              <a:custGeom>
                <a:avLst/>
                <a:gdLst/>
                <a:ahLst/>
                <a:rect l="l" t="t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3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8" name=""/>
            <p:cNvGrpSpPr/>
            <p:nvPr/>
          </p:nvGrpSpPr>
          <p:grpSpPr>
            <a:xfrm>
              <a:off x="3600" y="3639960"/>
              <a:ext cx="2193840" cy="2694240"/>
              <a:chOff x="3600" y="3639960"/>
              <a:chExt cx="2193840" cy="2694240"/>
            </a:xfrm>
          </p:grpSpPr>
          <p:sp>
            <p:nvSpPr>
              <p:cNvPr id="16" name=""/>
              <p:cNvSpPr/>
              <p:nvPr/>
            </p:nvSpPr>
            <p:spPr>
              <a:xfrm rot="6798600">
                <a:off x="99000" y="6163560"/>
                <a:ext cx="11916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 rot="6798600">
                <a:off x="52920" y="615852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 rot="6798600">
                <a:off x="10080" y="6150960"/>
                <a:ext cx="118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 rot="5999400">
                <a:off x="332280" y="6165000"/>
                <a:ext cx="109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 rot="5999400">
                <a:off x="289080" y="6172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 rot="6249600">
                <a:off x="241560" y="617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 rot="6237600">
                <a:off x="195120" y="6168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 rot="5380200">
                <a:off x="576360" y="6141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 rot="5380200">
                <a:off x="527400" y="6145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 rot="5583000">
                <a:off x="479880" y="61538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 rot="5737200">
                <a:off x="429480" y="616176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 rot="4715400">
                <a:off x="819360" y="60775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 rot="4924800">
                <a:off x="771840" y="6085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 rot="4924800">
                <a:off x="723960" y="6107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 rot="5041200">
                <a:off x="676440" y="6112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 rot="3816600">
                <a:off x="1054800" y="59713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 rot="3816600">
                <a:off x="1006920" y="5999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 rot="4104000">
                <a:off x="961200" y="6017400"/>
                <a:ext cx="997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 rot="4324800">
                <a:off x="912960" y="60379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 rot="3367800">
                <a:off x="1268640" y="58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 rot="3367800">
                <a:off x="1225800" y="58712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 rot="3367800">
                <a:off x="1182960" y="5899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 rot="3816600">
                <a:off x="1138680" y="5926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 rot="2302200">
                <a:off x="1464840" y="5694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 rot="2302200">
                <a:off x="1426680" y="57240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 rot="2707200">
                <a:off x="1391040" y="57553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 rot="2707200">
                <a:off x="1349640" y="5783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 rot="1525800">
                <a:off x="1630080" y="55130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 rot="1525800">
                <a:off x="1601280" y="55512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 rot="1788000">
                <a:off x="1571400" y="55864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 rot="1788000">
                <a:off x="1537920" y="5626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"/>
              <p:cNvSpPr/>
              <p:nvPr/>
            </p:nvSpPr>
            <p:spPr>
              <a:xfrm rot="841200">
                <a:off x="1766520" y="5326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 rot="841200">
                <a:off x="1746360" y="536256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 rot="1308600">
                <a:off x="1724040" y="54036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 rot="1308600">
                <a:off x="1689120" y="54367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 rot="469800">
                <a:off x="1860120" y="5119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 rot="559800">
                <a:off x="1844640" y="51591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"/>
              <p:cNvSpPr/>
              <p:nvPr/>
            </p:nvSpPr>
            <p:spPr>
              <a:xfrm rot="733800">
                <a:off x="1832040" y="5200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 rot="733800">
                <a:off x="1810800" y="5245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 rot="21306000">
                <a:off x="1922040" y="491472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 rot="21599400">
                <a:off x="1906560" y="49557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 rot="21599400">
                <a:off x="1905120" y="49953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 rot="213600">
                <a:off x="1887480" y="50371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 rot="20917200">
                <a:off x="1935000" y="4706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 rot="21119400">
                <a:off x="1936440" y="4748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 rot="21119400">
                <a:off x="1936440" y="4786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 rot="21329400">
                <a:off x="1935000" y="4827240"/>
                <a:ext cx="12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 rot="20467200">
                <a:off x="1916280" y="451332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 rot="20630400">
                <a:off x="1925280" y="45464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"/>
              <p:cNvSpPr/>
              <p:nvPr/>
            </p:nvSpPr>
            <p:spPr>
              <a:xfrm rot="20630400">
                <a:off x="1929960" y="4584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"/>
              <p:cNvSpPr/>
              <p:nvPr/>
            </p:nvSpPr>
            <p:spPr>
              <a:xfrm rot="20793600">
                <a:off x="1934640" y="46274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 rot="20055600">
                <a:off x="1849320" y="4328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 rot="20257800">
                <a:off x="1866600" y="4368600"/>
                <a:ext cx="136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 rot="20257800">
                <a:off x="1879200" y="4404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 rot="20257800">
                <a:off x="1895040" y="44366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 rot="19671000">
                <a:off x="1747800" y="4172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 rot="19755600">
                <a:off x="1767960" y="41990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 rot="19847400">
                <a:off x="1792080" y="4233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 rot="19847400">
                <a:off x="1812600" y="4260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 rot="19132800">
                <a:off x="1609560" y="402876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 rot="19132800">
                <a:off x="1643040" y="4059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 rot="19132800">
                <a:off x="1666800" y="4086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 rot="19257600">
                <a:off x="1695600" y="4111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771480" y="4068720"/>
                <a:ext cx="285840" cy="239760"/>
              </a:xfrm>
              <a:custGeom>
                <a:avLst/>
                <a:gdLst/>
                <a:ahLst/>
                <a:rect l="l" t="t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 rot="6575400">
                <a:off x="-344520" y="4981320"/>
                <a:ext cx="1946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 rot="238200">
                <a:off x="6120" y="4994280"/>
                <a:ext cx="16365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 rot="18642600">
                <a:off x="1440720" y="39247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 rot="18642600">
                <a:off x="1477080" y="394524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 rot="18642600">
                <a:off x="1514520" y="3963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 rot="18938400">
                <a:off x="1546200" y="398268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 rot="17961000">
                <a:off x="1251360" y="3850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 rot="17961000">
                <a:off x="1294200" y="38628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 rot="18085200">
                <a:off x="1329480" y="387360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 rot="18379200">
                <a:off x="1369440" y="389304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 rot="17261400">
                <a:off x="1031040" y="380268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 rot="17349600">
                <a:off x="1074960" y="381168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 rot="17349600">
                <a:off x="1122840" y="3819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 rot="17611200">
                <a:off x="1170720" y="382644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 rot="16737600">
                <a:off x="799200" y="380052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 rot="16926600">
                <a:off x="846720" y="37976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 rot="16953000">
                <a:off x="894600" y="3792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 rot="17019600">
                <a:off x="943560" y="379476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 rot="16404600">
                <a:off x="564120" y="383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 rot="16239000">
                <a:off x="612000" y="38232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 rot="16311000">
                <a:off x="664200" y="3817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 rot="16434600">
                <a:off x="713520" y="38088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 rot="15467400">
                <a:off x="327600" y="3900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"/>
              <p:cNvSpPr/>
              <p:nvPr/>
            </p:nvSpPr>
            <p:spPr>
              <a:xfrm rot="15379200">
                <a:off x="376920" y="38851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"/>
              <p:cNvSpPr/>
              <p:nvPr/>
            </p:nvSpPr>
            <p:spPr>
              <a:xfrm rot="15489000">
                <a:off x="423000" y="38692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 rot="15680400">
                <a:off x="464040" y="385200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 rot="14223600">
                <a:off x="8640" y="40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 rot="14431200">
                <a:off x="102240" y="399420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 rot="14797200">
                <a:off x="146520" y="397080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 rot="14797200">
                <a:off x="189360" y="3954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 rot="15142200">
                <a:off x="238680" y="393228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 rot="19723200">
                <a:off x="0" y="53384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 rot="3283800">
                <a:off x="810360" y="552132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 rot="3283800">
                <a:off x="54720" y="444168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 rot="19723200">
                <a:off x="1111320" y="4525920"/>
                <a:ext cx="5032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 rot="5908800">
                <a:off x="316800" y="6214680"/>
                <a:ext cx="219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 rot="6683400">
                <a:off x="70920" y="6214680"/>
                <a:ext cx="2286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 rot="5245200">
                <a:off x="572400" y="617976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 rot="4500000">
                <a:off x="828000" y="61070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 rot="3805200">
                <a:off x="1063080" y="59972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 rot="3060000">
                <a:off x="1290240" y="585432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 rot="2089800">
                <a:off x="1488600" y="56862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"/>
              <p:cNvSpPr/>
              <p:nvPr/>
            </p:nvSpPr>
            <p:spPr>
              <a:xfrm rot="14431200">
                <a:off x="-28440" y="39780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 rot="15193200">
                <a:off x="215640" y="386208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 rot="16629000">
                <a:off x="709560" y="375264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 rot="17301000">
                <a:off x="947520" y="3746160"/>
                <a:ext cx="237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 rot="17923200">
                <a:off x="1173600" y="3786840"/>
                <a:ext cx="246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 rot="18411000">
                <a:off x="1379880" y="38566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 rot="18989400">
                <a:off x="1562040" y="3963960"/>
                <a:ext cx="265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 rot="19409400">
                <a:off x="1706040" y="4103280"/>
                <a:ext cx="2746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 rot="19871400">
                <a:off x="1820880" y="42670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 rot="20427600">
                <a:off x="1901520" y="445284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 rot="20845800">
                <a:off x="1933200" y="4651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 rot="21312000">
                <a:off x="1925280" y="4867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 rot="696600">
                <a:off x="1787040" y="5297400"/>
                <a:ext cx="238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"/>
              <p:cNvSpPr/>
              <p:nvPr/>
            </p:nvSpPr>
            <p:spPr>
              <a:xfrm rot="1529400">
                <a:off x="1652400" y="5500800"/>
                <a:ext cx="222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"/>
              <p:cNvSpPr/>
              <p:nvPr/>
            </p:nvSpPr>
            <p:spPr>
              <a:xfrm>
                <a:off x="1349280" y="4978440"/>
                <a:ext cx="324000" cy="190440"/>
              </a:xfrm>
              <a:custGeom>
                <a:avLst/>
                <a:gdLst/>
                <a:ahLst/>
                <a:rect l="l" t="t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"/>
              <p:cNvSpPr/>
              <p:nvPr/>
            </p:nvSpPr>
            <p:spPr>
              <a:xfrm>
                <a:off x="30240" y="4321080"/>
                <a:ext cx="142920" cy="123840"/>
              </a:xfrm>
              <a:custGeom>
                <a:avLst/>
                <a:gdLst/>
                <a:ahLst/>
                <a:rect l="l" t="t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"/>
              <p:cNvSpPr/>
              <p:nvPr/>
            </p:nvSpPr>
            <p:spPr>
              <a:xfrm>
                <a:off x="154080" y="4208400"/>
                <a:ext cx="160200" cy="141480"/>
              </a:xfrm>
              <a:custGeom>
                <a:avLst/>
                <a:gdLst/>
                <a:ahLst/>
                <a:rect l="l" t="t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>
                <a:off x="1074600" y="5559480"/>
                <a:ext cx="131760" cy="123840"/>
              </a:xfrm>
              <a:custGeom>
                <a:avLst/>
                <a:gdLst/>
                <a:ahLst/>
                <a:rect l="l" t="t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"/>
              <p:cNvSpPr/>
              <p:nvPr/>
            </p:nvSpPr>
            <p:spPr>
              <a:xfrm>
                <a:off x="1492200" y="4416480"/>
                <a:ext cx="142920" cy="114120"/>
              </a:xfrm>
              <a:custGeom>
                <a:avLst/>
                <a:gdLst/>
                <a:ahLst/>
                <a:rect l="l" t="t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1425600" y="4311720"/>
                <a:ext cx="142920" cy="133200"/>
              </a:xfrm>
              <a:custGeom>
                <a:avLst/>
                <a:gdLst/>
                <a:ahLst/>
                <a:rect l="l" t="t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11160" y="6091200"/>
                <a:ext cx="9360" cy="19080"/>
              </a:xfrm>
              <a:custGeom>
                <a:avLst/>
                <a:gdLst/>
                <a:ahLst/>
                <a:rect l="l" t="t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11160" y="4056120"/>
                <a:ext cx="47520" cy="76320"/>
              </a:xfrm>
              <a:custGeom>
                <a:avLst/>
                <a:gdLst/>
                <a:ahLst/>
                <a:rect l="l" t="t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11160" y="6100920"/>
                <a:ext cx="57240" cy="104760"/>
              </a:xfrm>
              <a:custGeom>
                <a:avLst/>
                <a:gdLst/>
                <a:ahLst/>
                <a:rect l="l" t="t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 rot="244800">
                <a:off x="1868400" y="5081760"/>
                <a:ext cx="2556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 rot="16001400">
                <a:off x="460440" y="378756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220680" y="5672160"/>
                <a:ext cx="228600" cy="244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 rot="18742800">
                <a:off x="981720" y="5636160"/>
                <a:ext cx="108000" cy="109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"/>
              <p:cNvSpPr/>
              <p:nvPr/>
            </p:nvSpPr>
            <p:spPr>
              <a:xfrm>
                <a:off x="372960" y="3973680"/>
                <a:ext cx="552600" cy="2019240"/>
              </a:xfrm>
              <a:custGeom>
                <a:avLst/>
                <a:gdLst/>
                <a:ahLst/>
                <a:rect l="l" t="t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967"/>
                  </a:gs>
                  <a:gs pos="100000">
                    <a:srgbClr val="5b5d6b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"/>
              <p:cNvSpPr/>
              <p:nvPr/>
            </p:nvSpPr>
            <p:spPr>
              <a:xfrm rot="19915200">
                <a:off x="469800" y="4836600"/>
                <a:ext cx="351000" cy="276480"/>
              </a:xfrm>
              <a:prstGeom prst="ellipse">
                <a:avLst/>
              </a:prstGeom>
              <a:gradFill rotWithShape="0">
                <a:gsLst>
                  <a:gs pos="0">
                    <a:srgbClr val="525460"/>
                  </a:gs>
                  <a:gs pos="50000">
                    <a:srgbClr val="5b5d6b"/>
                  </a:gs>
                  <a:gs pos="100000">
                    <a:srgbClr val="52546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301680" y="228240"/>
            <a:ext cx="85406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dt" idx="4"/>
          </p:nvPr>
        </p:nvSpPr>
        <p:spPr>
          <a:xfrm>
            <a:off x="3013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CCD5A7A-C495-4760-8E45-1A6766A07D42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body"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6fa9b7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6fa9b7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"/>
          <p:cNvGrpSpPr/>
          <p:nvPr/>
        </p:nvGrpSpPr>
        <p:grpSpPr>
          <a:xfrm>
            <a:off x="3600" y="1422360"/>
            <a:ext cx="9143640" cy="5435640"/>
            <a:chOff x="3600" y="1422360"/>
            <a:chExt cx="9143640" cy="5435640"/>
          </a:xfrm>
        </p:grpSpPr>
        <p:grpSp>
          <p:nvGrpSpPr>
            <p:cNvPr id="165" name=""/>
            <p:cNvGrpSpPr/>
            <p:nvPr/>
          </p:nvGrpSpPr>
          <p:grpSpPr>
            <a:xfrm>
              <a:off x="31680" y="1422360"/>
              <a:ext cx="9115560" cy="5435640"/>
              <a:chOff x="31680" y="1422360"/>
              <a:chExt cx="9115560" cy="5435640"/>
            </a:xfrm>
          </p:grpSpPr>
          <p:sp>
            <p:nvSpPr>
              <p:cNvPr id="166" name=""/>
              <p:cNvSpPr/>
              <p:nvPr/>
            </p:nvSpPr>
            <p:spPr>
              <a:xfrm>
                <a:off x="2220840" y="1771560"/>
                <a:ext cx="4469040" cy="3349800"/>
              </a:xfrm>
              <a:custGeom>
                <a:avLst/>
                <a:gdLst/>
                <a:ahLst/>
                <a:rect l="l" t="t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"/>
              <p:cNvSpPr/>
              <p:nvPr/>
            </p:nvSpPr>
            <p:spPr>
              <a:xfrm>
                <a:off x="1066680" y="1771560"/>
                <a:ext cx="6296040" cy="3756240"/>
              </a:xfrm>
              <a:custGeom>
                <a:avLst/>
                <a:gdLst/>
                <a:ahLst/>
                <a:rect l="l" t="t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"/>
              <p:cNvSpPr/>
              <p:nvPr/>
            </p:nvSpPr>
            <p:spPr>
              <a:xfrm>
                <a:off x="31680" y="1697040"/>
                <a:ext cx="9099720" cy="4932360"/>
              </a:xfrm>
              <a:custGeom>
                <a:avLst/>
                <a:gdLst/>
                <a:ahLst/>
                <a:rect l="l" t="t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"/>
              <p:cNvSpPr/>
              <p:nvPr/>
            </p:nvSpPr>
            <p:spPr>
              <a:xfrm>
                <a:off x="384120" y="1817640"/>
                <a:ext cx="8750520" cy="4381560"/>
              </a:xfrm>
              <a:custGeom>
                <a:avLst/>
                <a:gdLst/>
                <a:ahLst/>
                <a:rect l="l" t="t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"/>
              <p:cNvSpPr/>
              <p:nvPr/>
            </p:nvSpPr>
            <p:spPr>
              <a:xfrm>
                <a:off x="7683480" y="1562040"/>
                <a:ext cx="1254240" cy="1887480"/>
              </a:xfrm>
              <a:custGeom>
                <a:avLst/>
                <a:gdLst/>
                <a:ahLst/>
                <a:rect l="l" t="t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"/>
              <p:cNvSpPr/>
              <p:nvPr/>
            </p:nvSpPr>
            <p:spPr>
              <a:xfrm>
                <a:off x="8211960" y="1422360"/>
                <a:ext cx="919440" cy="1773360"/>
              </a:xfrm>
              <a:custGeom>
                <a:avLst/>
                <a:gdLst/>
                <a:ahLst/>
                <a:rect l="l" t="t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"/>
              <p:cNvSpPr/>
              <p:nvPr/>
            </p:nvSpPr>
            <p:spPr>
              <a:xfrm>
                <a:off x="5224320" y="1536840"/>
                <a:ext cx="3922920" cy="3803400"/>
              </a:xfrm>
              <a:custGeom>
                <a:avLst/>
                <a:gdLst/>
                <a:ahLst/>
                <a:rect l="l" t="t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"/>
              <p:cNvSpPr/>
              <p:nvPr/>
            </p:nvSpPr>
            <p:spPr>
              <a:xfrm>
                <a:off x="3755880" y="1693800"/>
                <a:ext cx="2221200" cy="2141640"/>
              </a:xfrm>
              <a:custGeom>
                <a:avLst/>
                <a:gdLst/>
                <a:ahLst/>
                <a:rect l="l" t="t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"/>
              <p:cNvSpPr/>
              <p:nvPr/>
            </p:nvSpPr>
            <p:spPr>
              <a:xfrm>
                <a:off x="6786720" y="3224160"/>
                <a:ext cx="1993680" cy="1285920"/>
              </a:xfrm>
              <a:custGeom>
                <a:avLst/>
                <a:gdLst/>
                <a:ahLst/>
                <a:rect l="l" t="t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"/>
              <p:cNvSpPr/>
              <p:nvPr/>
            </p:nvSpPr>
            <p:spPr>
              <a:xfrm>
                <a:off x="4626000" y="5518080"/>
                <a:ext cx="4521240" cy="1251000"/>
              </a:xfrm>
              <a:custGeom>
                <a:avLst/>
                <a:gdLst/>
                <a:ahLst/>
                <a:rect l="l" t="t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"/>
              <p:cNvSpPr/>
              <p:nvPr/>
            </p:nvSpPr>
            <p:spPr>
              <a:xfrm>
                <a:off x="8640720" y="1463760"/>
                <a:ext cx="506520" cy="1355760"/>
              </a:xfrm>
              <a:custGeom>
                <a:avLst/>
                <a:gdLst/>
                <a:ahLst/>
                <a:rect l="l" t="t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"/>
              <p:cNvSpPr/>
              <p:nvPr/>
            </p:nvSpPr>
            <p:spPr>
              <a:xfrm>
                <a:off x="7864560" y="5664240"/>
                <a:ext cx="1025280" cy="622440"/>
              </a:xfrm>
              <a:custGeom>
                <a:avLst/>
                <a:gdLst/>
                <a:ahLst/>
                <a:rect l="l" t="t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"/>
              <p:cNvSpPr/>
              <p:nvPr/>
            </p:nvSpPr>
            <p:spPr>
              <a:xfrm>
                <a:off x="79200" y="3809880"/>
                <a:ext cx="4343400" cy="3048120"/>
              </a:xfrm>
              <a:custGeom>
                <a:avLst/>
                <a:gdLst/>
                <a:ahLst/>
                <a:rect l="l" t="t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3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9" name=""/>
            <p:cNvGrpSpPr/>
            <p:nvPr/>
          </p:nvGrpSpPr>
          <p:grpSpPr>
            <a:xfrm>
              <a:off x="3600" y="3639960"/>
              <a:ext cx="2193840" cy="2694240"/>
              <a:chOff x="3600" y="3639960"/>
              <a:chExt cx="2193840" cy="2694240"/>
            </a:xfrm>
          </p:grpSpPr>
          <p:sp>
            <p:nvSpPr>
              <p:cNvPr id="180" name=""/>
              <p:cNvSpPr/>
              <p:nvPr/>
            </p:nvSpPr>
            <p:spPr>
              <a:xfrm rot="6798600">
                <a:off x="99000" y="6163560"/>
                <a:ext cx="11916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" name=""/>
              <p:cNvSpPr/>
              <p:nvPr/>
            </p:nvSpPr>
            <p:spPr>
              <a:xfrm rot="6798600">
                <a:off x="52920" y="615852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" name=""/>
              <p:cNvSpPr/>
              <p:nvPr/>
            </p:nvSpPr>
            <p:spPr>
              <a:xfrm rot="6798600">
                <a:off x="10080" y="6150960"/>
                <a:ext cx="118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" name=""/>
              <p:cNvSpPr/>
              <p:nvPr/>
            </p:nvSpPr>
            <p:spPr>
              <a:xfrm rot="5999400">
                <a:off x="332280" y="6165000"/>
                <a:ext cx="109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" name=""/>
              <p:cNvSpPr/>
              <p:nvPr/>
            </p:nvSpPr>
            <p:spPr>
              <a:xfrm rot="5999400">
                <a:off x="289080" y="6172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" name=""/>
              <p:cNvSpPr/>
              <p:nvPr/>
            </p:nvSpPr>
            <p:spPr>
              <a:xfrm rot="6249600">
                <a:off x="241560" y="617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"/>
              <p:cNvSpPr/>
              <p:nvPr/>
            </p:nvSpPr>
            <p:spPr>
              <a:xfrm rot="6237600">
                <a:off x="195120" y="6168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"/>
              <p:cNvSpPr/>
              <p:nvPr/>
            </p:nvSpPr>
            <p:spPr>
              <a:xfrm rot="5380200">
                <a:off x="576360" y="6141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"/>
              <p:cNvSpPr/>
              <p:nvPr/>
            </p:nvSpPr>
            <p:spPr>
              <a:xfrm rot="5380200">
                <a:off x="527400" y="6145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"/>
              <p:cNvSpPr/>
              <p:nvPr/>
            </p:nvSpPr>
            <p:spPr>
              <a:xfrm rot="5583000">
                <a:off x="479880" y="61538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"/>
              <p:cNvSpPr/>
              <p:nvPr/>
            </p:nvSpPr>
            <p:spPr>
              <a:xfrm rot="5737200">
                <a:off x="429480" y="616176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" name=""/>
              <p:cNvSpPr/>
              <p:nvPr/>
            </p:nvSpPr>
            <p:spPr>
              <a:xfrm rot="4715400">
                <a:off x="819360" y="60775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" name=""/>
              <p:cNvSpPr/>
              <p:nvPr/>
            </p:nvSpPr>
            <p:spPr>
              <a:xfrm rot="4924800">
                <a:off x="771840" y="6085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" name=""/>
              <p:cNvSpPr/>
              <p:nvPr/>
            </p:nvSpPr>
            <p:spPr>
              <a:xfrm rot="4924800">
                <a:off x="723960" y="6107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" name=""/>
              <p:cNvSpPr/>
              <p:nvPr/>
            </p:nvSpPr>
            <p:spPr>
              <a:xfrm rot="5041200">
                <a:off x="676440" y="6112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" name=""/>
              <p:cNvSpPr/>
              <p:nvPr/>
            </p:nvSpPr>
            <p:spPr>
              <a:xfrm rot="3816600">
                <a:off x="1054800" y="59713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"/>
              <p:cNvSpPr/>
              <p:nvPr/>
            </p:nvSpPr>
            <p:spPr>
              <a:xfrm rot="3816600">
                <a:off x="1006920" y="5999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" name=""/>
              <p:cNvSpPr/>
              <p:nvPr/>
            </p:nvSpPr>
            <p:spPr>
              <a:xfrm rot="4104000">
                <a:off x="961200" y="6017400"/>
                <a:ext cx="997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" name=""/>
              <p:cNvSpPr/>
              <p:nvPr/>
            </p:nvSpPr>
            <p:spPr>
              <a:xfrm rot="4324800">
                <a:off x="912960" y="60379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" name=""/>
              <p:cNvSpPr/>
              <p:nvPr/>
            </p:nvSpPr>
            <p:spPr>
              <a:xfrm rot="3367800">
                <a:off x="1268640" y="58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"/>
              <p:cNvSpPr/>
              <p:nvPr/>
            </p:nvSpPr>
            <p:spPr>
              <a:xfrm rot="3367800">
                <a:off x="1225800" y="58712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" name=""/>
              <p:cNvSpPr/>
              <p:nvPr/>
            </p:nvSpPr>
            <p:spPr>
              <a:xfrm rot="3367800">
                <a:off x="1182960" y="5899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" name=""/>
              <p:cNvSpPr/>
              <p:nvPr/>
            </p:nvSpPr>
            <p:spPr>
              <a:xfrm rot="3816600">
                <a:off x="1138680" y="5926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" name=""/>
              <p:cNvSpPr/>
              <p:nvPr/>
            </p:nvSpPr>
            <p:spPr>
              <a:xfrm rot="2302200">
                <a:off x="1464840" y="5694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4" name=""/>
              <p:cNvSpPr/>
              <p:nvPr/>
            </p:nvSpPr>
            <p:spPr>
              <a:xfrm rot="2302200">
                <a:off x="1426680" y="57240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"/>
              <p:cNvSpPr/>
              <p:nvPr/>
            </p:nvSpPr>
            <p:spPr>
              <a:xfrm rot="2707200">
                <a:off x="1391040" y="57553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"/>
              <p:cNvSpPr/>
              <p:nvPr/>
            </p:nvSpPr>
            <p:spPr>
              <a:xfrm rot="2707200">
                <a:off x="1349640" y="5783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"/>
              <p:cNvSpPr/>
              <p:nvPr/>
            </p:nvSpPr>
            <p:spPr>
              <a:xfrm rot="1525800">
                <a:off x="1630080" y="55130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"/>
              <p:cNvSpPr/>
              <p:nvPr/>
            </p:nvSpPr>
            <p:spPr>
              <a:xfrm rot="1525800">
                <a:off x="1601280" y="55512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"/>
              <p:cNvSpPr/>
              <p:nvPr/>
            </p:nvSpPr>
            <p:spPr>
              <a:xfrm rot="1788000">
                <a:off x="1571400" y="55864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" name=""/>
              <p:cNvSpPr/>
              <p:nvPr/>
            </p:nvSpPr>
            <p:spPr>
              <a:xfrm rot="1788000">
                <a:off x="1537920" y="5626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" name=""/>
              <p:cNvSpPr/>
              <p:nvPr/>
            </p:nvSpPr>
            <p:spPr>
              <a:xfrm rot="841200">
                <a:off x="1766520" y="5326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" name=""/>
              <p:cNvSpPr/>
              <p:nvPr/>
            </p:nvSpPr>
            <p:spPr>
              <a:xfrm rot="841200">
                <a:off x="1746360" y="536256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" name=""/>
              <p:cNvSpPr/>
              <p:nvPr/>
            </p:nvSpPr>
            <p:spPr>
              <a:xfrm rot="1308600">
                <a:off x="1724040" y="54036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" name=""/>
              <p:cNvSpPr/>
              <p:nvPr/>
            </p:nvSpPr>
            <p:spPr>
              <a:xfrm rot="1308600">
                <a:off x="1689120" y="54367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"/>
              <p:cNvSpPr/>
              <p:nvPr/>
            </p:nvSpPr>
            <p:spPr>
              <a:xfrm rot="469800">
                <a:off x="1860120" y="5119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" name=""/>
              <p:cNvSpPr/>
              <p:nvPr/>
            </p:nvSpPr>
            <p:spPr>
              <a:xfrm rot="559800">
                <a:off x="1844640" y="51591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"/>
              <p:cNvSpPr/>
              <p:nvPr/>
            </p:nvSpPr>
            <p:spPr>
              <a:xfrm rot="733800">
                <a:off x="1832040" y="5200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" name=""/>
              <p:cNvSpPr/>
              <p:nvPr/>
            </p:nvSpPr>
            <p:spPr>
              <a:xfrm rot="733800">
                <a:off x="1810800" y="5245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"/>
              <p:cNvSpPr/>
              <p:nvPr/>
            </p:nvSpPr>
            <p:spPr>
              <a:xfrm rot="21306000">
                <a:off x="1922040" y="491472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" name=""/>
              <p:cNvSpPr/>
              <p:nvPr/>
            </p:nvSpPr>
            <p:spPr>
              <a:xfrm rot="21599400">
                <a:off x="1906560" y="49557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" name=""/>
              <p:cNvSpPr/>
              <p:nvPr/>
            </p:nvSpPr>
            <p:spPr>
              <a:xfrm rot="21599400">
                <a:off x="1905120" y="49953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" name=""/>
              <p:cNvSpPr/>
              <p:nvPr/>
            </p:nvSpPr>
            <p:spPr>
              <a:xfrm rot="213600">
                <a:off x="1887480" y="50371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" name=""/>
              <p:cNvSpPr/>
              <p:nvPr/>
            </p:nvSpPr>
            <p:spPr>
              <a:xfrm rot="20917200">
                <a:off x="1935000" y="4706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" name=""/>
              <p:cNvSpPr/>
              <p:nvPr/>
            </p:nvSpPr>
            <p:spPr>
              <a:xfrm rot="21119400">
                <a:off x="1936440" y="4748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" name=""/>
              <p:cNvSpPr/>
              <p:nvPr/>
            </p:nvSpPr>
            <p:spPr>
              <a:xfrm rot="21119400">
                <a:off x="1936440" y="4786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"/>
              <p:cNvSpPr/>
              <p:nvPr/>
            </p:nvSpPr>
            <p:spPr>
              <a:xfrm rot="21329400">
                <a:off x="1935000" y="4827240"/>
                <a:ext cx="12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"/>
              <p:cNvSpPr/>
              <p:nvPr/>
            </p:nvSpPr>
            <p:spPr>
              <a:xfrm rot="20467200">
                <a:off x="1916280" y="451332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" name=""/>
              <p:cNvSpPr/>
              <p:nvPr/>
            </p:nvSpPr>
            <p:spPr>
              <a:xfrm rot="20630400">
                <a:off x="1925280" y="45464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9" name=""/>
              <p:cNvSpPr/>
              <p:nvPr/>
            </p:nvSpPr>
            <p:spPr>
              <a:xfrm rot="20630400">
                <a:off x="1929960" y="4584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"/>
              <p:cNvSpPr/>
              <p:nvPr/>
            </p:nvSpPr>
            <p:spPr>
              <a:xfrm rot="20793600">
                <a:off x="1934640" y="46274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"/>
              <p:cNvSpPr/>
              <p:nvPr/>
            </p:nvSpPr>
            <p:spPr>
              <a:xfrm rot="20055600">
                <a:off x="1849320" y="4328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"/>
              <p:cNvSpPr/>
              <p:nvPr/>
            </p:nvSpPr>
            <p:spPr>
              <a:xfrm rot="20257800">
                <a:off x="1866600" y="4368600"/>
                <a:ext cx="136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"/>
              <p:cNvSpPr/>
              <p:nvPr/>
            </p:nvSpPr>
            <p:spPr>
              <a:xfrm rot="20257800">
                <a:off x="1879200" y="4404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"/>
              <p:cNvSpPr/>
              <p:nvPr/>
            </p:nvSpPr>
            <p:spPr>
              <a:xfrm rot="20257800">
                <a:off x="1895040" y="44366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" name=""/>
              <p:cNvSpPr/>
              <p:nvPr/>
            </p:nvSpPr>
            <p:spPr>
              <a:xfrm rot="19671000">
                <a:off x="1747800" y="4172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6" name=""/>
              <p:cNvSpPr/>
              <p:nvPr/>
            </p:nvSpPr>
            <p:spPr>
              <a:xfrm rot="19755600">
                <a:off x="1767960" y="41990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7" name=""/>
              <p:cNvSpPr/>
              <p:nvPr/>
            </p:nvSpPr>
            <p:spPr>
              <a:xfrm rot="19847400">
                <a:off x="1792080" y="4233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8" name=""/>
              <p:cNvSpPr/>
              <p:nvPr/>
            </p:nvSpPr>
            <p:spPr>
              <a:xfrm rot="19847400">
                <a:off x="1812600" y="4260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9" name=""/>
              <p:cNvSpPr/>
              <p:nvPr/>
            </p:nvSpPr>
            <p:spPr>
              <a:xfrm rot="19132800">
                <a:off x="1609560" y="402876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"/>
              <p:cNvSpPr/>
              <p:nvPr/>
            </p:nvSpPr>
            <p:spPr>
              <a:xfrm rot="19132800">
                <a:off x="1643040" y="4059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1" name=""/>
              <p:cNvSpPr/>
              <p:nvPr/>
            </p:nvSpPr>
            <p:spPr>
              <a:xfrm rot="19132800">
                <a:off x="1666800" y="4086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2" name=""/>
              <p:cNvSpPr/>
              <p:nvPr/>
            </p:nvSpPr>
            <p:spPr>
              <a:xfrm rot="19257600">
                <a:off x="1695600" y="4111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3" name=""/>
              <p:cNvSpPr/>
              <p:nvPr/>
            </p:nvSpPr>
            <p:spPr>
              <a:xfrm>
                <a:off x="771480" y="4068720"/>
                <a:ext cx="285840" cy="239760"/>
              </a:xfrm>
              <a:custGeom>
                <a:avLst/>
                <a:gdLst/>
                <a:ahLst/>
                <a:rect l="l" t="t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"/>
              <p:cNvSpPr/>
              <p:nvPr/>
            </p:nvSpPr>
            <p:spPr>
              <a:xfrm rot="6575400">
                <a:off x="-344520" y="4981320"/>
                <a:ext cx="1946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"/>
              <p:cNvSpPr/>
              <p:nvPr/>
            </p:nvSpPr>
            <p:spPr>
              <a:xfrm rot="238200">
                <a:off x="6120" y="4994280"/>
                <a:ext cx="16365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"/>
              <p:cNvSpPr/>
              <p:nvPr/>
            </p:nvSpPr>
            <p:spPr>
              <a:xfrm rot="18642600">
                <a:off x="1440720" y="39247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" name=""/>
              <p:cNvSpPr/>
              <p:nvPr/>
            </p:nvSpPr>
            <p:spPr>
              <a:xfrm rot="18642600">
                <a:off x="1477080" y="394524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8" name=""/>
              <p:cNvSpPr/>
              <p:nvPr/>
            </p:nvSpPr>
            <p:spPr>
              <a:xfrm rot="18642600">
                <a:off x="1514520" y="3963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9" name=""/>
              <p:cNvSpPr/>
              <p:nvPr/>
            </p:nvSpPr>
            <p:spPr>
              <a:xfrm rot="18938400">
                <a:off x="1546200" y="398268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"/>
              <p:cNvSpPr/>
              <p:nvPr/>
            </p:nvSpPr>
            <p:spPr>
              <a:xfrm rot="17961000">
                <a:off x="1251360" y="3850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"/>
              <p:cNvSpPr/>
              <p:nvPr/>
            </p:nvSpPr>
            <p:spPr>
              <a:xfrm rot="17961000">
                <a:off x="1294200" y="38628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"/>
              <p:cNvSpPr/>
              <p:nvPr/>
            </p:nvSpPr>
            <p:spPr>
              <a:xfrm rot="18085200">
                <a:off x="1329480" y="387360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"/>
              <p:cNvSpPr/>
              <p:nvPr/>
            </p:nvSpPr>
            <p:spPr>
              <a:xfrm rot="18379200">
                <a:off x="1369440" y="389304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4" name=""/>
              <p:cNvSpPr/>
              <p:nvPr/>
            </p:nvSpPr>
            <p:spPr>
              <a:xfrm rot="17261400">
                <a:off x="1031040" y="380268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5" name=""/>
              <p:cNvSpPr/>
              <p:nvPr/>
            </p:nvSpPr>
            <p:spPr>
              <a:xfrm rot="17349600">
                <a:off x="1074960" y="381168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6" name=""/>
              <p:cNvSpPr/>
              <p:nvPr/>
            </p:nvSpPr>
            <p:spPr>
              <a:xfrm rot="17349600">
                <a:off x="1122840" y="3819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"/>
              <p:cNvSpPr/>
              <p:nvPr/>
            </p:nvSpPr>
            <p:spPr>
              <a:xfrm rot="17611200">
                <a:off x="1170720" y="382644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8" name=""/>
              <p:cNvSpPr/>
              <p:nvPr/>
            </p:nvSpPr>
            <p:spPr>
              <a:xfrm rot="16737600">
                <a:off x="799200" y="380052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" name=""/>
              <p:cNvSpPr/>
              <p:nvPr/>
            </p:nvSpPr>
            <p:spPr>
              <a:xfrm rot="16926600">
                <a:off x="846720" y="37976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" name=""/>
              <p:cNvSpPr/>
              <p:nvPr/>
            </p:nvSpPr>
            <p:spPr>
              <a:xfrm rot="16953000">
                <a:off x="894600" y="3792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1" name=""/>
              <p:cNvSpPr/>
              <p:nvPr/>
            </p:nvSpPr>
            <p:spPr>
              <a:xfrm rot="17019600">
                <a:off x="943560" y="379476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2" name=""/>
              <p:cNvSpPr/>
              <p:nvPr/>
            </p:nvSpPr>
            <p:spPr>
              <a:xfrm rot="16404600">
                <a:off x="564120" y="383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"/>
              <p:cNvSpPr/>
              <p:nvPr/>
            </p:nvSpPr>
            <p:spPr>
              <a:xfrm rot="16239000">
                <a:off x="612000" y="38232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"/>
              <p:cNvSpPr/>
              <p:nvPr/>
            </p:nvSpPr>
            <p:spPr>
              <a:xfrm rot="16311000">
                <a:off x="664200" y="3817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"/>
              <p:cNvSpPr/>
              <p:nvPr/>
            </p:nvSpPr>
            <p:spPr>
              <a:xfrm rot="16434600">
                <a:off x="713520" y="38088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6" name=""/>
              <p:cNvSpPr/>
              <p:nvPr/>
            </p:nvSpPr>
            <p:spPr>
              <a:xfrm rot="15467400">
                <a:off x="327600" y="3900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7" name=""/>
              <p:cNvSpPr/>
              <p:nvPr/>
            </p:nvSpPr>
            <p:spPr>
              <a:xfrm rot="15379200">
                <a:off x="376920" y="38851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8" name=""/>
              <p:cNvSpPr/>
              <p:nvPr/>
            </p:nvSpPr>
            <p:spPr>
              <a:xfrm rot="15489000">
                <a:off x="423000" y="38692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9" name=""/>
              <p:cNvSpPr/>
              <p:nvPr/>
            </p:nvSpPr>
            <p:spPr>
              <a:xfrm rot="15680400">
                <a:off x="464040" y="385200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0" name=""/>
              <p:cNvSpPr/>
              <p:nvPr/>
            </p:nvSpPr>
            <p:spPr>
              <a:xfrm rot="14223600">
                <a:off x="8640" y="40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1" name=""/>
              <p:cNvSpPr/>
              <p:nvPr/>
            </p:nvSpPr>
            <p:spPr>
              <a:xfrm rot="14431200">
                <a:off x="102240" y="399420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2" name=""/>
              <p:cNvSpPr/>
              <p:nvPr/>
            </p:nvSpPr>
            <p:spPr>
              <a:xfrm rot="14797200">
                <a:off x="146520" y="397080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3" name=""/>
              <p:cNvSpPr/>
              <p:nvPr/>
            </p:nvSpPr>
            <p:spPr>
              <a:xfrm rot="14797200">
                <a:off x="189360" y="3954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4" name=""/>
              <p:cNvSpPr/>
              <p:nvPr/>
            </p:nvSpPr>
            <p:spPr>
              <a:xfrm rot="15142200">
                <a:off x="238680" y="393228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"/>
              <p:cNvSpPr/>
              <p:nvPr/>
            </p:nvSpPr>
            <p:spPr>
              <a:xfrm rot="19723200">
                <a:off x="0" y="53384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"/>
              <p:cNvSpPr/>
              <p:nvPr/>
            </p:nvSpPr>
            <p:spPr>
              <a:xfrm rot="3283800">
                <a:off x="810360" y="552132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"/>
              <p:cNvSpPr/>
              <p:nvPr/>
            </p:nvSpPr>
            <p:spPr>
              <a:xfrm rot="3283800">
                <a:off x="54720" y="444168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"/>
              <p:cNvSpPr/>
              <p:nvPr/>
            </p:nvSpPr>
            <p:spPr>
              <a:xfrm rot="19723200">
                <a:off x="1111320" y="4525920"/>
                <a:ext cx="5032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"/>
              <p:cNvSpPr/>
              <p:nvPr/>
            </p:nvSpPr>
            <p:spPr>
              <a:xfrm rot="5908800">
                <a:off x="316800" y="6214680"/>
                <a:ext cx="219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0" name=""/>
              <p:cNvSpPr/>
              <p:nvPr/>
            </p:nvSpPr>
            <p:spPr>
              <a:xfrm rot="6683400">
                <a:off x="70920" y="6214680"/>
                <a:ext cx="2286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"/>
              <p:cNvSpPr/>
              <p:nvPr/>
            </p:nvSpPr>
            <p:spPr>
              <a:xfrm rot="5245200">
                <a:off x="572400" y="617976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"/>
              <p:cNvSpPr/>
              <p:nvPr/>
            </p:nvSpPr>
            <p:spPr>
              <a:xfrm rot="4500000">
                <a:off x="828000" y="61070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"/>
              <p:cNvSpPr/>
              <p:nvPr/>
            </p:nvSpPr>
            <p:spPr>
              <a:xfrm rot="3805200">
                <a:off x="1063080" y="59972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"/>
              <p:cNvSpPr/>
              <p:nvPr/>
            </p:nvSpPr>
            <p:spPr>
              <a:xfrm rot="3060000">
                <a:off x="1290240" y="585432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"/>
              <p:cNvSpPr/>
              <p:nvPr/>
            </p:nvSpPr>
            <p:spPr>
              <a:xfrm rot="2089800">
                <a:off x="1488600" y="56862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6" name=""/>
              <p:cNvSpPr/>
              <p:nvPr/>
            </p:nvSpPr>
            <p:spPr>
              <a:xfrm rot="14431200">
                <a:off x="-28440" y="39780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7" name=""/>
              <p:cNvSpPr/>
              <p:nvPr/>
            </p:nvSpPr>
            <p:spPr>
              <a:xfrm rot="15193200">
                <a:off x="215640" y="386208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8" name=""/>
              <p:cNvSpPr/>
              <p:nvPr/>
            </p:nvSpPr>
            <p:spPr>
              <a:xfrm rot="16629000">
                <a:off x="709560" y="375264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"/>
              <p:cNvSpPr/>
              <p:nvPr/>
            </p:nvSpPr>
            <p:spPr>
              <a:xfrm rot="17301000">
                <a:off x="947520" y="3746160"/>
                <a:ext cx="237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"/>
              <p:cNvSpPr/>
              <p:nvPr/>
            </p:nvSpPr>
            <p:spPr>
              <a:xfrm rot="17923200">
                <a:off x="1173600" y="3786840"/>
                <a:ext cx="246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"/>
              <p:cNvSpPr/>
              <p:nvPr/>
            </p:nvSpPr>
            <p:spPr>
              <a:xfrm rot="18411000">
                <a:off x="1379880" y="38566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"/>
              <p:cNvSpPr/>
              <p:nvPr/>
            </p:nvSpPr>
            <p:spPr>
              <a:xfrm rot="18989400">
                <a:off x="1562040" y="3963960"/>
                <a:ext cx="265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"/>
              <p:cNvSpPr/>
              <p:nvPr/>
            </p:nvSpPr>
            <p:spPr>
              <a:xfrm rot="19409400">
                <a:off x="1706040" y="4103280"/>
                <a:ext cx="2746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"/>
              <p:cNvSpPr/>
              <p:nvPr/>
            </p:nvSpPr>
            <p:spPr>
              <a:xfrm rot="19871400">
                <a:off x="1820880" y="42670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"/>
              <p:cNvSpPr/>
              <p:nvPr/>
            </p:nvSpPr>
            <p:spPr>
              <a:xfrm rot="20427600">
                <a:off x="1901520" y="445284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"/>
              <p:cNvSpPr/>
              <p:nvPr/>
            </p:nvSpPr>
            <p:spPr>
              <a:xfrm rot="20845800">
                <a:off x="1933200" y="4651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"/>
              <p:cNvSpPr/>
              <p:nvPr/>
            </p:nvSpPr>
            <p:spPr>
              <a:xfrm rot="21312000">
                <a:off x="1925280" y="4867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"/>
              <p:cNvSpPr/>
              <p:nvPr/>
            </p:nvSpPr>
            <p:spPr>
              <a:xfrm rot="696600">
                <a:off x="1787040" y="5297400"/>
                <a:ext cx="238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"/>
              <p:cNvSpPr/>
              <p:nvPr/>
            </p:nvSpPr>
            <p:spPr>
              <a:xfrm rot="1529400">
                <a:off x="1652400" y="5500800"/>
                <a:ext cx="222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"/>
              <p:cNvSpPr/>
              <p:nvPr/>
            </p:nvSpPr>
            <p:spPr>
              <a:xfrm>
                <a:off x="1349280" y="4978440"/>
                <a:ext cx="324000" cy="190440"/>
              </a:xfrm>
              <a:custGeom>
                <a:avLst/>
                <a:gdLst/>
                <a:ahLst/>
                <a:rect l="l" t="t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"/>
              <p:cNvSpPr/>
              <p:nvPr/>
            </p:nvSpPr>
            <p:spPr>
              <a:xfrm>
                <a:off x="30240" y="4321080"/>
                <a:ext cx="142920" cy="123840"/>
              </a:xfrm>
              <a:custGeom>
                <a:avLst/>
                <a:gdLst/>
                <a:ahLst/>
                <a:rect l="l" t="t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"/>
              <p:cNvSpPr/>
              <p:nvPr/>
            </p:nvSpPr>
            <p:spPr>
              <a:xfrm>
                <a:off x="154080" y="4208400"/>
                <a:ext cx="160200" cy="141480"/>
              </a:xfrm>
              <a:custGeom>
                <a:avLst/>
                <a:gdLst/>
                <a:ahLst/>
                <a:rect l="l" t="t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"/>
              <p:cNvSpPr/>
              <p:nvPr/>
            </p:nvSpPr>
            <p:spPr>
              <a:xfrm>
                <a:off x="1074600" y="5559480"/>
                <a:ext cx="131760" cy="123840"/>
              </a:xfrm>
              <a:custGeom>
                <a:avLst/>
                <a:gdLst/>
                <a:ahLst/>
                <a:rect l="l" t="t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"/>
              <p:cNvSpPr/>
              <p:nvPr/>
            </p:nvSpPr>
            <p:spPr>
              <a:xfrm>
                <a:off x="1492200" y="4416480"/>
                <a:ext cx="142920" cy="114120"/>
              </a:xfrm>
              <a:custGeom>
                <a:avLst/>
                <a:gdLst/>
                <a:ahLst/>
                <a:rect l="l" t="t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"/>
              <p:cNvSpPr/>
              <p:nvPr/>
            </p:nvSpPr>
            <p:spPr>
              <a:xfrm>
                <a:off x="1425600" y="4311720"/>
                <a:ext cx="142920" cy="133200"/>
              </a:xfrm>
              <a:custGeom>
                <a:avLst/>
                <a:gdLst/>
                <a:ahLst/>
                <a:rect l="l" t="t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"/>
              <p:cNvSpPr/>
              <p:nvPr/>
            </p:nvSpPr>
            <p:spPr>
              <a:xfrm>
                <a:off x="11160" y="6091200"/>
                <a:ext cx="9360" cy="19080"/>
              </a:xfrm>
              <a:custGeom>
                <a:avLst/>
                <a:gdLst/>
                <a:ahLst/>
                <a:rect l="l" t="t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"/>
              <p:cNvSpPr/>
              <p:nvPr/>
            </p:nvSpPr>
            <p:spPr>
              <a:xfrm>
                <a:off x="11160" y="4056120"/>
                <a:ext cx="47520" cy="76320"/>
              </a:xfrm>
              <a:custGeom>
                <a:avLst/>
                <a:gdLst/>
                <a:ahLst/>
                <a:rect l="l" t="t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"/>
              <p:cNvSpPr/>
              <p:nvPr/>
            </p:nvSpPr>
            <p:spPr>
              <a:xfrm>
                <a:off x="11160" y="6100920"/>
                <a:ext cx="57240" cy="104760"/>
              </a:xfrm>
              <a:custGeom>
                <a:avLst/>
                <a:gdLst/>
                <a:ahLst/>
                <a:rect l="l" t="t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"/>
              <p:cNvSpPr/>
              <p:nvPr/>
            </p:nvSpPr>
            <p:spPr>
              <a:xfrm rot="244800">
                <a:off x="1868400" y="5081760"/>
                <a:ext cx="2556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0" name=""/>
              <p:cNvSpPr/>
              <p:nvPr/>
            </p:nvSpPr>
            <p:spPr>
              <a:xfrm rot="16001400">
                <a:off x="460440" y="378756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1" name=""/>
              <p:cNvSpPr/>
              <p:nvPr/>
            </p:nvSpPr>
            <p:spPr>
              <a:xfrm>
                <a:off x="220680" y="5672160"/>
                <a:ext cx="228600" cy="244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"/>
              <p:cNvSpPr/>
              <p:nvPr/>
            </p:nvSpPr>
            <p:spPr>
              <a:xfrm rot="18742800">
                <a:off x="981720" y="5636160"/>
                <a:ext cx="108000" cy="109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"/>
              <p:cNvSpPr/>
              <p:nvPr/>
            </p:nvSpPr>
            <p:spPr>
              <a:xfrm>
                <a:off x="372960" y="3973680"/>
                <a:ext cx="552600" cy="2019240"/>
              </a:xfrm>
              <a:custGeom>
                <a:avLst/>
                <a:gdLst/>
                <a:ahLst/>
                <a:rect l="l" t="t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967"/>
                  </a:gs>
                  <a:gs pos="100000">
                    <a:srgbClr val="5b5d6b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"/>
              <p:cNvSpPr/>
              <p:nvPr/>
            </p:nvSpPr>
            <p:spPr>
              <a:xfrm rot="19915200">
                <a:off x="469800" y="4836600"/>
                <a:ext cx="351000" cy="276480"/>
              </a:xfrm>
              <a:prstGeom prst="ellipse">
                <a:avLst/>
              </a:prstGeom>
              <a:gradFill rotWithShape="0">
                <a:gsLst>
                  <a:gs pos="0">
                    <a:srgbClr val="525460"/>
                  </a:gs>
                  <a:gs pos="50000">
                    <a:srgbClr val="5b5d6b"/>
                  </a:gs>
                  <a:gs pos="100000">
                    <a:srgbClr val="52546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5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dt" idx="7"/>
          </p:nvPr>
        </p:nvSpPr>
        <p:spPr>
          <a:xfrm>
            <a:off x="304920" y="624852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ftr" idx="8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 type="sldNum" idx="9"/>
          </p:nvPr>
        </p:nvSpPr>
        <p:spPr>
          <a:xfrm>
            <a:off x="6553080" y="624852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EB2B2D-6134-41E3-8B3F-692A2577C67A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6fa9b7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85800" y="549360"/>
            <a:ext cx="7772400" cy="100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6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491</a:t>
            </a:r>
            <a:endParaRPr b="0" lang="pt-BR" sz="60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subTitle"/>
          </p:nvPr>
        </p:nvSpPr>
        <p:spPr>
          <a:xfrm>
            <a:off x="1371600" y="2492280"/>
            <a:ext cx="6400800" cy="144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spcBef>
                <a:spcPts val="15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6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HÁ PODER NO SANGUE DE JESUS</a:t>
            </a:r>
            <a:endParaRPr b="0" lang="pt-BR" sz="6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324000" y="274680"/>
            <a:ext cx="8362800" cy="538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 teu pecado tu queres deixar?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No sangue há poder, sim, há poder;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Queres do mal a vitória ganhar?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Seu sangue tem este poder!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611280" y="274320"/>
            <a:ext cx="8075520" cy="430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Há poder, sim, força e vigor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Neste sangue de Jesus;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Há poder, sim, no bom Salvador;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Confia no Cristo da cruz.</a:t>
            </a:r>
            <a:br>
              <a:rPr sz="4000"/>
            </a:br>
            <a:endParaRPr b="0" lang="pt-BR" sz="40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395280" y="274680"/>
            <a:ext cx="8291520" cy="45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Queres os vícios abandonar?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No sangue há poder, sim, há poder;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Confia em Cristo para te curar;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Seu sangue tem este poder!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395280" y="274320"/>
            <a:ext cx="8291520" cy="42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Há poder, sim, força e vigor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Neste sangue de Jesus;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Há poder, sim, no bom Salvador;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Confia no Cristo da cruz.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395280" y="274680"/>
            <a:ext cx="8291520" cy="46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Paralítico, queres andar?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No sangue há poder, sim, há poder;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Para fazer-te também caminhar,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Seu sangue tem esse poder!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250560" y="274320"/>
            <a:ext cx="8435880" cy="380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Há poder, sim, força e vigor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Neste sangue de Jesus;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Há poder, sim, no bom Salvador;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Confia no Cristo da cruz.</a:t>
            </a:r>
            <a:br>
              <a:rPr sz="4000"/>
            </a:br>
            <a:endParaRPr b="0" lang="pt-BR" sz="40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395280" y="274680"/>
            <a:ext cx="8291520" cy="444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Queres pureza p’ra teu coração?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No sangue há poder, sim, há poder;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Mais lealdade, mais consagração,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Seu sangue tem este poder!</a:t>
            </a:r>
            <a:br>
              <a:rPr sz="4000"/>
            </a:br>
            <a:endParaRPr b="0" lang="pt-BR" sz="40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395280" y="274320"/>
            <a:ext cx="8291520" cy="452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Há poder, sim, força e vigor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Neste sangue de Jesus;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Há poder, sim, no bom Salvador;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Confia no Cristo da cruz.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395280" y="274680"/>
            <a:ext cx="8291520" cy="45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Queres de Cristo a mensagem levar?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No sangue há poder, sim, há poder;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Queres co’os anjos, na gloria cantar?</a:t>
            </a:r>
            <a:br>
              <a:rPr sz="4000"/>
            </a:br>
            <a:endParaRPr b="0" lang="pt-BR" sz="40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395280" y="274680"/>
            <a:ext cx="8291520" cy="444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Há poder, sim, força e vigor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Neste sangue de Jesus;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Há poder, sim, no bom Salvador;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Confia no Cristo da cruz.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 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2004-09-07T21:13:19Z</dcterms:created>
  <dc:creator>Jose Antonio de Bem</dc:creator>
  <dc:description/>
  <dc:language>pt-BR</dc:language>
  <cp:lastModifiedBy>Junior</cp:lastModifiedBy>
  <dcterms:modified xsi:type="dcterms:W3CDTF">2006-03-11T19:59:18Z</dcterms:modified>
  <cp:revision>2</cp:revision>
  <dc:subject/>
  <dc:title>HC: #491</dc:title>
</cp:coreProperties>
</file>