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2B14AF-D49E-4307-B4CD-9AADF1B1A9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E71020-2C8B-444D-BFA9-8C02D54B91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148591F-665E-4D6B-B916-6EF8320B66E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175</a:t>
            </a:r>
            <a:br>
              <a:rPr sz="4800"/>
            </a:br>
            <a:r>
              <a:rPr b="1" lang="pt-BR" sz="4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IRMÃOS AMADOS</a:t>
            </a:r>
            <a:br>
              <a:rPr sz="4800"/>
            </a:b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39280" y="274680"/>
            <a:ext cx="814716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Irmãos amados - E resgatados, Segui avante - E triunfantes, Combateremos - E venceremos, No nome santo de Jesus!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39280" y="274680"/>
            <a:ext cx="814716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 nome santo - alegre canto: Eu fui lavado - Santificado;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Vivi perdido - Mas sou remido. No nome santo de Jesus!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24000" y="274320"/>
            <a:ext cx="88200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Irmãos amados - Santificados,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Vivei unidos - Pois sois remidos,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Não mais temendo - O bem fazendo,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 nome santo de Jesus!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39280" y="274680"/>
            <a:ext cx="814716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 nome santo - alegre canto: Eu fui lavado - Santificado;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Vivi perdido - Mas sou remido. No nome santo de Jesus!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24000" y="274320"/>
            <a:ext cx="83628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Irmãos amados - Purificados,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Sede valentes - E mui prudentes, Estais lavados - E libertados,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 nome santo de Jesus!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br>
              <a:rPr sz="1600"/>
            </a:b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                                                                          P.L.M.</a:t>
            </a:r>
            <a:br>
              <a:rPr sz="1600"/>
            </a:b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39280" y="274680"/>
            <a:ext cx="814716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 nome santo - alegre canto: Eu fui lavado - Santificado;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Vivi perdido - Mas sou remido. No nome santo de Jesus!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2005-10-16T01:55:59Z</dcterms:created>
  <dc:creator>Montagna</dc:creator>
  <dc:description/>
  <dc:language>pt-BR</dc:language>
  <cp:lastModifiedBy>User041</cp:lastModifiedBy>
  <dcterms:modified xsi:type="dcterms:W3CDTF">2007-01-27T18:24:36Z</dcterms:modified>
  <cp:revision>3</cp:revision>
  <dc:subject/>
  <dc:title>175 - IRMOS AMADOS </dc:title>
</cp:coreProperties>
</file>