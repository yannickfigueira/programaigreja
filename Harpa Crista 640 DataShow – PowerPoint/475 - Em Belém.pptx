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B16FE-F77E-458D-8DCC-A6EAB47FB9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FDE515-8C20-4A42-96E7-305D30550F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8D5196-5C79-4566-AE61-692194E623D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475 - Em Belém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em Belém nasceu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Príncipe excelso da paz;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Amor divino e santa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mundo perdido, Ele traz.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é infinito.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louvor em alta voz,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ao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certeza temos nós,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herdar os refulgentes céus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é infinito.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jubilar os anjos estão,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ter nascido o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magos vêm pra adoração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veraz Redentor.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é infinito.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mesmo o tão profundo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nosso bendito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Mandava ao mundo de horror,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Filho, pra salvar os Seus.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ao Rei bendito;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poder é infinito.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2005-12-25T19:11:05Z</dcterms:created>
  <dc:creator>Junior</dc:creator>
  <dc:description/>
  <dc:language>pt-BR</dc:language>
  <cp:lastModifiedBy>Junior</cp:lastModifiedBy>
  <dcterms:modified xsi:type="dcterms:W3CDTF">2005-12-25T19:11:07Z</dcterms:modified>
  <cp:revision>1</cp:revision>
  <dc:subject/>
  <dc:title>475 - Em Belém </dc:title>
</cp:coreProperties>
</file>