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1AF555-1DF8-4087-A68F-7EDF5F20A5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605FEC-3259-4792-8E3E-313B23DA4A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AC58A2-C868-45C0-B37A-A23673E019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047788-0E4B-4665-BC7D-2F8F5F286D5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1773000"/>
            <a:ext cx="7918560" cy="182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88</a:t>
            </a:r>
            <a:br>
              <a:rPr sz="4000"/>
            </a:br>
            <a:r>
              <a:rPr b="1" lang="pt-BR" sz="40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REVELA A NÓS, SENHOR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620640"/>
            <a:ext cx="9144000" cy="44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Jesus, meu Rei, Mestre e Senhor, O Teu amor revela a mim,</a:t>
            </a:r>
            <a:br>
              <a:rPr sz="4400"/>
            </a:b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Enquanto eu aqui viver,</a:t>
            </a:r>
            <a:br>
              <a:rPr sz="4400"/>
            </a:b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Até eu ver da vida o fim.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0" y="836280"/>
            <a:ext cx="9144000" cy="388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1" marL="743040" indent="-28584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Revela a nós, Senhor Jesus,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Meu Salvador,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As maravilhas mil do Teu divino amor;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E com veraz louvor, fervente gratidão;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Eleva a Ti, Jesus Senhor,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O nosso coração.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algn="ctr">
              <a:spcBef>
                <a:spcPts val="9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549000"/>
            <a:ext cx="9144000" cy="43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As bênçãos mil do Teu amor, </a:t>
            </a:r>
            <a:br>
              <a:rPr sz="4400"/>
            </a:b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Qual esplendor me cercarão; </a:t>
            </a:r>
            <a:br>
              <a:rPr sz="4400"/>
            </a:b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O Teu olhar será, Jesus, </a:t>
            </a:r>
            <a:br>
              <a:rPr sz="4400"/>
            </a:b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A grata luz do coração.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475920"/>
            <a:ext cx="9144000" cy="482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Revela a nós, Senhor Jesus,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Meu Salvador,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As maravilhas mil do Teu divino amor;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E com veraz louvor, fervente gratidão;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Eleva a Ti, Jesus Senhor,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O nosso coração.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549360"/>
            <a:ext cx="9144000" cy="453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Sorrisos Teus verei brilhar, </a:t>
            </a:r>
            <a:br>
              <a:rPr sz="4400"/>
            </a:b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Se não andar no mundo vil: Desfrutarei prazer veraz, </a:t>
            </a:r>
            <a:br>
              <a:rPr sz="4400"/>
            </a:b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Tempo de paz primaveril.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549360"/>
            <a:ext cx="9144000" cy="453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Revela a nós, Senhor Jesus,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Meu Salvador,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As maravilhas mil do Teu divino amor;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E com veraz louvor, fervente gratidão;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Eleva a Ti, Jesus Senhor,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O nosso coração.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549360"/>
            <a:ext cx="9144000" cy="424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E, quando for no céu morar,</a:t>
            </a:r>
            <a:br>
              <a:rPr sz="4400"/>
            </a:b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E descansar dos dias meus,</a:t>
            </a:r>
            <a:br>
              <a:rPr sz="4400"/>
            </a:b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Feliz viver receberei</a:t>
            </a:r>
            <a:br>
              <a:rPr sz="4400"/>
            </a:b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De Ti, meu Rei, </a:t>
            </a:r>
            <a:br>
              <a:rPr sz="4400"/>
            </a:br>
            <a:r>
              <a:rPr b="0" lang="en-US" sz="44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Meu santo Deus!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549000"/>
            <a:ext cx="9144000" cy="460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Revela a nós, Senhor Jesus,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Meu Salvador,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As maravilhas mil do Teu divino amor;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E com veraz louvor, fervente gratidão;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Eleva a Ti, Jesus Senhor, </a:t>
            </a:r>
            <a:br>
              <a:rPr sz="3600"/>
            </a:br>
            <a:r>
              <a:rPr b="1" i="1" lang="en-US" sz="3600" strike="noStrike" u="none">
                <a:solidFill>
                  <a:srgbClr val="ccffcc"/>
                </a:solidFill>
                <a:effectLst/>
                <a:uFillTx/>
                <a:latin typeface="Arial"/>
              </a:rPr>
              <a:t>O nosso coração.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2005-10-15T22:28:26Z</dcterms:created>
  <dc:creator>Montagna</dc:creator>
  <dc:description/>
  <dc:language>pt-BR</dc:language>
  <cp:lastModifiedBy>Junior</cp:lastModifiedBy>
  <dcterms:modified xsi:type="dcterms:W3CDTF">2005-10-16T19:34:27Z</dcterms:modified>
  <cp:revision>2</cp:revision>
  <dc:subject/>
  <dc:title>88 </dc:title>
</cp:coreProperties>
</file>