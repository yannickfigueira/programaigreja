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BFD1A-EB7C-4D35-A3DF-32492EDE83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9DFE47-8A65-4879-8EBB-9C4650D301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7950A4-A04F-42BD-BA24-C562545C8AB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465 – Ele Sofreu por mim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li que Jesus fora preso;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dor a minh'alma vibrou;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antes assim não sentia,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 isto a mim empolgou,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li que Ele foi conduzido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À corte de Jerusalém;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padeceu grande afronta.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Foi c'roado de espinhos também.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eu era culpado,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Ele sofreu já por mim;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Ele era inocente,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Padecendo tudo assim.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li que Jesus foi julgado;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cruz mui pesada levou,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nela, por mim expirando,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vis pecados tomou;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Enquanto na cruz, pendurado,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lança Seu lado furou;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esponja Lhe deram vinagre,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Ele, por mim, o tragou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eu era culpado,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Ele sofreu já por mim;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Ele era inocente,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Padecendo tudo assim.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Depois José de Arimatéia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outros discípulos também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Puseram-No, em um sepulcro,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guardas vigiavam bem: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Enquanto no mundo, Ele disse,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havia de ressuscitar,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Deus fez então um milagre. Fazendo-O dos mortos tornar!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eu era culpado,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Ele sofreu já por mim;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Ele era inocente,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Padecendo tudo assim.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guardas ainda vigiavam,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um anjo veio do céu,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pedra que estava na porta,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grande poder removeu;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os laços caíram;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plano de Deus era assim;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luz e a vida resplendem,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isto foi tudo por mim!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eu era culpado,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Ele sofreu já por mim;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sei que Ele era inocente,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Padecendo tudo assim.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2005-12-26T15:09:42Z</dcterms:created>
  <dc:creator>Junior</dc:creator>
  <dc:description/>
  <dc:language>pt-BR</dc:language>
  <cp:lastModifiedBy>Junior</cp:lastModifiedBy>
  <dcterms:modified xsi:type="dcterms:W3CDTF">2005-12-26T15:09:45Z</dcterms:modified>
  <cp:revision>1</cp:revision>
  <dc:subject/>
  <dc:title>465 – Ele Sofreu por mim </dc:title>
</cp:coreProperties>
</file>