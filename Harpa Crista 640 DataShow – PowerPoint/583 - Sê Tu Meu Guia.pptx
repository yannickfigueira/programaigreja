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F139CF-C59F-4353-9C78-01B140B7AD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0BCCE2-DAAA-4CFF-B1EF-05FC51CB2A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59E97F-D0C5-458E-BF12-98C465C9FC1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583 - Sê Tu Meu Guia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 meu Guia, ó Cristo: estou medroso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andar sozinho pela solidão!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 meu Guia, e o ermo pavoroso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não será lugar de escuridão!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 meu Guia, leva-me a teu lado, Pois, junto a ti desejo estar, Senhor! Pois por teu braço, estando assim firmado,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hei de tropeçar nem ter temor.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 meu Guia, em tempo radiante,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na bonança, ou mesmo em temporal!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 meu Guia, que eu prossiga avante,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me afastar do rumo divina!.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 meu Guia, até que tenha entrada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casa paternal, no Céu além;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Ali, enfim. minha alma descansada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 contigo seu eterno bem.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2005-12-26T23:04:42Z</dcterms:created>
  <dc:creator>Junior</dc:creator>
  <dc:description/>
  <dc:language>pt-BR</dc:language>
  <cp:lastModifiedBy>Junior</cp:lastModifiedBy>
  <dcterms:modified xsi:type="dcterms:W3CDTF">2005-12-26T23:04:45Z</dcterms:modified>
  <cp:revision>1</cp:revision>
  <dc:subject/>
  <dc:title>583 - Sê Tu Meu Guia </dc:title>
</cp:coreProperties>
</file>