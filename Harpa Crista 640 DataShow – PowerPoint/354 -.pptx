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05F3F1-12AF-43CE-A525-451DA18EEF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5F4D05-6A19-424E-BB10-985B964190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8E5FCF-A125-4B8E-95B0-3C9B0525D0F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354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que guardar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Minh´alma imortal.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prepará-la para entrar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reino celestial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isso eu fazer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 vem me ajudar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Teu serviço sim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ser Te quero consagrar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filho quero ser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todo coração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pra sempre obter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eterba proteção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Ajuda-me a velar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fé me firmar bem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em Ti posso confiar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descançar também.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2006-07-01T19:23:30Z</dcterms:created>
  <dc:creator>User041</dc:creator>
  <dc:description/>
  <dc:language>pt-BR</dc:language>
  <cp:lastModifiedBy>User041</cp:lastModifiedBy>
  <dcterms:modified xsi:type="dcterms:W3CDTF">2006-07-01T19:24:03Z</dcterms:modified>
  <cp:revision>1</cp:revision>
  <dc:subject/>
  <dc:title>354</dc:title>
</cp:coreProperties>
</file>