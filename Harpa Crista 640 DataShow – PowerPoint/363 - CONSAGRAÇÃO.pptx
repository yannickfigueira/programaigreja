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_rels/slideMaster1.xml.rels" ContentType="application/vnd.openxmlformats-package.relationships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_rels/slideLayout1.xml.rels" ContentType="application/vnd.openxmlformats-package.relationships+xml"/>
  <Override PartName="/ppt/slideLayouts/_rels/slideLayout2.xml.rels" ContentType="application/vnd.openxmlformats-package.relationships+xml"/>
  <Override PartName="/ppt/_rels/presentation.xml.rels" ContentType="application/vnd.openxmlformats-package.relationshi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_rels/slide6.xml.rels" ContentType="application/vnd.openxmlformats-package.relationships+xml"/>
  <Override PartName="/ppt/slides/_rels/slide7.xml.rels" ContentType="application/vnd.openxmlformats-package.relationships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</Types>
</file>

<file path=_rels/.rels><?xml version="1.0" encoding="UTF-8"?>
<Relationships xmlns="http://schemas.openxmlformats.org/package/2006/relationships"><Relationship Id="rId1" Type="http://schemas.openxmlformats.org/officedocument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Padr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sp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3219C715-FD90-4FF7-8C4C-0A5D750D1772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Padr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sp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indent="0">
              <a:spcBef>
                <a:spcPts val="799"/>
              </a:spcBef>
              <a:buNone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978BF89A-D224-4C4C-82B2-34C3C16A352A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do texto do título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 fontScale="92500" lnSpcReduction="9999"/>
          </a:bodyPr>
          <a:p>
            <a:pPr marL="343080" indent="-343080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3040" indent="-285840">
              <a:spcBef>
                <a:spcPts val="799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143000" indent="-228600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600200" indent="-228600">
              <a:spcBef>
                <a:spcPts val="799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&lt;data/hora&gt;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&lt;rodapé&gt;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5A4C110D-5B84-4FAB-B241-9FCF90414D4E}" type="slidenum"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&lt;número&gt;</a:t>
            </a:fld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363</a:t>
            </a:r>
            <a:br>
              <a:rPr sz="4400"/>
            </a:br>
            <a:r>
              <a:rPr b="1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CONSAGRAÇÃO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61786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Amor e vida dou a Ti,</a:t>
            </a:r>
            <a:br>
              <a:rPr sz="3600"/>
            </a:br>
            <a:r>
              <a:rPr b="0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Jesus, pois lá na cruz, por mim, </a:t>
            </a:r>
            <a:br>
              <a:rPr sz="3600"/>
            </a:br>
            <a:r>
              <a:rPr b="0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Verteste sangue carmezim; </a:t>
            </a:r>
            <a:br>
              <a:rPr sz="3600"/>
            </a:br>
            <a:r>
              <a:rPr b="0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Meu Deus e Salvador!</a:t>
            </a: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61786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Amor e vida dou a Ti,</a:t>
            </a:r>
            <a:br>
              <a:rPr sz="3600"/>
            </a:br>
            <a:r>
              <a:rPr b="1" i="1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Que foste à cruz sofrer por mim, </a:t>
            </a:r>
            <a:br>
              <a:rPr sz="3600"/>
            </a:br>
            <a:r>
              <a:rPr b="1" i="1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Amor e vida dou a Ti,</a:t>
            </a:r>
            <a:br>
              <a:rPr sz="3600"/>
            </a:br>
            <a:r>
              <a:rPr b="1" i="1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Jesus, meu Salvador!</a:t>
            </a:r>
            <a:endParaRPr b="0" lang="pt-BR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61786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Tu me salvaste, isto sei; </a:t>
            </a:r>
            <a:br>
              <a:rPr sz="3600"/>
            </a:br>
            <a:r>
              <a:rPr b="0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 minha fé em Ti porei; </a:t>
            </a:r>
            <a:br>
              <a:rPr sz="3600"/>
            </a:br>
            <a:r>
              <a:rPr b="0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Feliz, agora viverei!</a:t>
            </a:r>
            <a:br>
              <a:rPr sz="3600"/>
            </a:br>
            <a:r>
              <a:rPr b="0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Contigo, meu Jesus!</a:t>
            </a: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61786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Amor e vida dou a Ti,</a:t>
            </a:r>
            <a:br>
              <a:rPr sz="3600"/>
            </a:br>
            <a:r>
              <a:rPr b="1" i="1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Que foste à cruz sofrer por mim, </a:t>
            </a:r>
            <a:br>
              <a:rPr sz="3600"/>
            </a:br>
            <a:r>
              <a:rPr b="1" i="1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Amor e vida dou a Ti,</a:t>
            </a:r>
            <a:br>
              <a:rPr sz="3600"/>
            </a:br>
            <a:r>
              <a:rPr b="1" i="1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Jesus, meu Salvador!</a:t>
            </a:r>
            <a:endParaRPr b="0" lang="pt-BR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600" cy="61070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Tu que morreste sobre a cruz,</a:t>
            </a:r>
            <a:br>
              <a:rPr sz="3600"/>
            </a:br>
            <a:r>
              <a:rPr b="0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Concede-me, Senhor Jesus,</a:t>
            </a:r>
            <a:br>
              <a:rPr sz="3600"/>
            </a:br>
            <a:r>
              <a:rPr b="0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Que sempre ande na Tua luz,</a:t>
            </a:r>
            <a:br>
              <a:rPr sz="3600"/>
            </a:br>
            <a:r>
              <a:rPr b="0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Em santificação. P.L.M.</a:t>
            </a: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61786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Amor e vida dou a Ti,</a:t>
            </a:r>
            <a:br>
              <a:rPr sz="3600"/>
            </a:br>
            <a:r>
              <a:rPr b="1" i="1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Que foste à cruz sofrer por mim, </a:t>
            </a:r>
            <a:br>
              <a:rPr sz="3600"/>
            </a:br>
            <a:r>
              <a:rPr b="1" i="1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Amor e vida dou a Ti,</a:t>
            </a:r>
            <a:br>
              <a:rPr sz="3600"/>
            </a:br>
            <a:r>
              <a:rPr b="1" i="1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Jesus, meu Salvador!</a:t>
            </a:r>
            <a:endParaRPr b="0" lang="pt-BR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LibreOffice/25.2.6.1$Windows_X86_64 LibreOffice_project/13f8d05e475a6b6572cdd8fe3af1421c659c51c2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2005-10-20T19:55:43Z</dcterms:created>
  <dc:creator>Montagna</dc:creator>
  <dc:description/>
  <dc:language>pt-BR</dc:language>
  <cp:lastModifiedBy>Montagna</cp:lastModifiedBy>
  <dcterms:modified xsi:type="dcterms:W3CDTF">2005-10-20T19:55:53Z</dcterms:modified>
  <cp:revision>2</cp:revision>
  <dc:subject/>
  <dc:title>363 - CONSAGRAÇÃO</dc:title>
</cp:coreProperties>
</file>