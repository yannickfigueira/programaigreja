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">
    <p:bg>
      <p:bgPr>
        <a:gradFill rotWithShape="0">
          <a:gsLst>
            <a:gs pos="0">
              <a:srgbClr val="001746"/>
            </a:gs>
            <a:gs pos="100000">
              <a:srgbClr val="00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1" name=""/>
            <p:cNvSpPr/>
            <p:nvPr/>
          </p:nvSpPr>
          <p:spPr>
            <a:xfrm>
              <a:off x="0" y="4876920"/>
              <a:ext cx="9144000" cy="1981080"/>
            </a:xfrm>
            <a:custGeom>
              <a:avLst/>
              <a:gdLst/>
              <a:ahLst/>
              <a:rect l="l" t="t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rgbClr val="003399"/>
                </a:gs>
                <a:gs pos="100000">
                  <a:srgbClr val="33ccc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0"/>
              <a:ext cx="9144000" cy="4876920"/>
            </a:xfrm>
            <a:custGeom>
              <a:avLst/>
              <a:gdLst/>
              <a:ahLst/>
              <a:rect l="l" t="t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rgbClr val="001746"/>
                </a:gs>
                <a:gs pos="100000">
                  <a:srgbClr val="003399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" name=""/>
          <p:cNvSpPr/>
          <p:nvPr/>
        </p:nvSpPr>
        <p:spPr>
          <a:xfrm>
            <a:off x="6248520" y="6262560"/>
            <a:ext cx="2895480" cy="609840"/>
          </a:xfrm>
          <a:custGeom>
            <a:avLst/>
            <a:gdLst/>
            <a:ahLst/>
            <a:rect l="l" t="t" r="r" b="b"/>
            <a:pathLst>
              <a:path w="5748" h="246">
                <a:moveTo>
                  <a:pt x="5748" y="246"/>
                </a:moveTo>
                <a:lnTo>
                  <a:pt x="0" y="246"/>
                </a:lnTo>
                <a:lnTo>
                  <a:pt x="0" y="0"/>
                </a:lnTo>
                <a:lnTo>
                  <a:pt x="5748" y="0"/>
                </a:lnTo>
                <a:lnTo>
                  <a:pt x="5748" y="246"/>
                </a:lnTo>
                <a:lnTo>
                  <a:pt x="5748" y="246"/>
                </a:lnTo>
                <a:close/>
              </a:path>
            </a:pathLst>
          </a:custGeom>
          <a:gradFill rotWithShape="0">
            <a:gsLst>
              <a:gs pos="0">
                <a:srgbClr val="00ffcc"/>
              </a:gs>
              <a:gs pos="100000">
                <a:srgbClr val="003399"/>
              </a:gs>
            </a:gsLst>
            <a:lin ang="81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" name=""/>
          <p:cNvGrpSpPr/>
          <p:nvPr/>
        </p:nvGrpSpPr>
        <p:grpSpPr>
          <a:xfrm>
            <a:off x="0" y="6019920"/>
            <a:ext cx="7848720" cy="857160"/>
            <a:chOff x="0" y="6019920"/>
            <a:chExt cx="7848720" cy="857160"/>
          </a:xfrm>
        </p:grpSpPr>
        <p:sp>
          <p:nvSpPr>
            <p:cNvPr id="5" name=""/>
            <p:cNvSpPr/>
            <p:nvPr/>
          </p:nvSpPr>
          <p:spPr>
            <a:xfrm>
              <a:off x="2362320" y="6019920"/>
              <a:ext cx="5143320" cy="850680"/>
            </a:xfrm>
            <a:custGeom>
              <a:avLst/>
              <a:gdLst/>
              <a:ahLst/>
              <a:rect l="l" t="t" r="r" b="b"/>
              <a:pathLst>
                <a:path w="3240" h="536">
                  <a:moveTo>
                    <a:pt x="3132" y="469"/>
                  </a:moveTo>
                  <a:lnTo>
                    <a:pt x="2995" y="395"/>
                  </a:lnTo>
                  <a:lnTo>
                    <a:pt x="2911" y="375"/>
                  </a:lnTo>
                  <a:lnTo>
                    <a:pt x="2678" y="228"/>
                  </a:lnTo>
                  <a:lnTo>
                    <a:pt x="2553" y="74"/>
                  </a:lnTo>
                  <a:lnTo>
                    <a:pt x="2457" y="7"/>
                  </a:lnTo>
                  <a:lnTo>
                    <a:pt x="2403" y="47"/>
                  </a:lnTo>
                  <a:lnTo>
                    <a:pt x="2289" y="74"/>
                  </a:lnTo>
                  <a:lnTo>
                    <a:pt x="2134" y="74"/>
                  </a:lnTo>
                  <a:lnTo>
                    <a:pt x="2044" y="128"/>
                  </a:lnTo>
                  <a:lnTo>
                    <a:pt x="1775" y="222"/>
                  </a:lnTo>
                  <a:lnTo>
                    <a:pt x="1602" y="181"/>
                  </a:lnTo>
                  <a:lnTo>
                    <a:pt x="1560" y="101"/>
                  </a:lnTo>
                  <a:lnTo>
                    <a:pt x="1542" y="87"/>
                  </a:lnTo>
                  <a:lnTo>
                    <a:pt x="1446" y="60"/>
                  </a:lnTo>
                  <a:lnTo>
                    <a:pt x="1375" y="74"/>
                  </a:lnTo>
                  <a:lnTo>
                    <a:pt x="1309" y="87"/>
                  </a:lnTo>
                  <a:lnTo>
                    <a:pt x="1243" y="13"/>
                  </a:lnTo>
                  <a:lnTo>
                    <a:pt x="1225" y="0"/>
                  </a:lnTo>
                  <a:lnTo>
                    <a:pt x="1189" y="0"/>
                  </a:lnTo>
                  <a:lnTo>
                    <a:pt x="1106" y="34"/>
                  </a:lnTo>
                  <a:lnTo>
                    <a:pt x="1106" y="34"/>
                  </a:lnTo>
                  <a:lnTo>
                    <a:pt x="1094" y="40"/>
                  </a:lnTo>
                  <a:lnTo>
                    <a:pt x="1070" y="54"/>
                  </a:lnTo>
                  <a:lnTo>
                    <a:pt x="1034" y="74"/>
                  </a:lnTo>
                  <a:lnTo>
                    <a:pt x="1004" y="74"/>
                  </a:lnTo>
                  <a:lnTo>
                    <a:pt x="986" y="74"/>
                  </a:lnTo>
                  <a:lnTo>
                    <a:pt x="956" y="81"/>
                  </a:lnTo>
                  <a:lnTo>
                    <a:pt x="920" y="94"/>
                  </a:lnTo>
                  <a:lnTo>
                    <a:pt x="884" y="107"/>
                  </a:lnTo>
                  <a:lnTo>
                    <a:pt x="843" y="128"/>
                  </a:lnTo>
                  <a:lnTo>
                    <a:pt x="813" y="141"/>
                  </a:lnTo>
                  <a:lnTo>
                    <a:pt x="789" y="148"/>
                  </a:lnTo>
                  <a:lnTo>
                    <a:pt x="783" y="154"/>
                  </a:lnTo>
                  <a:lnTo>
                    <a:pt x="556" y="228"/>
                  </a:lnTo>
                  <a:lnTo>
                    <a:pt x="394" y="294"/>
                  </a:lnTo>
                  <a:lnTo>
                    <a:pt x="107" y="462"/>
                  </a:lnTo>
                  <a:lnTo>
                    <a:pt x="0" y="536"/>
                  </a:lnTo>
                  <a:lnTo>
                    <a:pt x="3240" y="536"/>
                  </a:lnTo>
                  <a:lnTo>
                    <a:pt x="3132" y="469"/>
                  </a:lnTo>
                  <a:lnTo>
                    <a:pt x="3132" y="469"/>
                  </a:lnTo>
                  <a:close/>
                </a:path>
              </a:pathLst>
            </a:custGeom>
            <a:gradFill rotWithShape="0">
              <a:gsLst>
                <a:gs pos="0">
                  <a:srgbClr val="837763"/>
                </a:gs>
                <a:gs pos="100000">
                  <a:srgbClr val="463416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" name=""/>
            <p:cNvGrpSpPr/>
            <p:nvPr/>
          </p:nvGrpSpPr>
          <p:grpSpPr>
            <a:xfrm>
              <a:off x="3946680" y="6019920"/>
              <a:ext cx="3902040" cy="857160"/>
              <a:chOff x="3946680" y="6019920"/>
              <a:chExt cx="3902040" cy="857160"/>
            </a:xfrm>
          </p:grpSpPr>
          <p:sp>
            <p:nvSpPr>
              <p:cNvPr id="7" name=""/>
              <p:cNvSpPr/>
              <p:nvPr/>
            </p:nvSpPr>
            <p:spPr>
              <a:xfrm>
                <a:off x="6267600" y="6031080"/>
                <a:ext cx="1581120" cy="846000"/>
              </a:xfrm>
              <a:custGeom>
                <a:avLst/>
                <a:gdLst/>
                <a:ahLst/>
                <a:rect l="l" t="t" r="r" b="b"/>
                <a:pathLst>
                  <a:path w="996" h="533">
                    <a:moveTo>
                      <a:pt x="636" y="373"/>
                    </a:moveTo>
                    <a:lnTo>
                      <a:pt x="495" y="370"/>
                    </a:lnTo>
                    <a:lnTo>
                      <a:pt x="280" y="249"/>
                    </a:lnTo>
                    <a:lnTo>
                      <a:pt x="127" y="66"/>
                    </a:lnTo>
                    <a:lnTo>
                      <a:pt x="0" y="0"/>
                    </a:lnTo>
                    <a:lnTo>
                      <a:pt x="22" y="26"/>
                    </a:lnTo>
                    <a:lnTo>
                      <a:pt x="0" y="65"/>
                    </a:lnTo>
                    <a:lnTo>
                      <a:pt x="30" y="119"/>
                    </a:lnTo>
                    <a:lnTo>
                      <a:pt x="75" y="243"/>
                    </a:lnTo>
                    <a:lnTo>
                      <a:pt x="45" y="422"/>
                    </a:lnTo>
                    <a:lnTo>
                      <a:pt x="200" y="329"/>
                    </a:lnTo>
                    <a:lnTo>
                      <a:pt x="612" y="533"/>
                    </a:lnTo>
                    <a:lnTo>
                      <a:pt x="996" y="529"/>
                    </a:lnTo>
                    <a:lnTo>
                      <a:pt x="828" y="473"/>
                    </a:lnTo>
                    <a:lnTo>
                      <a:pt x="636" y="373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4249800" y="6019920"/>
                <a:ext cx="295200" cy="627120"/>
              </a:xfrm>
              <a:custGeom>
                <a:avLst/>
                <a:gdLst/>
                <a:ahLst/>
                <a:rect l="l" t="t" r="r" b="b"/>
                <a:pathLst>
                  <a:path w="186" h="353">
                    <a:moveTo>
                      <a:pt x="36" y="0"/>
                    </a:moveTo>
                    <a:lnTo>
                      <a:pt x="54" y="18"/>
                    </a:lnTo>
                    <a:lnTo>
                      <a:pt x="24" y="30"/>
                    </a:lnTo>
                    <a:lnTo>
                      <a:pt x="18" y="66"/>
                    </a:lnTo>
                    <a:lnTo>
                      <a:pt x="42" y="114"/>
                    </a:lnTo>
                    <a:lnTo>
                      <a:pt x="48" y="162"/>
                    </a:lnTo>
                    <a:lnTo>
                      <a:pt x="0" y="353"/>
                    </a:lnTo>
                    <a:lnTo>
                      <a:pt x="54" y="233"/>
                    </a:lnTo>
                    <a:lnTo>
                      <a:pt x="84" y="216"/>
                    </a:lnTo>
                    <a:lnTo>
                      <a:pt x="126" y="126"/>
                    </a:lnTo>
                    <a:lnTo>
                      <a:pt x="144" y="120"/>
                    </a:lnTo>
                    <a:lnTo>
                      <a:pt x="144" y="90"/>
                    </a:lnTo>
                    <a:lnTo>
                      <a:pt x="186" y="66"/>
                    </a:lnTo>
                    <a:lnTo>
                      <a:pt x="162" y="6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4809960" y="6180120"/>
                <a:ext cx="600120" cy="430200"/>
              </a:xfrm>
              <a:custGeom>
                <a:avLst/>
                <a:gdLst/>
                <a:ahLst/>
                <a:rect l="l" t="t" r="r" b="b"/>
                <a:pathLst>
                  <a:path w="378" h="271">
                    <a:moveTo>
                      <a:pt x="18" y="0"/>
                    </a:moveTo>
                    <a:lnTo>
                      <a:pt x="12" y="13"/>
                    </a:lnTo>
                    <a:lnTo>
                      <a:pt x="0" y="40"/>
                    </a:lnTo>
                    <a:lnTo>
                      <a:pt x="60" y="121"/>
                    </a:lnTo>
                    <a:lnTo>
                      <a:pt x="310" y="271"/>
                    </a:lnTo>
                    <a:lnTo>
                      <a:pt x="290" y="139"/>
                    </a:lnTo>
                    <a:lnTo>
                      <a:pt x="378" y="76"/>
                    </a:lnTo>
                    <a:lnTo>
                      <a:pt x="251" y="94"/>
                    </a:lnTo>
                    <a:lnTo>
                      <a:pt x="90" y="54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5759280" y="6137280"/>
                <a:ext cx="246240" cy="117360"/>
              </a:xfrm>
              <a:custGeom>
                <a:avLst/>
                <a:gdLst/>
                <a:ahLst/>
                <a:rect l="l" t="t" r="r" b="b"/>
                <a:pathLst>
                  <a:path w="155" h="66">
                    <a:moveTo>
                      <a:pt x="114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6" y="6"/>
                    </a:lnTo>
                    <a:lnTo>
                      <a:pt x="6" y="18"/>
                    </a:lnTo>
                    <a:lnTo>
                      <a:pt x="0" y="24"/>
                    </a:lnTo>
                    <a:lnTo>
                      <a:pt x="78" y="60"/>
                    </a:lnTo>
                    <a:lnTo>
                      <a:pt x="96" y="42"/>
                    </a:lnTo>
                    <a:lnTo>
                      <a:pt x="155" y="66"/>
                    </a:lnTo>
                    <a:lnTo>
                      <a:pt x="126" y="24"/>
                    </a:lnTo>
                    <a:lnTo>
                      <a:pt x="149" y="0"/>
                    </a:lnTo>
                    <a:lnTo>
                      <a:pt x="114" y="0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3946680" y="6126120"/>
                <a:ext cx="66600" cy="128520"/>
              </a:xfrm>
              <a:custGeom>
                <a:avLst/>
                <a:gdLst/>
                <a:ahLst/>
                <a:rect l="l" t="t" r="r" b="b"/>
                <a:pathLst>
                  <a:path w="42" h="72">
                    <a:moveTo>
                      <a:pt x="6" y="36"/>
                    </a:moveTo>
                    <a:lnTo>
                      <a:pt x="0" y="18"/>
                    </a:lnTo>
                    <a:lnTo>
                      <a:pt x="12" y="6"/>
                    </a:lnTo>
                    <a:lnTo>
                      <a:pt x="0" y="6"/>
                    </a:lnTo>
                    <a:lnTo>
                      <a:pt x="12" y="6"/>
                    </a:lnTo>
                    <a:lnTo>
                      <a:pt x="24" y="6"/>
                    </a:lnTo>
                    <a:lnTo>
                      <a:pt x="36" y="6"/>
                    </a:lnTo>
                    <a:lnTo>
                      <a:pt x="42" y="0"/>
                    </a:lnTo>
                    <a:lnTo>
                      <a:pt x="30" y="18"/>
                    </a:lnTo>
                    <a:lnTo>
                      <a:pt x="42" y="48"/>
                    </a:lnTo>
                    <a:lnTo>
                      <a:pt x="12" y="72"/>
                    </a:lnTo>
                    <a:lnTo>
                      <a:pt x="6" y="36"/>
                    </a:lnTo>
                    <a:lnTo>
                      <a:pt x="6" y="36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" name=""/>
            <p:cNvSpPr/>
            <p:nvPr/>
          </p:nvSpPr>
          <p:spPr>
            <a:xfrm>
              <a:off x="0" y="6019920"/>
              <a:ext cx="6311880" cy="849240"/>
            </a:xfrm>
            <a:custGeom>
              <a:avLst/>
              <a:gdLst/>
              <a:ahLst/>
              <a:rect l="l" t="t" r="r" b="b"/>
              <a:pathLst>
                <a:path w="3976" h="527">
                  <a:moveTo>
                    <a:pt x="3976" y="527"/>
                  </a:moveTo>
                  <a:lnTo>
                    <a:pt x="3970" y="527"/>
                  </a:lnTo>
                  <a:lnTo>
                    <a:pt x="3844" y="509"/>
                  </a:lnTo>
                  <a:lnTo>
                    <a:pt x="2487" y="305"/>
                  </a:lnTo>
                  <a:lnTo>
                    <a:pt x="2039" y="36"/>
                  </a:lnTo>
                  <a:lnTo>
                    <a:pt x="1907" y="24"/>
                  </a:lnTo>
                  <a:lnTo>
                    <a:pt x="1883" y="54"/>
                  </a:lnTo>
                  <a:lnTo>
                    <a:pt x="1859" y="54"/>
                  </a:lnTo>
                  <a:lnTo>
                    <a:pt x="1830" y="30"/>
                  </a:lnTo>
                  <a:lnTo>
                    <a:pt x="1704" y="102"/>
                  </a:lnTo>
                  <a:lnTo>
                    <a:pt x="1608" y="126"/>
                  </a:lnTo>
                  <a:lnTo>
                    <a:pt x="1561" y="132"/>
                  </a:lnTo>
                  <a:lnTo>
                    <a:pt x="1495" y="102"/>
                  </a:lnTo>
                  <a:lnTo>
                    <a:pt x="1357" y="126"/>
                  </a:lnTo>
                  <a:lnTo>
                    <a:pt x="1285" y="24"/>
                  </a:lnTo>
                  <a:lnTo>
                    <a:pt x="1280" y="18"/>
                  </a:lnTo>
                  <a:lnTo>
                    <a:pt x="1262" y="12"/>
                  </a:lnTo>
                  <a:lnTo>
                    <a:pt x="1238" y="6"/>
                  </a:lnTo>
                  <a:lnTo>
                    <a:pt x="1220" y="0"/>
                  </a:lnTo>
                  <a:lnTo>
                    <a:pt x="1196" y="0"/>
                  </a:lnTo>
                  <a:lnTo>
                    <a:pt x="1166" y="0"/>
                  </a:lnTo>
                  <a:lnTo>
                    <a:pt x="1142" y="0"/>
                  </a:lnTo>
                  <a:lnTo>
                    <a:pt x="1136" y="0"/>
                  </a:lnTo>
                  <a:lnTo>
                    <a:pt x="1130" y="0"/>
                  </a:lnTo>
                  <a:lnTo>
                    <a:pt x="1124" y="6"/>
                  </a:lnTo>
                  <a:lnTo>
                    <a:pt x="1118" y="12"/>
                  </a:lnTo>
                  <a:lnTo>
                    <a:pt x="1100" y="18"/>
                  </a:lnTo>
                  <a:lnTo>
                    <a:pt x="1088" y="18"/>
                  </a:lnTo>
                  <a:lnTo>
                    <a:pt x="1070" y="24"/>
                  </a:lnTo>
                  <a:lnTo>
                    <a:pt x="1052" y="30"/>
                  </a:lnTo>
                  <a:lnTo>
                    <a:pt x="1034" y="36"/>
                  </a:lnTo>
                  <a:lnTo>
                    <a:pt x="1028" y="42"/>
                  </a:lnTo>
                  <a:lnTo>
                    <a:pt x="969" y="60"/>
                  </a:lnTo>
                  <a:lnTo>
                    <a:pt x="921" y="72"/>
                  </a:lnTo>
                  <a:lnTo>
                    <a:pt x="855" y="48"/>
                  </a:lnTo>
                  <a:lnTo>
                    <a:pt x="825" y="48"/>
                  </a:lnTo>
                  <a:lnTo>
                    <a:pt x="759" y="72"/>
                  </a:lnTo>
                  <a:lnTo>
                    <a:pt x="735" y="72"/>
                  </a:lnTo>
                  <a:lnTo>
                    <a:pt x="706" y="60"/>
                  </a:lnTo>
                  <a:lnTo>
                    <a:pt x="640" y="60"/>
                  </a:lnTo>
                  <a:lnTo>
                    <a:pt x="544" y="72"/>
                  </a:lnTo>
                  <a:lnTo>
                    <a:pt x="389" y="18"/>
                  </a:lnTo>
                  <a:lnTo>
                    <a:pt x="323" y="60"/>
                  </a:lnTo>
                  <a:lnTo>
                    <a:pt x="317" y="60"/>
                  </a:lnTo>
                  <a:lnTo>
                    <a:pt x="305" y="72"/>
                  </a:lnTo>
                  <a:lnTo>
                    <a:pt x="287" y="78"/>
                  </a:lnTo>
                  <a:lnTo>
                    <a:pt x="263" y="90"/>
                  </a:lnTo>
                  <a:lnTo>
                    <a:pt x="203" y="120"/>
                  </a:lnTo>
                  <a:lnTo>
                    <a:pt x="149" y="150"/>
                  </a:lnTo>
                  <a:lnTo>
                    <a:pt x="78" y="168"/>
                  </a:lnTo>
                  <a:lnTo>
                    <a:pt x="0" y="180"/>
                  </a:lnTo>
                  <a:lnTo>
                    <a:pt x="0" y="527"/>
                  </a:lnTo>
                  <a:lnTo>
                    <a:pt x="1010" y="527"/>
                  </a:lnTo>
                  <a:lnTo>
                    <a:pt x="3725" y="527"/>
                  </a:lnTo>
                  <a:lnTo>
                    <a:pt x="3976" y="527"/>
                  </a:lnTo>
                  <a:lnTo>
                    <a:pt x="3976" y="527"/>
                  </a:lnTo>
                  <a:close/>
                </a:path>
              </a:pathLst>
            </a:custGeom>
            <a:gradFill rotWithShape="0">
              <a:gsLst>
                <a:gs pos="0">
                  <a:srgbClr val="72644e"/>
                </a:gs>
                <a:gs pos="100000">
                  <a:srgbClr val="463416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" name=""/>
          <p:cNvGrpSpPr/>
          <p:nvPr/>
        </p:nvGrpSpPr>
        <p:grpSpPr>
          <a:xfrm>
            <a:off x="627120" y="6021360"/>
            <a:ext cx="5684760" cy="849240"/>
            <a:chOff x="627120" y="6021360"/>
            <a:chExt cx="5684760" cy="849240"/>
          </a:xfrm>
        </p:grpSpPr>
        <p:sp>
          <p:nvSpPr>
            <p:cNvPr id="14" name=""/>
            <p:cNvSpPr/>
            <p:nvPr/>
          </p:nvSpPr>
          <p:spPr>
            <a:xfrm>
              <a:off x="1898640" y="6021360"/>
              <a:ext cx="579600" cy="461880"/>
            </a:xfrm>
            <a:custGeom>
              <a:avLst/>
              <a:gdLst/>
              <a:ahLst/>
              <a:rect l="l" t="t" r="r" b="b"/>
              <a:pathLst>
                <a:path w="365" h="287">
                  <a:moveTo>
                    <a:pt x="24" y="24"/>
                  </a:moveTo>
                  <a:lnTo>
                    <a:pt x="0" y="60"/>
                  </a:lnTo>
                  <a:lnTo>
                    <a:pt x="66" y="108"/>
                  </a:lnTo>
                  <a:lnTo>
                    <a:pt x="143" y="180"/>
                  </a:lnTo>
                  <a:lnTo>
                    <a:pt x="191" y="168"/>
                  </a:lnTo>
                  <a:lnTo>
                    <a:pt x="341" y="287"/>
                  </a:lnTo>
                  <a:lnTo>
                    <a:pt x="305" y="174"/>
                  </a:lnTo>
                  <a:lnTo>
                    <a:pt x="365" y="132"/>
                  </a:lnTo>
                  <a:lnTo>
                    <a:pt x="359" y="126"/>
                  </a:lnTo>
                  <a:lnTo>
                    <a:pt x="335" y="114"/>
                  </a:lnTo>
                  <a:lnTo>
                    <a:pt x="299" y="90"/>
                  </a:lnTo>
                  <a:lnTo>
                    <a:pt x="257" y="72"/>
                  </a:lnTo>
                  <a:lnTo>
                    <a:pt x="215" y="54"/>
                  </a:lnTo>
                  <a:lnTo>
                    <a:pt x="173" y="36"/>
                  </a:lnTo>
                  <a:lnTo>
                    <a:pt x="143" y="24"/>
                  </a:lnTo>
                  <a:lnTo>
                    <a:pt x="131" y="18"/>
                  </a:lnTo>
                  <a:lnTo>
                    <a:pt x="107" y="18"/>
                  </a:lnTo>
                  <a:lnTo>
                    <a:pt x="95" y="18"/>
                  </a:lnTo>
                  <a:lnTo>
                    <a:pt x="72" y="12"/>
                  </a:lnTo>
                  <a:lnTo>
                    <a:pt x="66" y="12"/>
                  </a:lnTo>
                  <a:lnTo>
                    <a:pt x="54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3084480" y="6078600"/>
              <a:ext cx="3227400" cy="792000"/>
            </a:xfrm>
            <a:custGeom>
              <a:avLst/>
              <a:gdLst/>
              <a:ahLst/>
              <a:rect l="l" t="t" r="r" b="b"/>
              <a:pathLst>
                <a:path w="2033" h="499">
                  <a:moveTo>
                    <a:pt x="186" y="18"/>
                  </a:moveTo>
                  <a:lnTo>
                    <a:pt x="138" y="6"/>
                  </a:lnTo>
                  <a:lnTo>
                    <a:pt x="96" y="0"/>
                  </a:lnTo>
                  <a:lnTo>
                    <a:pt x="36" y="0"/>
                  </a:lnTo>
                  <a:lnTo>
                    <a:pt x="12" y="25"/>
                  </a:lnTo>
                  <a:lnTo>
                    <a:pt x="0" y="128"/>
                  </a:lnTo>
                  <a:lnTo>
                    <a:pt x="60" y="104"/>
                  </a:lnTo>
                  <a:lnTo>
                    <a:pt x="90" y="134"/>
                  </a:lnTo>
                  <a:lnTo>
                    <a:pt x="150" y="153"/>
                  </a:lnTo>
                  <a:lnTo>
                    <a:pt x="209" y="273"/>
                  </a:lnTo>
                  <a:lnTo>
                    <a:pt x="401" y="359"/>
                  </a:lnTo>
                  <a:lnTo>
                    <a:pt x="777" y="359"/>
                  </a:lnTo>
                  <a:lnTo>
                    <a:pt x="2033" y="499"/>
                  </a:lnTo>
                  <a:lnTo>
                    <a:pt x="2033" y="499"/>
                  </a:lnTo>
                  <a:lnTo>
                    <a:pt x="1991" y="493"/>
                  </a:lnTo>
                  <a:lnTo>
                    <a:pt x="676" y="243"/>
                  </a:lnTo>
                  <a:lnTo>
                    <a:pt x="514" y="159"/>
                  </a:lnTo>
                  <a:lnTo>
                    <a:pt x="425" y="110"/>
                  </a:lnTo>
                  <a:lnTo>
                    <a:pt x="365" y="92"/>
                  </a:lnTo>
                  <a:lnTo>
                    <a:pt x="281" y="61"/>
                  </a:lnTo>
                  <a:lnTo>
                    <a:pt x="186" y="18"/>
                  </a:lnTo>
                  <a:lnTo>
                    <a:pt x="186" y="18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2905200" y="6068880"/>
              <a:ext cx="112680" cy="96840"/>
            </a:xfrm>
            <a:custGeom>
              <a:avLst/>
              <a:gdLst/>
              <a:ahLst/>
              <a:rect l="l" t="t" r="r" b="b"/>
              <a:pathLst>
                <a:path w="71" h="60">
                  <a:moveTo>
                    <a:pt x="0" y="18"/>
                  </a:moveTo>
                  <a:lnTo>
                    <a:pt x="6" y="18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lnTo>
                    <a:pt x="29" y="18"/>
                  </a:lnTo>
                  <a:lnTo>
                    <a:pt x="53" y="18"/>
                  </a:lnTo>
                  <a:lnTo>
                    <a:pt x="59" y="30"/>
                  </a:lnTo>
                  <a:lnTo>
                    <a:pt x="65" y="42"/>
                  </a:lnTo>
                  <a:lnTo>
                    <a:pt x="71" y="54"/>
                  </a:lnTo>
                  <a:lnTo>
                    <a:pt x="71" y="60"/>
                  </a:lnTo>
                  <a:lnTo>
                    <a:pt x="59" y="54"/>
                  </a:lnTo>
                  <a:lnTo>
                    <a:pt x="47" y="42"/>
                  </a:lnTo>
                  <a:lnTo>
                    <a:pt x="23" y="30"/>
                  </a:lnTo>
                  <a:lnTo>
                    <a:pt x="23" y="36"/>
                  </a:lnTo>
                  <a:lnTo>
                    <a:pt x="18" y="42"/>
                  </a:lnTo>
                  <a:lnTo>
                    <a:pt x="12" y="48"/>
                  </a:lnTo>
                  <a:lnTo>
                    <a:pt x="6" y="48"/>
                  </a:lnTo>
                  <a:lnTo>
                    <a:pt x="6" y="48"/>
                  </a:lnTo>
                  <a:lnTo>
                    <a:pt x="6" y="36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1357200" y="6099120"/>
              <a:ext cx="255600" cy="260280"/>
            </a:xfrm>
            <a:custGeom>
              <a:avLst/>
              <a:gdLst/>
              <a:ahLst/>
              <a:rect l="l" t="t" r="r" b="b"/>
              <a:pathLst>
                <a:path w="161" h="162">
                  <a:moveTo>
                    <a:pt x="30" y="0"/>
                  </a:moveTo>
                  <a:lnTo>
                    <a:pt x="48" y="6"/>
                  </a:lnTo>
                  <a:lnTo>
                    <a:pt x="72" y="6"/>
                  </a:lnTo>
                  <a:lnTo>
                    <a:pt x="114" y="12"/>
                  </a:lnTo>
                  <a:lnTo>
                    <a:pt x="96" y="54"/>
                  </a:lnTo>
                  <a:lnTo>
                    <a:pt x="96" y="60"/>
                  </a:lnTo>
                  <a:lnTo>
                    <a:pt x="102" y="72"/>
                  </a:lnTo>
                  <a:lnTo>
                    <a:pt x="108" y="84"/>
                  </a:lnTo>
                  <a:lnTo>
                    <a:pt x="120" y="96"/>
                  </a:lnTo>
                  <a:lnTo>
                    <a:pt x="143" y="114"/>
                  </a:lnTo>
                  <a:lnTo>
                    <a:pt x="155" y="138"/>
                  </a:lnTo>
                  <a:lnTo>
                    <a:pt x="161" y="156"/>
                  </a:lnTo>
                  <a:lnTo>
                    <a:pt x="161" y="162"/>
                  </a:lnTo>
                  <a:lnTo>
                    <a:pt x="96" y="102"/>
                  </a:lnTo>
                  <a:lnTo>
                    <a:pt x="30" y="54"/>
                  </a:lnTo>
                  <a:lnTo>
                    <a:pt x="0" y="0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1120680" y="6118200"/>
              <a:ext cx="93600" cy="96840"/>
            </a:xfrm>
            <a:custGeom>
              <a:avLst/>
              <a:gdLst/>
              <a:ahLst/>
              <a:rect l="l" t="t" r="r" b="b"/>
              <a:pathLst>
                <a:path w="59" h="60">
                  <a:moveTo>
                    <a:pt x="59" y="6"/>
                  </a:moveTo>
                  <a:lnTo>
                    <a:pt x="41" y="30"/>
                  </a:lnTo>
                  <a:lnTo>
                    <a:pt x="41" y="36"/>
                  </a:lnTo>
                  <a:lnTo>
                    <a:pt x="47" y="42"/>
                  </a:lnTo>
                  <a:lnTo>
                    <a:pt x="53" y="54"/>
                  </a:lnTo>
                  <a:lnTo>
                    <a:pt x="53" y="60"/>
                  </a:lnTo>
                  <a:lnTo>
                    <a:pt x="47" y="54"/>
                  </a:lnTo>
                  <a:lnTo>
                    <a:pt x="35" y="48"/>
                  </a:lnTo>
                  <a:lnTo>
                    <a:pt x="23" y="36"/>
                  </a:lnTo>
                  <a:lnTo>
                    <a:pt x="17" y="30"/>
                  </a:lnTo>
                  <a:lnTo>
                    <a:pt x="0" y="0"/>
                  </a:lnTo>
                  <a:lnTo>
                    <a:pt x="59" y="6"/>
                  </a:lnTo>
                  <a:lnTo>
                    <a:pt x="59" y="6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627120" y="6049800"/>
              <a:ext cx="388800" cy="328680"/>
            </a:xfrm>
            <a:custGeom>
              <a:avLst/>
              <a:gdLst/>
              <a:ahLst/>
              <a:rect l="l" t="t" r="r" b="b"/>
              <a:pathLst>
                <a:path w="245" h="204">
                  <a:moveTo>
                    <a:pt x="233" y="36"/>
                  </a:moveTo>
                  <a:lnTo>
                    <a:pt x="245" y="42"/>
                  </a:lnTo>
                  <a:lnTo>
                    <a:pt x="209" y="84"/>
                  </a:lnTo>
                  <a:lnTo>
                    <a:pt x="143" y="132"/>
                  </a:lnTo>
                  <a:lnTo>
                    <a:pt x="167" y="156"/>
                  </a:lnTo>
                  <a:lnTo>
                    <a:pt x="179" y="204"/>
                  </a:lnTo>
                  <a:lnTo>
                    <a:pt x="77" y="132"/>
                  </a:lnTo>
                  <a:lnTo>
                    <a:pt x="47" y="84"/>
                  </a:lnTo>
                  <a:lnTo>
                    <a:pt x="89" y="66"/>
                  </a:lnTo>
                  <a:lnTo>
                    <a:pt x="59" y="36"/>
                  </a:lnTo>
                  <a:lnTo>
                    <a:pt x="0" y="12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47" y="6"/>
                  </a:lnTo>
                  <a:lnTo>
                    <a:pt x="77" y="6"/>
                  </a:lnTo>
                  <a:lnTo>
                    <a:pt x="83" y="6"/>
                  </a:lnTo>
                  <a:lnTo>
                    <a:pt x="89" y="6"/>
                  </a:lnTo>
                  <a:lnTo>
                    <a:pt x="101" y="12"/>
                  </a:lnTo>
                  <a:lnTo>
                    <a:pt x="125" y="12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149" y="18"/>
                  </a:lnTo>
                  <a:lnTo>
                    <a:pt x="203" y="24"/>
                  </a:lnTo>
                  <a:lnTo>
                    <a:pt x="233" y="36"/>
                  </a:lnTo>
                  <a:lnTo>
                    <a:pt x="233" y="36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2824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e3e3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e3e3ff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e3e3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e3e3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e3e3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927F727-B00E-4735-8E6A-57EAE418BED8}" type="slidenum"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gradFill rotWithShape="0">
          <a:gsLst>
            <a:gs pos="0">
              <a:srgbClr val="001746"/>
            </a:gs>
            <a:gs pos="100000">
              <a:srgbClr val="00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1" name=""/>
            <p:cNvSpPr/>
            <p:nvPr/>
          </p:nvSpPr>
          <p:spPr>
            <a:xfrm>
              <a:off x="0" y="4876920"/>
              <a:ext cx="9144000" cy="1981080"/>
            </a:xfrm>
            <a:custGeom>
              <a:avLst/>
              <a:gdLst/>
              <a:ahLst/>
              <a:rect l="l" t="t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rgbClr val="003399"/>
                </a:gs>
                <a:gs pos="100000">
                  <a:srgbClr val="33ccc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0"/>
              <a:ext cx="9144000" cy="4876920"/>
            </a:xfrm>
            <a:custGeom>
              <a:avLst/>
              <a:gdLst/>
              <a:ahLst/>
              <a:rect l="l" t="t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rgbClr val="001746"/>
                </a:gs>
                <a:gs pos="100000">
                  <a:srgbClr val="003399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" name=""/>
          <p:cNvSpPr/>
          <p:nvPr/>
        </p:nvSpPr>
        <p:spPr>
          <a:xfrm>
            <a:off x="6248520" y="6262560"/>
            <a:ext cx="2895480" cy="609840"/>
          </a:xfrm>
          <a:custGeom>
            <a:avLst/>
            <a:gdLst/>
            <a:ahLst/>
            <a:rect l="l" t="t" r="r" b="b"/>
            <a:pathLst>
              <a:path w="5748" h="246">
                <a:moveTo>
                  <a:pt x="5748" y="246"/>
                </a:moveTo>
                <a:lnTo>
                  <a:pt x="0" y="246"/>
                </a:lnTo>
                <a:lnTo>
                  <a:pt x="0" y="0"/>
                </a:lnTo>
                <a:lnTo>
                  <a:pt x="5748" y="0"/>
                </a:lnTo>
                <a:lnTo>
                  <a:pt x="5748" y="246"/>
                </a:lnTo>
                <a:lnTo>
                  <a:pt x="5748" y="246"/>
                </a:lnTo>
                <a:close/>
              </a:path>
            </a:pathLst>
          </a:custGeom>
          <a:gradFill rotWithShape="0">
            <a:gsLst>
              <a:gs pos="0">
                <a:srgbClr val="00ffcc"/>
              </a:gs>
              <a:gs pos="100000">
                <a:srgbClr val="003399"/>
              </a:gs>
            </a:gsLst>
            <a:lin ang="81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6" name=""/>
          <p:cNvGrpSpPr/>
          <p:nvPr/>
        </p:nvGrpSpPr>
        <p:grpSpPr>
          <a:xfrm>
            <a:off x="0" y="6019920"/>
            <a:ext cx="7848720" cy="857160"/>
            <a:chOff x="0" y="6019920"/>
            <a:chExt cx="7848720" cy="857160"/>
          </a:xfrm>
        </p:grpSpPr>
        <p:sp>
          <p:nvSpPr>
            <p:cNvPr id="5" name=""/>
            <p:cNvSpPr/>
            <p:nvPr/>
          </p:nvSpPr>
          <p:spPr>
            <a:xfrm>
              <a:off x="2362320" y="6019920"/>
              <a:ext cx="5143320" cy="850680"/>
            </a:xfrm>
            <a:custGeom>
              <a:avLst/>
              <a:gdLst/>
              <a:ahLst/>
              <a:rect l="l" t="t" r="r" b="b"/>
              <a:pathLst>
                <a:path w="3240" h="536">
                  <a:moveTo>
                    <a:pt x="3132" y="469"/>
                  </a:moveTo>
                  <a:lnTo>
                    <a:pt x="2995" y="395"/>
                  </a:lnTo>
                  <a:lnTo>
                    <a:pt x="2911" y="375"/>
                  </a:lnTo>
                  <a:lnTo>
                    <a:pt x="2678" y="228"/>
                  </a:lnTo>
                  <a:lnTo>
                    <a:pt x="2553" y="74"/>
                  </a:lnTo>
                  <a:lnTo>
                    <a:pt x="2457" y="7"/>
                  </a:lnTo>
                  <a:lnTo>
                    <a:pt x="2403" y="47"/>
                  </a:lnTo>
                  <a:lnTo>
                    <a:pt x="2289" y="74"/>
                  </a:lnTo>
                  <a:lnTo>
                    <a:pt x="2134" y="74"/>
                  </a:lnTo>
                  <a:lnTo>
                    <a:pt x="2044" y="128"/>
                  </a:lnTo>
                  <a:lnTo>
                    <a:pt x="1775" y="222"/>
                  </a:lnTo>
                  <a:lnTo>
                    <a:pt x="1602" y="181"/>
                  </a:lnTo>
                  <a:lnTo>
                    <a:pt x="1560" y="101"/>
                  </a:lnTo>
                  <a:lnTo>
                    <a:pt x="1542" y="87"/>
                  </a:lnTo>
                  <a:lnTo>
                    <a:pt x="1446" y="60"/>
                  </a:lnTo>
                  <a:lnTo>
                    <a:pt x="1375" y="74"/>
                  </a:lnTo>
                  <a:lnTo>
                    <a:pt x="1309" y="87"/>
                  </a:lnTo>
                  <a:lnTo>
                    <a:pt x="1243" y="13"/>
                  </a:lnTo>
                  <a:lnTo>
                    <a:pt x="1225" y="0"/>
                  </a:lnTo>
                  <a:lnTo>
                    <a:pt x="1189" y="0"/>
                  </a:lnTo>
                  <a:lnTo>
                    <a:pt x="1106" y="34"/>
                  </a:lnTo>
                  <a:lnTo>
                    <a:pt x="1106" y="34"/>
                  </a:lnTo>
                  <a:lnTo>
                    <a:pt x="1094" y="40"/>
                  </a:lnTo>
                  <a:lnTo>
                    <a:pt x="1070" y="54"/>
                  </a:lnTo>
                  <a:lnTo>
                    <a:pt x="1034" y="74"/>
                  </a:lnTo>
                  <a:lnTo>
                    <a:pt x="1004" y="74"/>
                  </a:lnTo>
                  <a:lnTo>
                    <a:pt x="986" y="74"/>
                  </a:lnTo>
                  <a:lnTo>
                    <a:pt x="956" y="81"/>
                  </a:lnTo>
                  <a:lnTo>
                    <a:pt x="920" y="94"/>
                  </a:lnTo>
                  <a:lnTo>
                    <a:pt x="884" y="107"/>
                  </a:lnTo>
                  <a:lnTo>
                    <a:pt x="843" y="128"/>
                  </a:lnTo>
                  <a:lnTo>
                    <a:pt x="813" y="141"/>
                  </a:lnTo>
                  <a:lnTo>
                    <a:pt x="789" y="148"/>
                  </a:lnTo>
                  <a:lnTo>
                    <a:pt x="783" y="154"/>
                  </a:lnTo>
                  <a:lnTo>
                    <a:pt x="556" y="228"/>
                  </a:lnTo>
                  <a:lnTo>
                    <a:pt x="394" y="294"/>
                  </a:lnTo>
                  <a:lnTo>
                    <a:pt x="107" y="462"/>
                  </a:lnTo>
                  <a:lnTo>
                    <a:pt x="0" y="536"/>
                  </a:lnTo>
                  <a:lnTo>
                    <a:pt x="3240" y="536"/>
                  </a:lnTo>
                  <a:lnTo>
                    <a:pt x="3132" y="469"/>
                  </a:lnTo>
                  <a:lnTo>
                    <a:pt x="3132" y="469"/>
                  </a:lnTo>
                  <a:close/>
                </a:path>
              </a:pathLst>
            </a:custGeom>
            <a:gradFill rotWithShape="0">
              <a:gsLst>
                <a:gs pos="0">
                  <a:srgbClr val="837763"/>
                </a:gs>
                <a:gs pos="100000">
                  <a:srgbClr val="463416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7" name=""/>
            <p:cNvGrpSpPr/>
            <p:nvPr/>
          </p:nvGrpSpPr>
          <p:grpSpPr>
            <a:xfrm>
              <a:off x="3946680" y="6019920"/>
              <a:ext cx="3902040" cy="857160"/>
              <a:chOff x="3946680" y="6019920"/>
              <a:chExt cx="3902040" cy="857160"/>
            </a:xfrm>
          </p:grpSpPr>
          <p:sp>
            <p:nvSpPr>
              <p:cNvPr id="7" name=""/>
              <p:cNvSpPr/>
              <p:nvPr/>
            </p:nvSpPr>
            <p:spPr>
              <a:xfrm>
                <a:off x="6267600" y="6031080"/>
                <a:ext cx="1581120" cy="846000"/>
              </a:xfrm>
              <a:custGeom>
                <a:avLst/>
                <a:gdLst/>
                <a:ahLst/>
                <a:rect l="l" t="t" r="r" b="b"/>
                <a:pathLst>
                  <a:path w="996" h="533">
                    <a:moveTo>
                      <a:pt x="636" y="373"/>
                    </a:moveTo>
                    <a:lnTo>
                      <a:pt x="495" y="370"/>
                    </a:lnTo>
                    <a:lnTo>
                      <a:pt x="280" y="249"/>
                    </a:lnTo>
                    <a:lnTo>
                      <a:pt x="127" y="66"/>
                    </a:lnTo>
                    <a:lnTo>
                      <a:pt x="0" y="0"/>
                    </a:lnTo>
                    <a:lnTo>
                      <a:pt x="22" y="26"/>
                    </a:lnTo>
                    <a:lnTo>
                      <a:pt x="0" y="65"/>
                    </a:lnTo>
                    <a:lnTo>
                      <a:pt x="30" y="119"/>
                    </a:lnTo>
                    <a:lnTo>
                      <a:pt x="75" y="243"/>
                    </a:lnTo>
                    <a:lnTo>
                      <a:pt x="45" y="422"/>
                    </a:lnTo>
                    <a:lnTo>
                      <a:pt x="200" y="329"/>
                    </a:lnTo>
                    <a:lnTo>
                      <a:pt x="612" y="533"/>
                    </a:lnTo>
                    <a:lnTo>
                      <a:pt x="996" y="529"/>
                    </a:lnTo>
                    <a:lnTo>
                      <a:pt x="828" y="473"/>
                    </a:lnTo>
                    <a:lnTo>
                      <a:pt x="636" y="373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4249800" y="6019920"/>
                <a:ext cx="295200" cy="627120"/>
              </a:xfrm>
              <a:custGeom>
                <a:avLst/>
                <a:gdLst/>
                <a:ahLst/>
                <a:rect l="l" t="t" r="r" b="b"/>
                <a:pathLst>
                  <a:path w="186" h="353">
                    <a:moveTo>
                      <a:pt x="36" y="0"/>
                    </a:moveTo>
                    <a:lnTo>
                      <a:pt x="54" y="18"/>
                    </a:lnTo>
                    <a:lnTo>
                      <a:pt x="24" y="30"/>
                    </a:lnTo>
                    <a:lnTo>
                      <a:pt x="18" y="66"/>
                    </a:lnTo>
                    <a:lnTo>
                      <a:pt x="42" y="114"/>
                    </a:lnTo>
                    <a:lnTo>
                      <a:pt x="48" y="162"/>
                    </a:lnTo>
                    <a:lnTo>
                      <a:pt x="0" y="353"/>
                    </a:lnTo>
                    <a:lnTo>
                      <a:pt x="54" y="233"/>
                    </a:lnTo>
                    <a:lnTo>
                      <a:pt x="84" y="216"/>
                    </a:lnTo>
                    <a:lnTo>
                      <a:pt x="126" y="126"/>
                    </a:lnTo>
                    <a:lnTo>
                      <a:pt x="144" y="120"/>
                    </a:lnTo>
                    <a:lnTo>
                      <a:pt x="144" y="90"/>
                    </a:lnTo>
                    <a:lnTo>
                      <a:pt x="186" y="66"/>
                    </a:lnTo>
                    <a:lnTo>
                      <a:pt x="162" y="6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4809960" y="6180120"/>
                <a:ext cx="600120" cy="430200"/>
              </a:xfrm>
              <a:custGeom>
                <a:avLst/>
                <a:gdLst/>
                <a:ahLst/>
                <a:rect l="l" t="t" r="r" b="b"/>
                <a:pathLst>
                  <a:path w="378" h="271">
                    <a:moveTo>
                      <a:pt x="18" y="0"/>
                    </a:moveTo>
                    <a:lnTo>
                      <a:pt x="12" y="13"/>
                    </a:lnTo>
                    <a:lnTo>
                      <a:pt x="0" y="40"/>
                    </a:lnTo>
                    <a:lnTo>
                      <a:pt x="60" y="121"/>
                    </a:lnTo>
                    <a:lnTo>
                      <a:pt x="310" y="271"/>
                    </a:lnTo>
                    <a:lnTo>
                      <a:pt x="290" y="139"/>
                    </a:lnTo>
                    <a:lnTo>
                      <a:pt x="378" y="76"/>
                    </a:lnTo>
                    <a:lnTo>
                      <a:pt x="251" y="94"/>
                    </a:lnTo>
                    <a:lnTo>
                      <a:pt x="90" y="54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5759280" y="6137280"/>
                <a:ext cx="246240" cy="117360"/>
              </a:xfrm>
              <a:custGeom>
                <a:avLst/>
                <a:gdLst/>
                <a:ahLst/>
                <a:rect l="l" t="t" r="r" b="b"/>
                <a:pathLst>
                  <a:path w="155" h="66">
                    <a:moveTo>
                      <a:pt x="114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6" y="6"/>
                    </a:lnTo>
                    <a:lnTo>
                      <a:pt x="6" y="18"/>
                    </a:lnTo>
                    <a:lnTo>
                      <a:pt x="0" y="24"/>
                    </a:lnTo>
                    <a:lnTo>
                      <a:pt x="78" y="60"/>
                    </a:lnTo>
                    <a:lnTo>
                      <a:pt x="96" y="42"/>
                    </a:lnTo>
                    <a:lnTo>
                      <a:pt x="155" y="66"/>
                    </a:lnTo>
                    <a:lnTo>
                      <a:pt x="126" y="24"/>
                    </a:lnTo>
                    <a:lnTo>
                      <a:pt x="149" y="0"/>
                    </a:lnTo>
                    <a:lnTo>
                      <a:pt x="114" y="0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3946680" y="6126120"/>
                <a:ext cx="66600" cy="128520"/>
              </a:xfrm>
              <a:custGeom>
                <a:avLst/>
                <a:gdLst/>
                <a:ahLst/>
                <a:rect l="l" t="t" r="r" b="b"/>
                <a:pathLst>
                  <a:path w="42" h="72">
                    <a:moveTo>
                      <a:pt x="6" y="36"/>
                    </a:moveTo>
                    <a:lnTo>
                      <a:pt x="0" y="18"/>
                    </a:lnTo>
                    <a:lnTo>
                      <a:pt x="12" y="6"/>
                    </a:lnTo>
                    <a:lnTo>
                      <a:pt x="0" y="6"/>
                    </a:lnTo>
                    <a:lnTo>
                      <a:pt x="12" y="6"/>
                    </a:lnTo>
                    <a:lnTo>
                      <a:pt x="24" y="6"/>
                    </a:lnTo>
                    <a:lnTo>
                      <a:pt x="36" y="6"/>
                    </a:lnTo>
                    <a:lnTo>
                      <a:pt x="42" y="0"/>
                    </a:lnTo>
                    <a:lnTo>
                      <a:pt x="30" y="18"/>
                    </a:lnTo>
                    <a:lnTo>
                      <a:pt x="42" y="48"/>
                    </a:lnTo>
                    <a:lnTo>
                      <a:pt x="12" y="72"/>
                    </a:lnTo>
                    <a:lnTo>
                      <a:pt x="6" y="36"/>
                    </a:lnTo>
                    <a:lnTo>
                      <a:pt x="6" y="36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" name=""/>
            <p:cNvSpPr/>
            <p:nvPr/>
          </p:nvSpPr>
          <p:spPr>
            <a:xfrm>
              <a:off x="0" y="6019920"/>
              <a:ext cx="6311880" cy="849240"/>
            </a:xfrm>
            <a:custGeom>
              <a:avLst/>
              <a:gdLst/>
              <a:ahLst/>
              <a:rect l="l" t="t" r="r" b="b"/>
              <a:pathLst>
                <a:path w="3976" h="527">
                  <a:moveTo>
                    <a:pt x="3976" y="527"/>
                  </a:moveTo>
                  <a:lnTo>
                    <a:pt x="3970" y="527"/>
                  </a:lnTo>
                  <a:lnTo>
                    <a:pt x="3844" y="509"/>
                  </a:lnTo>
                  <a:lnTo>
                    <a:pt x="2487" y="305"/>
                  </a:lnTo>
                  <a:lnTo>
                    <a:pt x="2039" y="36"/>
                  </a:lnTo>
                  <a:lnTo>
                    <a:pt x="1907" y="24"/>
                  </a:lnTo>
                  <a:lnTo>
                    <a:pt x="1883" y="54"/>
                  </a:lnTo>
                  <a:lnTo>
                    <a:pt x="1859" y="54"/>
                  </a:lnTo>
                  <a:lnTo>
                    <a:pt x="1830" y="30"/>
                  </a:lnTo>
                  <a:lnTo>
                    <a:pt x="1704" y="102"/>
                  </a:lnTo>
                  <a:lnTo>
                    <a:pt x="1608" y="126"/>
                  </a:lnTo>
                  <a:lnTo>
                    <a:pt x="1561" y="132"/>
                  </a:lnTo>
                  <a:lnTo>
                    <a:pt x="1495" y="102"/>
                  </a:lnTo>
                  <a:lnTo>
                    <a:pt x="1357" y="126"/>
                  </a:lnTo>
                  <a:lnTo>
                    <a:pt x="1285" y="24"/>
                  </a:lnTo>
                  <a:lnTo>
                    <a:pt x="1280" y="18"/>
                  </a:lnTo>
                  <a:lnTo>
                    <a:pt x="1262" y="12"/>
                  </a:lnTo>
                  <a:lnTo>
                    <a:pt x="1238" y="6"/>
                  </a:lnTo>
                  <a:lnTo>
                    <a:pt x="1220" y="0"/>
                  </a:lnTo>
                  <a:lnTo>
                    <a:pt x="1196" y="0"/>
                  </a:lnTo>
                  <a:lnTo>
                    <a:pt x="1166" y="0"/>
                  </a:lnTo>
                  <a:lnTo>
                    <a:pt x="1142" y="0"/>
                  </a:lnTo>
                  <a:lnTo>
                    <a:pt x="1136" y="0"/>
                  </a:lnTo>
                  <a:lnTo>
                    <a:pt x="1130" y="0"/>
                  </a:lnTo>
                  <a:lnTo>
                    <a:pt x="1124" y="6"/>
                  </a:lnTo>
                  <a:lnTo>
                    <a:pt x="1118" y="12"/>
                  </a:lnTo>
                  <a:lnTo>
                    <a:pt x="1100" y="18"/>
                  </a:lnTo>
                  <a:lnTo>
                    <a:pt x="1088" y="18"/>
                  </a:lnTo>
                  <a:lnTo>
                    <a:pt x="1070" y="24"/>
                  </a:lnTo>
                  <a:lnTo>
                    <a:pt x="1052" y="30"/>
                  </a:lnTo>
                  <a:lnTo>
                    <a:pt x="1034" y="36"/>
                  </a:lnTo>
                  <a:lnTo>
                    <a:pt x="1028" y="42"/>
                  </a:lnTo>
                  <a:lnTo>
                    <a:pt x="969" y="60"/>
                  </a:lnTo>
                  <a:lnTo>
                    <a:pt x="921" y="72"/>
                  </a:lnTo>
                  <a:lnTo>
                    <a:pt x="855" y="48"/>
                  </a:lnTo>
                  <a:lnTo>
                    <a:pt x="825" y="48"/>
                  </a:lnTo>
                  <a:lnTo>
                    <a:pt x="759" y="72"/>
                  </a:lnTo>
                  <a:lnTo>
                    <a:pt x="735" y="72"/>
                  </a:lnTo>
                  <a:lnTo>
                    <a:pt x="706" y="60"/>
                  </a:lnTo>
                  <a:lnTo>
                    <a:pt x="640" y="60"/>
                  </a:lnTo>
                  <a:lnTo>
                    <a:pt x="544" y="72"/>
                  </a:lnTo>
                  <a:lnTo>
                    <a:pt x="389" y="18"/>
                  </a:lnTo>
                  <a:lnTo>
                    <a:pt x="323" y="60"/>
                  </a:lnTo>
                  <a:lnTo>
                    <a:pt x="317" y="60"/>
                  </a:lnTo>
                  <a:lnTo>
                    <a:pt x="305" y="72"/>
                  </a:lnTo>
                  <a:lnTo>
                    <a:pt x="287" y="78"/>
                  </a:lnTo>
                  <a:lnTo>
                    <a:pt x="263" y="90"/>
                  </a:lnTo>
                  <a:lnTo>
                    <a:pt x="203" y="120"/>
                  </a:lnTo>
                  <a:lnTo>
                    <a:pt x="149" y="150"/>
                  </a:lnTo>
                  <a:lnTo>
                    <a:pt x="78" y="168"/>
                  </a:lnTo>
                  <a:lnTo>
                    <a:pt x="0" y="180"/>
                  </a:lnTo>
                  <a:lnTo>
                    <a:pt x="0" y="527"/>
                  </a:lnTo>
                  <a:lnTo>
                    <a:pt x="1010" y="527"/>
                  </a:lnTo>
                  <a:lnTo>
                    <a:pt x="3725" y="527"/>
                  </a:lnTo>
                  <a:lnTo>
                    <a:pt x="3976" y="527"/>
                  </a:lnTo>
                  <a:lnTo>
                    <a:pt x="3976" y="527"/>
                  </a:lnTo>
                  <a:close/>
                </a:path>
              </a:pathLst>
            </a:custGeom>
            <a:gradFill rotWithShape="0">
              <a:gsLst>
                <a:gs pos="0">
                  <a:srgbClr val="72644e"/>
                </a:gs>
                <a:gs pos="100000">
                  <a:srgbClr val="463416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8" name=""/>
          <p:cNvGrpSpPr/>
          <p:nvPr/>
        </p:nvGrpSpPr>
        <p:grpSpPr>
          <a:xfrm>
            <a:off x="627120" y="6021360"/>
            <a:ext cx="5684760" cy="849240"/>
            <a:chOff x="627120" y="6021360"/>
            <a:chExt cx="5684760" cy="849240"/>
          </a:xfrm>
        </p:grpSpPr>
        <p:sp>
          <p:nvSpPr>
            <p:cNvPr id="14" name=""/>
            <p:cNvSpPr/>
            <p:nvPr/>
          </p:nvSpPr>
          <p:spPr>
            <a:xfrm>
              <a:off x="1898640" y="6021360"/>
              <a:ext cx="579600" cy="461880"/>
            </a:xfrm>
            <a:custGeom>
              <a:avLst/>
              <a:gdLst/>
              <a:ahLst/>
              <a:rect l="l" t="t" r="r" b="b"/>
              <a:pathLst>
                <a:path w="365" h="287">
                  <a:moveTo>
                    <a:pt x="24" y="24"/>
                  </a:moveTo>
                  <a:lnTo>
                    <a:pt x="0" y="60"/>
                  </a:lnTo>
                  <a:lnTo>
                    <a:pt x="66" y="108"/>
                  </a:lnTo>
                  <a:lnTo>
                    <a:pt x="143" y="180"/>
                  </a:lnTo>
                  <a:lnTo>
                    <a:pt x="191" y="168"/>
                  </a:lnTo>
                  <a:lnTo>
                    <a:pt x="341" y="287"/>
                  </a:lnTo>
                  <a:lnTo>
                    <a:pt x="305" y="174"/>
                  </a:lnTo>
                  <a:lnTo>
                    <a:pt x="365" y="132"/>
                  </a:lnTo>
                  <a:lnTo>
                    <a:pt x="359" y="126"/>
                  </a:lnTo>
                  <a:lnTo>
                    <a:pt x="335" y="114"/>
                  </a:lnTo>
                  <a:lnTo>
                    <a:pt x="299" y="90"/>
                  </a:lnTo>
                  <a:lnTo>
                    <a:pt x="257" y="72"/>
                  </a:lnTo>
                  <a:lnTo>
                    <a:pt x="215" y="54"/>
                  </a:lnTo>
                  <a:lnTo>
                    <a:pt x="173" y="36"/>
                  </a:lnTo>
                  <a:lnTo>
                    <a:pt x="143" y="24"/>
                  </a:lnTo>
                  <a:lnTo>
                    <a:pt x="131" y="18"/>
                  </a:lnTo>
                  <a:lnTo>
                    <a:pt x="107" y="18"/>
                  </a:lnTo>
                  <a:lnTo>
                    <a:pt x="95" y="18"/>
                  </a:lnTo>
                  <a:lnTo>
                    <a:pt x="72" y="12"/>
                  </a:lnTo>
                  <a:lnTo>
                    <a:pt x="66" y="12"/>
                  </a:lnTo>
                  <a:lnTo>
                    <a:pt x="54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3084480" y="6078600"/>
              <a:ext cx="3227400" cy="792000"/>
            </a:xfrm>
            <a:custGeom>
              <a:avLst/>
              <a:gdLst/>
              <a:ahLst/>
              <a:rect l="l" t="t" r="r" b="b"/>
              <a:pathLst>
                <a:path w="2033" h="499">
                  <a:moveTo>
                    <a:pt x="186" y="18"/>
                  </a:moveTo>
                  <a:lnTo>
                    <a:pt x="138" y="6"/>
                  </a:lnTo>
                  <a:lnTo>
                    <a:pt x="96" y="0"/>
                  </a:lnTo>
                  <a:lnTo>
                    <a:pt x="36" y="0"/>
                  </a:lnTo>
                  <a:lnTo>
                    <a:pt x="12" y="25"/>
                  </a:lnTo>
                  <a:lnTo>
                    <a:pt x="0" y="128"/>
                  </a:lnTo>
                  <a:lnTo>
                    <a:pt x="60" y="104"/>
                  </a:lnTo>
                  <a:lnTo>
                    <a:pt x="90" y="134"/>
                  </a:lnTo>
                  <a:lnTo>
                    <a:pt x="150" y="153"/>
                  </a:lnTo>
                  <a:lnTo>
                    <a:pt x="209" y="273"/>
                  </a:lnTo>
                  <a:lnTo>
                    <a:pt x="401" y="359"/>
                  </a:lnTo>
                  <a:lnTo>
                    <a:pt x="777" y="359"/>
                  </a:lnTo>
                  <a:lnTo>
                    <a:pt x="2033" y="499"/>
                  </a:lnTo>
                  <a:lnTo>
                    <a:pt x="2033" y="499"/>
                  </a:lnTo>
                  <a:lnTo>
                    <a:pt x="1991" y="493"/>
                  </a:lnTo>
                  <a:lnTo>
                    <a:pt x="676" y="243"/>
                  </a:lnTo>
                  <a:lnTo>
                    <a:pt x="514" y="159"/>
                  </a:lnTo>
                  <a:lnTo>
                    <a:pt x="425" y="110"/>
                  </a:lnTo>
                  <a:lnTo>
                    <a:pt x="365" y="92"/>
                  </a:lnTo>
                  <a:lnTo>
                    <a:pt x="281" y="61"/>
                  </a:lnTo>
                  <a:lnTo>
                    <a:pt x="186" y="18"/>
                  </a:lnTo>
                  <a:lnTo>
                    <a:pt x="186" y="18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2905200" y="6068880"/>
              <a:ext cx="112680" cy="96840"/>
            </a:xfrm>
            <a:custGeom>
              <a:avLst/>
              <a:gdLst/>
              <a:ahLst/>
              <a:rect l="l" t="t" r="r" b="b"/>
              <a:pathLst>
                <a:path w="71" h="60">
                  <a:moveTo>
                    <a:pt x="0" y="18"/>
                  </a:moveTo>
                  <a:lnTo>
                    <a:pt x="6" y="18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lnTo>
                    <a:pt x="29" y="18"/>
                  </a:lnTo>
                  <a:lnTo>
                    <a:pt x="53" y="18"/>
                  </a:lnTo>
                  <a:lnTo>
                    <a:pt x="59" y="30"/>
                  </a:lnTo>
                  <a:lnTo>
                    <a:pt x="65" y="42"/>
                  </a:lnTo>
                  <a:lnTo>
                    <a:pt x="71" y="54"/>
                  </a:lnTo>
                  <a:lnTo>
                    <a:pt x="71" y="60"/>
                  </a:lnTo>
                  <a:lnTo>
                    <a:pt x="59" y="54"/>
                  </a:lnTo>
                  <a:lnTo>
                    <a:pt x="47" y="42"/>
                  </a:lnTo>
                  <a:lnTo>
                    <a:pt x="23" y="30"/>
                  </a:lnTo>
                  <a:lnTo>
                    <a:pt x="23" y="36"/>
                  </a:lnTo>
                  <a:lnTo>
                    <a:pt x="18" y="42"/>
                  </a:lnTo>
                  <a:lnTo>
                    <a:pt x="12" y="48"/>
                  </a:lnTo>
                  <a:lnTo>
                    <a:pt x="6" y="48"/>
                  </a:lnTo>
                  <a:lnTo>
                    <a:pt x="6" y="48"/>
                  </a:lnTo>
                  <a:lnTo>
                    <a:pt x="6" y="36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1357200" y="6099120"/>
              <a:ext cx="255600" cy="260280"/>
            </a:xfrm>
            <a:custGeom>
              <a:avLst/>
              <a:gdLst/>
              <a:ahLst/>
              <a:rect l="l" t="t" r="r" b="b"/>
              <a:pathLst>
                <a:path w="161" h="162">
                  <a:moveTo>
                    <a:pt x="30" y="0"/>
                  </a:moveTo>
                  <a:lnTo>
                    <a:pt x="48" y="6"/>
                  </a:lnTo>
                  <a:lnTo>
                    <a:pt x="72" y="6"/>
                  </a:lnTo>
                  <a:lnTo>
                    <a:pt x="114" y="12"/>
                  </a:lnTo>
                  <a:lnTo>
                    <a:pt x="96" y="54"/>
                  </a:lnTo>
                  <a:lnTo>
                    <a:pt x="96" y="60"/>
                  </a:lnTo>
                  <a:lnTo>
                    <a:pt x="102" y="72"/>
                  </a:lnTo>
                  <a:lnTo>
                    <a:pt x="108" y="84"/>
                  </a:lnTo>
                  <a:lnTo>
                    <a:pt x="120" y="96"/>
                  </a:lnTo>
                  <a:lnTo>
                    <a:pt x="143" y="114"/>
                  </a:lnTo>
                  <a:lnTo>
                    <a:pt x="155" y="138"/>
                  </a:lnTo>
                  <a:lnTo>
                    <a:pt x="161" y="156"/>
                  </a:lnTo>
                  <a:lnTo>
                    <a:pt x="161" y="162"/>
                  </a:lnTo>
                  <a:lnTo>
                    <a:pt x="96" y="102"/>
                  </a:lnTo>
                  <a:lnTo>
                    <a:pt x="30" y="54"/>
                  </a:lnTo>
                  <a:lnTo>
                    <a:pt x="0" y="0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1120680" y="6118200"/>
              <a:ext cx="93600" cy="96840"/>
            </a:xfrm>
            <a:custGeom>
              <a:avLst/>
              <a:gdLst/>
              <a:ahLst/>
              <a:rect l="l" t="t" r="r" b="b"/>
              <a:pathLst>
                <a:path w="59" h="60">
                  <a:moveTo>
                    <a:pt x="59" y="6"/>
                  </a:moveTo>
                  <a:lnTo>
                    <a:pt x="41" y="30"/>
                  </a:lnTo>
                  <a:lnTo>
                    <a:pt x="41" y="36"/>
                  </a:lnTo>
                  <a:lnTo>
                    <a:pt x="47" y="42"/>
                  </a:lnTo>
                  <a:lnTo>
                    <a:pt x="53" y="54"/>
                  </a:lnTo>
                  <a:lnTo>
                    <a:pt x="53" y="60"/>
                  </a:lnTo>
                  <a:lnTo>
                    <a:pt x="47" y="54"/>
                  </a:lnTo>
                  <a:lnTo>
                    <a:pt x="35" y="48"/>
                  </a:lnTo>
                  <a:lnTo>
                    <a:pt x="23" y="36"/>
                  </a:lnTo>
                  <a:lnTo>
                    <a:pt x="17" y="30"/>
                  </a:lnTo>
                  <a:lnTo>
                    <a:pt x="0" y="0"/>
                  </a:lnTo>
                  <a:lnTo>
                    <a:pt x="59" y="6"/>
                  </a:lnTo>
                  <a:lnTo>
                    <a:pt x="59" y="6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627120" y="6049800"/>
              <a:ext cx="388800" cy="328680"/>
            </a:xfrm>
            <a:custGeom>
              <a:avLst/>
              <a:gdLst/>
              <a:ahLst/>
              <a:rect l="l" t="t" r="r" b="b"/>
              <a:pathLst>
                <a:path w="245" h="204">
                  <a:moveTo>
                    <a:pt x="233" y="36"/>
                  </a:moveTo>
                  <a:lnTo>
                    <a:pt x="245" y="42"/>
                  </a:lnTo>
                  <a:lnTo>
                    <a:pt x="209" y="84"/>
                  </a:lnTo>
                  <a:lnTo>
                    <a:pt x="143" y="132"/>
                  </a:lnTo>
                  <a:lnTo>
                    <a:pt x="167" y="156"/>
                  </a:lnTo>
                  <a:lnTo>
                    <a:pt x="179" y="204"/>
                  </a:lnTo>
                  <a:lnTo>
                    <a:pt x="77" y="132"/>
                  </a:lnTo>
                  <a:lnTo>
                    <a:pt x="47" y="84"/>
                  </a:lnTo>
                  <a:lnTo>
                    <a:pt x="89" y="66"/>
                  </a:lnTo>
                  <a:lnTo>
                    <a:pt x="59" y="36"/>
                  </a:lnTo>
                  <a:lnTo>
                    <a:pt x="0" y="12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47" y="6"/>
                  </a:lnTo>
                  <a:lnTo>
                    <a:pt x="77" y="6"/>
                  </a:lnTo>
                  <a:lnTo>
                    <a:pt x="83" y="6"/>
                  </a:lnTo>
                  <a:lnTo>
                    <a:pt x="89" y="6"/>
                  </a:lnTo>
                  <a:lnTo>
                    <a:pt x="101" y="12"/>
                  </a:lnTo>
                  <a:lnTo>
                    <a:pt x="125" y="12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149" y="18"/>
                  </a:lnTo>
                  <a:lnTo>
                    <a:pt x="203" y="24"/>
                  </a:lnTo>
                  <a:lnTo>
                    <a:pt x="233" y="36"/>
                  </a:lnTo>
                  <a:lnTo>
                    <a:pt x="233" y="36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2824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e3e3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e3e3ff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e3e3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e3e3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e3e3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4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6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B1FD873-596A-4B0F-8A91-9F7D47677B86}" type="slidenum"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adrão">
    <p:bg>
      <p:bgPr>
        <a:gradFill rotWithShape="0">
          <a:gsLst>
            <a:gs pos="0">
              <a:srgbClr val="001746"/>
            </a:gs>
            <a:gs pos="100000">
              <a:srgbClr val="00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1" name=""/>
            <p:cNvSpPr/>
            <p:nvPr/>
          </p:nvSpPr>
          <p:spPr>
            <a:xfrm>
              <a:off x="0" y="4876920"/>
              <a:ext cx="9144000" cy="1981080"/>
            </a:xfrm>
            <a:custGeom>
              <a:avLst/>
              <a:gdLst/>
              <a:ahLst/>
              <a:rect l="l" t="t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rgbClr val="003399"/>
                </a:gs>
                <a:gs pos="100000">
                  <a:srgbClr val="33ccc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0"/>
              <a:ext cx="9144000" cy="4876920"/>
            </a:xfrm>
            <a:custGeom>
              <a:avLst/>
              <a:gdLst/>
              <a:ahLst/>
              <a:rect l="l" t="t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rgbClr val="001746"/>
                </a:gs>
                <a:gs pos="100000">
                  <a:srgbClr val="003399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" name=""/>
          <p:cNvSpPr/>
          <p:nvPr/>
        </p:nvSpPr>
        <p:spPr>
          <a:xfrm>
            <a:off x="6248520" y="6262560"/>
            <a:ext cx="2895480" cy="609840"/>
          </a:xfrm>
          <a:custGeom>
            <a:avLst/>
            <a:gdLst/>
            <a:ahLst/>
            <a:rect l="l" t="t" r="r" b="b"/>
            <a:pathLst>
              <a:path w="5748" h="246">
                <a:moveTo>
                  <a:pt x="5748" y="246"/>
                </a:moveTo>
                <a:lnTo>
                  <a:pt x="0" y="246"/>
                </a:lnTo>
                <a:lnTo>
                  <a:pt x="0" y="0"/>
                </a:lnTo>
                <a:lnTo>
                  <a:pt x="5748" y="0"/>
                </a:lnTo>
                <a:lnTo>
                  <a:pt x="5748" y="246"/>
                </a:lnTo>
                <a:lnTo>
                  <a:pt x="5748" y="246"/>
                </a:lnTo>
                <a:close/>
              </a:path>
            </a:pathLst>
          </a:custGeom>
          <a:gradFill rotWithShape="0">
            <a:gsLst>
              <a:gs pos="0">
                <a:srgbClr val="00ffcc"/>
              </a:gs>
              <a:gs pos="100000">
                <a:srgbClr val="003399"/>
              </a:gs>
            </a:gsLst>
            <a:lin ang="81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5" name=""/>
          <p:cNvGrpSpPr/>
          <p:nvPr/>
        </p:nvGrpSpPr>
        <p:grpSpPr>
          <a:xfrm>
            <a:off x="0" y="6019920"/>
            <a:ext cx="7848720" cy="857160"/>
            <a:chOff x="0" y="6019920"/>
            <a:chExt cx="7848720" cy="857160"/>
          </a:xfrm>
        </p:grpSpPr>
        <p:sp>
          <p:nvSpPr>
            <p:cNvPr id="5" name=""/>
            <p:cNvSpPr/>
            <p:nvPr/>
          </p:nvSpPr>
          <p:spPr>
            <a:xfrm>
              <a:off x="2362320" y="6019920"/>
              <a:ext cx="5143320" cy="850680"/>
            </a:xfrm>
            <a:custGeom>
              <a:avLst/>
              <a:gdLst/>
              <a:ahLst/>
              <a:rect l="l" t="t" r="r" b="b"/>
              <a:pathLst>
                <a:path w="3240" h="536">
                  <a:moveTo>
                    <a:pt x="3132" y="469"/>
                  </a:moveTo>
                  <a:lnTo>
                    <a:pt x="2995" y="395"/>
                  </a:lnTo>
                  <a:lnTo>
                    <a:pt x="2911" y="375"/>
                  </a:lnTo>
                  <a:lnTo>
                    <a:pt x="2678" y="228"/>
                  </a:lnTo>
                  <a:lnTo>
                    <a:pt x="2553" y="74"/>
                  </a:lnTo>
                  <a:lnTo>
                    <a:pt x="2457" y="7"/>
                  </a:lnTo>
                  <a:lnTo>
                    <a:pt x="2403" y="47"/>
                  </a:lnTo>
                  <a:lnTo>
                    <a:pt x="2289" y="74"/>
                  </a:lnTo>
                  <a:lnTo>
                    <a:pt x="2134" y="74"/>
                  </a:lnTo>
                  <a:lnTo>
                    <a:pt x="2044" y="128"/>
                  </a:lnTo>
                  <a:lnTo>
                    <a:pt x="1775" y="222"/>
                  </a:lnTo>
                  <a:lnTo>
                    <a:pt x="1602" y="181"/>
                  </a:lnTo>
                  <a:lnTo>
                    <a:pt x="1560" y="101"/>
                  </a:lnTo>
                  <a:lnTo>
                    <a:pt x="1542" y="87"/>
                  </a:lnTo>
                  <a:lnTo>
                    <a:pt x="1446" y="60"/>
                  </a:lnTo>
                  <a:lnTo>
                    <a:pt x="1375" y="74"/>
                  </a:lnTo>
                  <a:lnTo>
                    <a:pt x="1309" y="87"/>
                  </a:lnTo>
                  <a:lnTo>
                    <a:pt x="1243" y="13"/>
                  </a:lnTo>
                  <a:lnTo>
                    <a:pt x="1225" y="0"/>
                  </a:lnTo>
                  <a:lnTo>
                    <a:pt x="1189" y="0"/>
                  </a:lnTo>
                  <a:lnTo>
                    <a:pt x="1106" y="34"/>
                  </a:lnTo>
                  <a:lnTo>
                    <a:pt x="1106" y="34"/>
                  </a:lnTo>
                  <a:lnTo>
                    <a:pt x="1094" y="40"/>
                  </a:lnTo>
                  <a:lnTo>
                    <a:pt x="1070" y="54"/>
                  </a:lnTo>
                  <a:lnTo>
                    <a:pt x="1034" y="74"/>
                  </a:lnTo>
                  <a:lnTo>
                    <a:pt x="1004" y="74"/>
                  </a:lnTo>
                  <a:lnTo>
                    <a:pt x="986" y="74"/>
                  </a:lnTo>
                  <a:lnTo>
                    <a:pt x="956" y="81"/>
                  </a:lnTo>
                  <a:lnTo>
                    <a:pt x="920" y="94"/>
                  </a:lnTo>
                  <a:lnTo>
                    <a:pt x="884" y="107"/>
                  </a:lnTo>
                  <a:lnTo>
                    <a:pt x="843" y="128"/>
                  </a:lnTo>
                  <a:lnTo>
                    <a:pt x="813" y="141"/>
                  </a:lnTo>
                  <a:lnTo>
                    <a:pt x="789" y="148"/>
                  </a:lnTo>
                  <a:lnTo>
                    <a:pt x="783" y="154"/>
                  </a:lnTo>
                  <a:lnTo>
                    <a:pt x="556" y="228"/>
                  </a:lnTo>
                  <a:lnTo>
                    <a:pt x="394" y="294"/>
                  </a:lnTo>
                  <a:lnTo>
                    <a:pt x="107" y="462"/>
                  </a:lnTo>
                  <a:lnTo>
                    <a:pt x="0" y="536"/>
                  </a:lnTo>
                  <a:lnTo>
                    <a:pt x="3240" y="536"/>
                  </a:lnTo>
                  <a:lnTo>
                    <a:pt x="3132" y="469"/>
                  </a:lnTo>
                  <a:lnTo>
                    <a:pt x="3132" y="469"/>
                  </a:lnTo>
                  <a:close/>
                </a:path>
              </a:pathLst>
            </a:custGeom>
            <a:gradFill rotWithShape="0">
              <a:gsLst>
                <a:gs pos="0">
                  <a:srgbClr val="837763"/>
                </a:gs>
                <a:gs pos="100000">
                  <a:srgbClr val="463416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" name=""/>
            <p:cNvGrpSpPr/>
            <p:nvPr/>
          </p:nvGrpSpPr>
          <p:grpSpPr>
            <a:xfrm>
              <a:off x="3946680" y="6019920"/>
              <a:ext cx="3902040" cy="857160"/>
              <a:chOff x="3946680" y="6019920"/>
              <a:chExt cx="3902040" cy="857160"/>
            </a:xfrm>
          </p:grpSpPr>
          <p:sp>
            <p:nvSpPr>
              <p:cNvPr id="7" name=""/>
              <p:cNvSpPr/>
              <p:nvPr/>
            </p:nvSpPr>
            <p:spPr>
              <a:xfrm>
                <a:off x="6267600" y="6031080"/>
                <a:ext cx="1581120" cy="846000"/>
              </a:xfrm>
              <a:custGeom>
                <a:avLst/>
                <a:gdLst/>
                <a:ahLst/>
                <a:rect l="l" t="t" r="r" b="b"/>
                <a:pathLst>
                  <a:path w="996" h="533">
                    <a:moveTo>
                      <a:pt x="636" y="373"/>
                    </a:moveTo>
                    <a:lnTo>
                      <a:pt x="495" y="370"/>
                    </a:lnTo>
                    <a:lnTo>
                      <a:pt x="280" y="249"/>
                    </a:lnTo>
                    <a:lnTo>
                      <a:pt x="127" y="66"/>
                    </a:lnTo>
                    <a:lnTo>
                      <a:pt x="0" y="0"/>
                    </a:lnTo>
                    <a:lnTo>
                      <a:pt x="22" y="26"/>
                    </a:lnTo>
                    <a:lnTo>
                      <a:pt x="0" y="65"/>
                    </a:lnTo>
                    <a:lnTo>
                      <a:pt x="30" y="119"/>
                    </a:lnTo>
                    <a:lnTo>
                      <a:pt x="75" y="243"/>
                    </a:lnTo>
                    <a:lnTo>
                      <a:pt x="45" y="422"/>
                    </a:lnTo>
                    <a:lnTo>
                      <a:pt x="200" y="329"/>
                    </a:lnTo>
                    <a:lnTo>
                      <a:pt x="612" y="533"/>
                    </a:lnTo>
                    <a:lnTo>
                      <a:pt x="996" y="529"/>
                    </a:lnTo>
                    <a:lnTo>
                      <a:pt x="828" y="473"/>
                    </a:lnTo>
                    <a:lnTo>
                      <a:pt x="636" y="373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4249800" y="6019920"/>
                <a:ext cx="295200" cy="627120"/>
              </a:xfrm>
              <a:custGeom>
                <a:avLst/>
                <a:gdLst/>
                <a:ahLst/>
                <a:rect l="l" t="t" r="r" b="b"/>
                <a:pathLst>
                  <a:path w="186" h="353">
                    <a:moveTo>
                      <a:pt x="36" y="0"/>
                    </a:moveTo>
                    <a:lnTo>
                      <a:pt x="54" y="18"/>
                    </a:lnTo>
                    <a:lnTo>
                      <a:pt x="24" y="30"/>
                    </a:lnTo>
                    <a:lnTo>
                      <a:pt x="18" y="66"/>
                    </a:lnTo>
                    <a:lnTo>
                      <a:pt x="42" y="114"/>
                    </a:lnTo>
                    <a:lnTo>
                      <a:pt x="48" y="162"/>
                    </a:lnTo>
                    <a:lnTo>
                      <a:pt x="0" y="353"/>
                    </a:lnTo>
                    <a:lnTo>
                      <a:pt x="54" y="233"/>
                    </a:lnTo>
                    <a:lnTo>
                      <a:pt x="84" y="216"/>
                    </a:lnTo>
                    <a:lnTo>
                      <a:pt x="126" y="126"/>
                    </a:lnTo>
                    <a:lnTo>
                      <a:pt x="144" y="120"/>
                    </a:lnTo>
                    <a:lnTo>
                      <a:pt x="144" y="90"/>
                    </a:lnTo>
                    <a:lnTo>
                      <a:pt x="186" y="66"/>
                    </a:lnTo>
                    <a:lnTo>
                      <a:pt x="162" y="6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4809960" y="6180120"/>
                <a:ext cx="600120" cy="430200"/>
              </a:xfrm>
              <a:custGeom>
                <a:avLst/>
                <a:gdLst/>
                <a:ahLst/>
                <a:rect l="l" t="t" r="r" b="b"/>
                <a:pathLst>
                  <a:path w="378" h="271">
                    <a:moveTo>
                      <a:pt x="18" y="0"/>
                    </a:moveTo>
                    <a:lnTo>
                      <a:pt x="12" y="13"/>
                    </a:lnTo>
                    <a:lnTo>
                      <a:pt x="0" y="40"/>
                    </a:lnTo>
                    <a:lnTo>
                      <a:pt x="60" y="121"/>
                    </a:lnTo>
                    <a:lnTo>
                      <a:pt x="310" y="271"/>
                    </a:lnTo>
                    <a:lnTo>
                      <a:pt x="290" y="139"/>
                    </a:lnTo>
                    <a:lnTo>
                      <a:pt x="378" y="76"/>
                    </a:lnTo>
                    <a:lnTo>
                      <a:pt x="251" y="94"/>
                    </a:lnTo>
                    <a:lnTo>
                      <a:pt x="90" y="54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5759280" y="6137280"/>
                <a:ext cx="246240" cy="117360"/>
              </a:xfrm>
              <a:custGeom>
                <a:avLst/>
                <a:gdLst/>
                <a:ahLst/>
                <a:rect l="l" t="t" r="r" b="b"/>
                <a:pathLst>
                  <a:path w="155" h="66">
                    <a:moveTo>
                      <a:pt x="114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6" y="6"/>
                    </a:lnTo>
                    <a:lnTo>
                      <a:pt x="6" y="18"/>
                    </a:lnTo>
                    <a:lnTo>
                      <a:pt x="0" y="24"/>
                    </a:lnTo>
                    <a:lnTo>
                      <a:pt x="78" y="60"/>
                    </a:lnTo>
                    <a:lnTo>
                      <a:pt x="96" y="42"/>
                    </a:lnTo>
                    <a:lnTo>
                      <a:pt x="155" y="66"/>
                    </a:lnTo>
                    <a:lnTo>
                      <a:pt x="126" y="24"/>
                    </a:lnTo>
                    <a:lnTo>
                      <a:pt x="149" y="0"/>
                    </a:lnTo>
                    <a:lnTo>
                      <a:pt x="114" y="0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3946680" y="6126120"/>
                <a:ext cx="66600" cy="128520"/>
              </a:xfrm>
              <a:custGeom>
                <a:avLst/>
                <a:gdLst/>
                <a:ahLst/>
                <a:rect l="l" t="t" r="r" b="b"/>
                <a:pathLst>
                  <a:path w="42" h="72">
                    <a:moveTo>
                      <a:pt x="6" y="36"/>
                    </a:moveTo>
                    <a:lnTo>
                      <a:pt x="0" y="18"/>
                    </a:lnTo>
                    <a:lnTo>
                      <a:pt x="12" y="6"/>
                    </a:lnTo>
                    <a:lnTo>
                      <a:pt x="0" y="6"/>
                    </a:lnTo>
                    <a:lnTo>
                      <a:pt x="12" y="6"/>
                    </a:lnTo>
                    <a:lnTo>
                      <a:pt x="24" y="6"/>
                    </a:lnTo>
                    <a:lnTo>
                      <a:pt x="36" y="6"/>
                    </a:lnTo>
                    <a:lnTo>
                      <a:pt x="42" y="0"/>
                    </a:lnTo>
                    <a:lnTo>
                      <a:pt x="30" y="18"/>
                    </a:lnTo>
                    <a:lnTo>
                      <a:pt x="42" y="48"/>
                    </a:lnTo>
                    <a:lnTo>
                      <a:pt x="12" y="72"/>
                    </a:lnTo>
                    <a:lnTo>
                      <a:pt x="6" y="36"/>
                    </a:lnTo>
                    <a:lnTo>
                      <a:pt x="6" y="36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" name=""/>
            <p:cNvSpPr/>
            <p:nvPr/>
          </p:nvSpPr>
          <p:spPr>
            <a:xfrm>
              <a:off x="0" y="6019920"/>
              <a:ext cx="6311880" cy="849240"/>
            </a:xfrm>
            <a:custGeom>
              <a:avLst/>
              <a:gdLst/>
              <a:ahLst/>
              <a:rect l="l" t="t" r="r" b="b"/>
              <a:pathLst>
                <a:path w="3976" h="527">
                  <a:moveTo>
                    <a:pt x="3976" y="527"/>
                  </a:moveTo>
                  <a:lnTo>
                    <a:pt x="3970" y="527"/>
                  </a:lnTo>
                  <a:lnTo>
                    <a:pt x="3844" y="509"/>
                  </a:lnTo>
                  <a:lnTo>
                    <a:pt x="2487" y="305"/>
                  </a:lnTo>
                  <a:lnTo>
                    <a:pt x="2039" y="36"/>
                  </a:lnTo>
                  <a:lnTo>
                    <a:pt x="1907" y="24"/>
                  </a:lnTo>
                  <a:lnTo>
                    <a:pt x="1883" y="54"/>
                  </a:lnTo>
                  <a:lnTo>
                    <a:pt x="1859" y="54"/>
                  </a:lnTo>
                  <a:lnTo>
                    <a:pt x="1830" y="30"/>
                  </a:lnTo>
                  <a:lnTo>
                    <a:pt x="1704" y="102"/>
                  </a:lnTo>
                  <a:lnTo>
                    <a:pt x="1608" y="126"/>
                  </a:lnTo>
                  <a:lnTo>
                    <a:pt x="1561" y="132"/>
                  </a:lnTo>
                  <a:lnTo>
                    <a:pt x="1495" y="102"/>
                  </a:lnTo>
                  <a:lnTo>
                    <a:pt x="1357" y="126"/>
                  </a:lnTo>
                  <a:lnTo>
                    <a:pt x="1285" y="24"/>
                  </a:lnTo>
                  <a:lnTo>
                    <a:pt x="1280" y="18"/>
                  </a:lnTo>
                  <a:lnTo>
                    <a:pt x="1262" y="12"/>
                  </a:lnTo>
                  <a:lnTo>
                    <a:pt x="1238" y="6"/>
                  </a:lnTo>
                  <a:lnTo>
                    <a:pt x="1220" y="0"/>
                  </a:lnTo>
                  <a:lnTo>
                    <a:pt x="1196" y="0"/>
                  </a:lnTo>
                  <a:lnTo>
                    <a:pt x="1166" y="0"/>
                  </a:lnTo>
                  <a:lnTo>
                    <a:pt x="1142" y="0"/>
                  </a:lnTo>
                  <a:lnTo>
                    <a:pt x="1136" y="0"/>
                  </a:lnTo>
                  <a:lnTo>
                    <a:pt x="1130" y="0"/>
                  </a:lnTo>
                  <a:lnTo>
                    <a:pt x="1124" y="6"/>
                  </a:lnTo>
                  <a:lnTo>
                    <a:pt x="1118" y="12"/>
                  </a:lnTo>
                  <a:lnTo>
                    <a:pt x="1100" y="18"/>
                  </a:lnTo>
                  <a:lnTo>
                    <a:pt x="1088" y="18"/>
                  </a:lnTo>
                  <a:lnTo>
                    <a:pt x="1070" y="24"/>
                  </a:lnTo>
                  <a:lnTo>
                    <a:pt x="1052" y="30"/>
                  </a:lnTo>
                  <a:lnTo>
                    <a:pt x="1034" y="36"/>
                  </a:lnTo>
                  <a:lnTo>
                    <a:pt x="1028" y="42"/>
                  </a:lnTo>
                  <a:lnTo>
                    <a:pt x="969" y="60"/>
                  </a:lnTo>
                  <a:lnTo>
                    <a:pt x="921" y="72"/>
                  </a:lnTo>
                  <a:lnTo>
                    <a:pt x="855" y="48"/>
                  </a:lnTo>
                  <a:lnTo>
                    <a:pt x="825" y="48"/>
                  </a:lnTo>
                  <a:lnTo>
                    <a:pt x="759" y="72"/>
                  </a:lnTo>
                  <a:lnTo>
                    <a:pt x="735" y="72"/>
                  </a:lnTo>
                  <a:lnTo>
                    <a:pt x="706" y="60"/>
                  </a:lnTo>
                  <a:lnTo>
                    <a:pt x="640" y="60"/>
                  </a:lnTo>
                  <a:lnTo>
                    <a:pt x="544" y="72"/>
                  </a:lnTo>
                  <a:lnTo>
                    <a:pt x="389" y="18"/>
                  </a:lnTo>
                  <a:lnTo>
                    <a:pt x="323" y="60"/>
                  </a:lnTo>
                  <a:lnTo>
                    <a:pt x="317" y="60"/>
                  </a:lnTo>
                  <a:lnTo>
                    <a:pt x="305" y="72"/>
                  </a:lnTo>
                  <a:lnTo>
                    <a:pt x="287" y="78"/>
                  </a:lnTo>
                  <a:lnTo>
                    <a:pt x="263" y="90"/>
                  </a:lnTo>
                  <a:lnTo>
                    <a:pt x="203" y="120"/>
                  </a:lnTo>
                  <a:lnTo>
                    <a:pt x="149" y="150"/>
                  </a:lnTo>
                  <a:lnTo>
                    <a:pt x="78" y="168"/>
                  </a:lnTo>
                  <a:lnTo>
                    <a:pt x="0" y="180"/>
                  </a:lnTo>
                  <a:lnTo>
                    <a:pt x="0" y="527"/>
                  </a:lnTo>
                  <a:lnTo>
                    <a:pt x="1010" y="527"/>
                  </a:lnTo>
                  <a:lnTo>
                    <a:pt x="3725" y="527"/>
                  </a:lnTo>
                  <a:lnTo>
                    <a:pt x="3976" y="527"/>
                  </a:lnTo>
                  <a:lnTo>
                    <a:pt x="3976" y="527"/>
                  </a:lnTo>
                  <a:close/>
                </a:path>
              </a:pathLst>
            </a:custGeom>
            <a:gradFill rotWithShape="0">
              <a:gsLst>
                <a:gs pos="0">
                  <a:srgbClr val="72644e"/>
                </a:gs>
                <a:gs pos="100000">
                  <a:srgbClr val="463416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7" name=""/>
          <p:cNvGrpSpPr/>
          <p:nvPr/>
        </p:nvGrpSpPr>
        <p:grpSpPr>
          <a:xfrm>
            <a:off x="627120" y="6021360"/>
            <a:ext cx="5684760" cy="849240"/>
            <a:chOff x="627120" y="6021360"/>
            <a:chExt cx="5684760" cy="849240"/>
          </a:xfrm>
        </p:grpSpPr>
        <p:sp>
          <p:nvSpPr>
            <p:cNvPr id="14" name=""/>
            <p:cNvSpPr/>
            <p:nvPr/>
          </p:nvSpPr>
          <p:spPr>
            <a:xfrm>
              <a:off x="1898640" y="6021360"/>
              <a:ext cx="579600" cy="461880"/>
            </a:xfrm>
            <a:custGeom>
              <a:avLst/>
              <a:gdLst/>
              <a:ahLst/>
              <a:rect l="l" t="t" r="r" b="b"/>
              <a:pathLst>
                <a:path w="365" h="287">
                  <a:moveTo>
                    <a:pt x="24" y="24"/>
                  </a:moveTo>
                  <a:lnTo>
                    <a:pt x="0" y="60"/>
                  </a:lnTo>
                  <a:lnTo>
                    <a:pt x="66" y="108"/>
                  </a:lnTo>
                  <a:lnTo>
                    <a:pt x="143" y="180"/>
                  </a:lnTo>
                  <a:lnTo>
                    <a:pt x="191" y="168"/>
                  </a:lnTo>
                  <a:lnTo>
                    <a:pt x="341" y="287"/>
                  </a:lnTo>
                  <a:lnTo>
                    <a:pt x="305" y="174"/>
                  </a:lnTo>
                  <a:lnTo>
                    <a:pt x="365" y="132"/>
                  </a:lnTo>
                  <a:lnTo>
                    <a:pt x="359" y="126"/>
                  </a:lnTo>
                  <a:lnTo>
                    <a:pt x="335" y="114"/>
                  </a:lnTo>
                  <a:lnTo>
                    <a:pt x="299" y="90"/>
                  </a:lnTo>
                  <a:lnTo>
                    <a:pt x="257" y="72"/>
                  </a:lnTo>
                  <a:lnTo>
                    <a:pt x="215" y="54"/>
                  </a:lnTo>
                  <a:lnTo>
                    <a:pt x="173" y="36"/>
                  </a:lnTo>
                  <a:lnTo>
                    <a:pt x="143" y="24"/>
                  </a:lnTo>
                  <a:lnTo>
                    <a:pt x="131" y="18"/>
                  </a:lnTo>
                  <a:lnTo>
                    <a:pt x="107" y="18"/>
                  </a:lnTo>
                  <a:lnTo>
                    <a:pt x="95" y="18"/>
                  </a:lnTo>
                  <a:lnTo>
                    <a:pt x="72" y="12"/>
                  </a:lnTo>
                  <a:lnTo>
                    <a:pt x="66" y="12"/>
                  </a:lnTo>
                  <a:lnTo>
                    <a:pt x="54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3084480" y="6078600"/>
              <a:ext cx="3227400" cy="792000"/>
            </a:xfrm>
            <a:custGeom>
              <a:avLst/>
              <a:gdLst/>
              <a:ahLst/>
              <a:rect l="l" t="t" r="r" b="b"/>
              <a:pathLst>
                <a:path w="2033" h="499">
                  <a:moveTo>
                    <a:pt x="186" y="18"/>
                  </a:moveTo>
                  <a:lnTo>
                    <a:pt x="138" y="6"/>
                  </a:lnTo>
                  <a:lnTo>
                    <a:pt x="96" y="0"/>
                  </a:lnTo>
                  <a:lnTo>
                    <a:pt x="36" y="0"/>
                  </a:lnTo>
                  <a:lnTo>
                    <a:pt x="12" y="25"/>
                  </a:lnTo>
                  <a:lnTo>
                    <a:pt x="0" y="128"/>
                  </a:lnTo>
                  <a:lnTo>
                    <a:pt x="60" y="104"/>
                  </a:lnTo>
                  <a:lnTo>
                    <a:pt x="90" y="134"/>
                  </a:lnTo>
                  <a:lnTo>
                    <a:pt x="150" y="153"/>
                  </a:lnTo>
                  <a:lnTo>
                    <a:pt x="209" y="273"/>
                  </a:lnTo>
                  <a:lnTo>
                    <a:pt x="401" y="359"/>
                  </a:lnTo>
                  <a:lnTo>
                    <a:pt x="777" y="359"/>
                  </a:lnTo>
                  <a:lnTo>
                    <a:pt x="2033" y="499"/>
                  </a:lnTo>
                  <a:lnTo>
                    <a:pt x="2033" y="499"/>
                  </a:lnTo>
                  <a:lnTo>
                    <a:pt x="1991" y="493"/>
                  </a:lnTo>
                  <a:lnTo>
                    <a:pt x="676" y="243"/>
                  </a:lnTo>
                  <a:lnTo>
                    <a:pt x="514" y="159"/>
                  </a:lnTo>
                  <a:lnTo>
                    <a:pt x="425" y="110"/>
                  </a:lnTo>
                  <a:lnTo>
                    <a:pt x="365" y="92"/>
                  </a:lnTo>
                  <a:lnTo>
                    <a:pt x="281" y="61"/>
                  </a:lnTo>
                  <a:lnTo>
                    <a:pt x="186" y="18"/>
                  </a:lnTo>
                  <a:lnTo>
                    <a:pt x="186" y="18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2905200" y="6068880"/>
              <a:ext cx="112680" cy="96840"/>
            </a:xfrm>
            <a:custGeom>
              <a:avLst/>
              <a:gdLst/>
              <a:ahLst/>
              <a:rect l="l" t="t" r="r" b="b"/>
              <a:pathLst>
                <a:path w="71" h="60">
                  <a:moveTo>
                    <a:pt x="0" y="18"/>
                  </a:moveTo>
                  <a:lnTo>
                    <a:pt x="6" y="18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lnTo>
                    <a:pt x="29" y="18"/>
                  </a:lnTo>
                  <a:lnTo>
                    <a:pt x="53" y="18"/>
                  </a:lnTo>
                  <a:lnTo>
                    <a:pt x="59" y="30"/>
                  </a:lnTo>
                  <a:lnTo>
                    <a:pt x="65" y="42"/>
                  </a:lnTo>
                  <a:lnTo>
                    <a:pt x="71" y="54"/>
                  </a:lnTo>
                  <a:lnTo>
                    <a:pt x="71" y="60"/>
                  </a:lnTo>
                  <a:lnTo>
                    <a:pt x="59" y="54"/>
                  </a:lnTo>
                  <a:lnTo>
                    <a:pt x="47" y="42"/>
                  </a:lnTo>
                  <a:lnTo>
                    <a:pt x="23" y="30"/>
                  </a:lnTo>
                  <a:lnTo>
                    <a:pt x="23" y="36"/>
                  </a:lnTo>
                  <a:lnTo>
                    <a:pt x="18" y="42"/>
                  </a:lnTo>
                  <a:lnTo>
                    <a:pt x="12" y="48"/>
                  </a:lnTo>
                  <a:lnTo>
                    <a:pt x="6" y="48"/>
                  </a:lnTo>
                  <a:lnTo>
                    <a:pt x="6" y="48"/>
                  </a:lnTo>
                  <a:lnTo>
                    <a:pt x="6" y="36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1357200" y="6099120"/>
              <a:ext cx="255600" cy="260280"/>
            </a:xfrm>
            <a:custGeom>
              <a:avLst/>
              <a:gdLst/>
              <a:ahLst/>
              <a:rect l="l" t="t" r="r" b="b"/>
              <a:pathLst>
                <a:path w="161" h="162">
                  <a:moveTo>
                    <a:pt x="30" y="0"/>
                  </a:moveTo>
                  <a:lnTo>
                    <a:pt x="48" y="6"/>
                  </a:lnTo>
                  <a:lnTo>
                    <a:pt x="72" y="6"/>
                  </a:lnTo>
                  <a:lnTo>
                    <a:pt x="114" y="12"/>
                  </a:lnTo>
                  <a:lnTo>
                    <a:pt x="96" y="54"/>
                  </a:lnTo>
                  <a:lnTo>
                    <a:pt x="96" y="60"/>
                  </a:lnTo>
                  <a:lnTo>
                    <a:pt x="102" y="72"/>
                  </a:lnTo>
                  <a:lnTo>
                    <a:pt x="108" y="84"/>
                  </a:lnTo>
                  <a:lnTo>
                    <a:pt x="120" y="96"/>
                  </a:lnTo>
                  <a:lnTo>
                    <a:pt x="143" y="114"/>
                  </a:lnTo>
                  <a:lnTo>
                    <a:pt x="155" y="138"/>
                  </a:lnTo>
                  <a:lnTo>
                    <a:pt x="161" y="156"/>
                  </a:lnTo>
                  <a:lnTo>
                    <a:pt x="161" y="162"/>
                  </a:lnTo>
                  <a:lnTo>
                    <a:pt x="96" y="102"/>
                  </a:lnTo>
                  <a:lnTo>
                    <a:pt x="30" y="54"/>
                  </a:lnTo>
                  <a:lnTo>
                    <a:pt x="0" y="0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1120680" y="6118200"/>
              <a:ext cx="93600" cy="96840"/>
            </a:xfrm>
            <a:custGeom>
              <a:avLst/>
              <a:gdLst/>
              <a:ahLst/>
              <a:rect l="l" t="t" r="r" b="b"/>
              <a:pathLst>
                <a:path w="59" h="60">
                  <a:moveTo>
                    <a:pt x="59" y="6"/>
                  </a:moveTo>
                  <a:lnTo>
                    <a:pt x="41" y="30"/>
                  </a:lnTo>
                  <a:lnTo>
                    <a:pt x="41" y="36"/>
                  </a:lnTo>
                  <a:lnTo>
                    <a:pt x="47" y="42"/>
                  </a:lnTo>
                  <a:lnTo>
                    <a:pt x="53" y="54"/>
                  </a:lnTo>
                  <a:lnTo>
                    <a:pt x="53" y="60"/>
                  </a:lnTo>
                  <a:lnTo>
                    <a:pt x="47" y="54"/>
                  </a:lnTo>
                  <a:lnTo>
                    <a:pt x="35" y="48"/>
                  </a:lnTo>
                  <a:lnTo>
                    <a:pt x="23" y="36"/>
                  </a:lnTo>
                  <a:lnTo>
                    <a:pt x="17" y="30"/>
                  </a:lnTo>
                  <a:lnTo>
                    <a:pt x="0" y="0"/>
                  </a:lnTo>
                  <a:lnTo>
                    <a:pt x="59" y="6"/>
                  </a:lnTo>
                  <a:lnTo>
                    <a:pt x="59" y="6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627120" y="6049800"/>
              <a:ext cx="388800" cy="328680"/>
            </a:xfrm>
            <a:custGeom>
              <a:avLst/>
              <a:gdLst/>
              <a:ahLst/>
              <a:rect l="l" t="t" r="r" b="b"/>
              <a:pathLst>
                <a:path w="245" h="204">
                  <a:moveTo>
                    <a:pt x="233" y="36"/>
                  </a:moveTo>
                  <a:lnTo>
                    <a:pt x="245" y="42"/>
                  </a:lnTo>
                  <a:lnTo>
                    <a:pt x="209" y="84"/>
                  </a:lnTo>
                  <a:lnTo>
                    <a:pt x="143" y="132"/>
                  </a:lnTo>
                  <a:lnTo>
                    <a:pt x="167" y="156"/>
                  </a:lnTo>
                  <a:lnTo>
                    <a:pt x="179" y="204"/>
                  </a:lnTo>
                  <a:lnTo>
                    <a:pt x="77" y="132"/>
                  </a:lnTo>
                  <a:lnTo>
                    <a:pt x="47" y="84"/>
                  </a:lnTo>
                  <a:lnTo>
                    <a:pt x="89" y="66"/>
                  </a:lnTo>
                  <a:lnTo>
                    <a:pt x="59" y="36"/>
                  </a:lnTo>
                  <a:lnTo>
                    <a:pt x="0" y="12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47" y="6"/>
                  </a:lnTo>
                  <a:lnTo>
                    <a:pt x="77" y="6"/>
                  </a:lnTo>
                  <a:lnTo>
                    <a:pt x="83" y="6"/>
                  </a:lnTo>
                  <a:lnTo>
                    <a:pt x="89" y="6"/>
                  </a:lnTo>
                  <a:lnTo>
                    <a:pt x="101" y="12"/>
                  </a:lnTo>
                  <a:lnTo>
                    <a:pt x="125" y="12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149" y="18"/>
                  </a:lnTo>
                  <a:lnTo>
                    <a:pt x="203" y="24"/>
                  </a:lnTo>
                  <a:lnTo>
                    <a:pt x="233" y="36"/>
                  </a:lnTo>
                  <a:lnTo>
                    <a:pt x="233" y="36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2824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e3e3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e3e3ff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e3e3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e3e3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e3e3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7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8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9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5B23BD2-2124-4F47-9901-FA8C32E1515B}" type="slidenum"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0" y="685440"/>
            <a:ext cx="91440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SANTO, SANTO ÉS TU, SENHOR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 TEU LOUVOR EU VOU CANTAR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 ESPERANÇA, Ó DEUS DE AMOR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TU QUERES ME CONSOLAR</a:t>
            </a:r>
            <a:endParaRPr b="0" lang="pt-BR" sz="3600" strike="noStrike" u="none">
              <a:solidFill>
                <a:srgbClr val="e3e3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1746"/>
            </a:gs>
            <a:gs pos="100000">
              <a:srgbClr val="00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685440"/>
            <a:ext cx="91440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TE PEÇO, Ó MEU JESUS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SÓ TU ÉS MEU SALVADOR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ME FAÇAS ANDAR NA LUZ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SANTO ÉS, MEU REDENTOR</a:t>
            </a:r>
            <a:endParaRPr b="0" lang="pt-BR" sz="3600" strike="noStrike" u="none">
              <a:solidFill>
                <a:srgbClr val="e3e3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1746"/>
            </a:gs>
            <a:gs pos="100000">
              <a:srgbClr val="00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0" y="685440"/>
            <a:ext cx="91440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AO MEU JESUS EU CANTAREI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ENTRANDO NA FELIZ SIÃO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OH! SANTO, SANTO, PROCLAMAREI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NA MINHA ETERNAL MANSÃO</a:t>
            </a:r>
            <a:endParaRPr b="0" lang="pt-BR" sz="3600" strike="noStrike" u="none">
              <a:solidFill>
                <a:srgbClr val="e3e3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1746"/>
            </a:gs>
            <a:gs pos="100000">
              <a:srgbClr val="00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0" y="914040"/>
            <a:ext cx="91440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 OS ANJOS E SERAFINS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SANTO! SEMPRE VOU CANTAR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 ARCANJOS E QUERUBINS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JESUS  VOU ADORAR</a:t>
            </a:r>
            <a:br>
              <a:rPr sz="3600"/>
            </a:br>
            <a:endParaRPr b="0" lang="pt-BR" sz="3600" strike="noStrike" u="none">
              <a:solidFill>
                <a:srgbClr val="e3e3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1746"/>
            </a:gs>
            <a:gs pos="100000">
              <a:srgbClr val="00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68544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SANTO, SANTO EU CANTAREI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AO MEU JESUS, QUE ME SALVOU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SÓ NELE CONFIAREI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POIS MINH’ALMA RESGATOU</a:t>
            </a:r>
            <a:endParaRPr b="0" lang="pt-BR" sz="3600" strike="noStrike" u="none">
              <a:solidFill>
                <a:srgbClr val="e3e3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1746"/>
            </a:gs>
            <a:gs pos="100000">
              <a:srgbClr val="00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7617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DÁ-ME O PÃO DO CÉU PRA COMER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MANÁ CELESTIAL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PRA TEU POVO FORTALECER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 O TEU PODER VITAL</a:t>
            </a:r>
            <a:endParaRPr b="0" lang="pt-BR" sz="3600" strike="noStrike" u="none">
              <a:solidFill>
                <a:srgbClr val="e3e3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1746"/>
            </a:gs>
            <a:gs pos="100000">
              <a:srgbClr val="00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685440"/>
            <a:ext cx="91440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AO MEU JESUS EU CANTAREI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ENTRANDO NA FELIZ SIÃO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OH! SANTO, SANTO, PROCLAMAREI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NA MINHA ETERNAL MANSÃO</a:t>
            </a:r>
            <a:endParaRPr b="0" lang="pt-BR" sz="3600" strike="noStrike" u="none">
              <a:solidFill>
                <a:srgbClr val="e3e3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1746"/>
            </a:gs>
            <a:gs pos="100000">
              <a:srgbClr val="00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0" y="914040"/>
            <a:ext cx="91440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 OS ANJOS E SERAFINS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SANTO! SEMPRE VOU CANTAR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 ARCANJOS E QUERUBINS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JESUS  VOU ADORAR</a:t>
            </a:r>
            <a:br>
              <a:rPr sz="3600"/>
            </a:br>
            <a:endParaRPr b="0" lang="pt-BR" sz="3600" strike="noStrike" u="none">
              <a:solidFill>
                <a:srgbClr val="e3e3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1746"/>
            </a:gs>
            <a:gs pos="100000">
              <a:srgbClr val="00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7617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 JESUS, SÓ, HEI DE BUSCAR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SUA FORÇA DIVINAL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AVANTE ME VAI LEVAR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PARA O REINO ETERNAL</a:t>
            </a:r>
            <a:endParaRPr b="0" lang="pt-BR" sz="3600" strike="noStrike" u="none">
              <a:solidFill>
                <a:srgbClr val="e3e3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1746"/>
            </a:gs>
            <a:gs pos="100000">
              <a:srgbClr val="00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7617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OH! QUÃO DOCE É TEU PÃO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NOS DÁ REAL VIGOR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 DESERTO, CONSOLAÇÃO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NOS ENCHE DE FERVOR</a:t>
            </a:r>
            <a:endParaRPr b="0" lang="pt-BR" sz="3600" strike="noStrike" u="none">
              <a:solidFill>
                <a:srgbClr val="e3e3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1746"/>
            </a:gs>
            <a:gs pos="100000">
              <a:srgbClr val="00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0" y="685440"/>
            <a:ext cx="91440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AO MEU JESUS EU CANTAREI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ENTRANDO NA FELIZ SIÃO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OH! SANTO, SANTO, PROCLAMAREI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NA MINHA ETERNAL MANSÃO</a:t>
            </a:r>
            <a:endParaRPr b="0" lang="pt-BR" sz="3600" strike="noStrike" u="none">
              <a:solidFill>
                <a:srgbClr val="e3e3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1746"/>
            </a:gs>
            <a:gs pos="100000">
              <a:srgbClr val="00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0" y="914040"/>
            <a:ext cx="91440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 OS ANJOS E SERAFINS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SANTO! SEMPRE VOU CANTAR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 ARCANJOS E QUERUBINS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JESUS  VOU ADORAR</a:t>
            </a:r>
            <a:br>
              <a:rPr sz="3600"/>
            </a:br>
            <a:endParaRPr b="0" lang="pt-BR" sz="3600" strike="noStrike" u="none">
              <a:solidFill>
                <a:srgbClr val="e3e3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2005-03-03T17:40:16Z</dcterms:created>
  <dc:creator>owner</dc:creator>
  <dc:description/>
  <dc:language>pt-BR</dc:language>
  <cp:lastModifiedBy>Junior</cp:lastModifiedBy>
  <dcterms:modified xsi:type="dcterms:W3CDTF">2005-11-26T19:04:32Z</dcterms:modified>
  <cp:revision>8</cp:revision>
  <dc:subject/>
  <dc:title>Slide 1</dc:title>
</cp:coreProperties>
</file>