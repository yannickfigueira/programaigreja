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4BF3682-435A-4866-8593-B4337B14E3B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32AE029-61DB-4C15-83D0-DE07EEAAA44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0A7F5B7-0D83-458E-8E01-9F4DD7AFEB4F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380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ABRAÃO E SEU SACRIFICIO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Debaixo dumas mui formosas tamareiras,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Estando já Berseba na escuridão,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 aves escutando, entre as roseiras,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vê andar o patriarca Abraão.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Seu coração perante Deus está aflito,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quer que O sirvamos sem murmuração;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por amor pergunta ao Senhor bendito: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"O meu amado filho queres Tu, então?"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voz de Jeová potente é ouvida: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"O teu Isaque oferece para Mim,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Embora fiques com tu'alma dolorida,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te abençoo se fizeres tu assim".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abatido Abraão se torna forte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canta hinos, pois com fé medita já: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"Deus pode o meu filho libertar da morte!"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não temendo, segue para Moriá.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pé do monte do supremo sacrifício,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Profunda dúvida entrou em Abraão: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"Irei perder da minha vida o benefício?"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triste começou subir com lentidão,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ia dar, do coração a esperança –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seu outono, sacrifício duma flor,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Assim levou o seu cordeiro à matança,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obediência ao mandato do Senhor.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(saque com a lenha, presto vai na frente,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Quanto é formoso para Abraão!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eis que volta p'ra seu pai suavemente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lhe dirige esta interrogação: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"O fogo e a lenha estou vendo que trouxemos,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o cordeiro d'holocausto onde está?"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a resposta de Abraão na Bíblia temos: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"Meu filho, Deus p'ra Si, cordeiro proverá".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Chegando Abraão aonde Deus mandara,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Fez um altar e nele a lenha arrumou: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a seu filho, que já dantes amarrara,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Tomando nos seus braços sobre o altar deitou,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quando Abraão foi para imolá-lo,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Anjo do Senhor bradou-lhe desde os céus: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"A tua mão, ó não estendas p'ra matá-lo;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Porquanto eu agora sei que temes Deus".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Erguendo Abraão seus olhos de repente,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Vê um cordeiro, que no mato preso está,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o tomando, oferece-o alegremente;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Assim "No monte do Senhor se proverá".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voz do Anjo é ouvida novamente;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"Diz o Senhor: Porque fizeste esta ação, Deveras,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abençoarei a tua semente,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nela, as nações benditas se farão".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nosso lsaque oferecemos com firmeza,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Moriá onde finda o ideal,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foi ali que alcançaram fortaleza,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vencedores, sob canto angelical;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Ali, o nosso Deus jurou fidelidade,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Também os santos se encheram de valor,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só teremos a perfeita santidade,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Depois que formos para o monte do Senhor. </a:t>
            </a: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P.L.M.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2005-10-20T02:47:20Z</dcterms:created>
  <dc:creator>Montagna</dc:creator>
  <dc:description/>
  <dc:language>pt-BR</dc:language>
  <cp:lastModifiedBy>Montagna</cp:lastModifiedBy>
  <dcterms:modified xsi:type="dcterms:W3CDTF">2005-10-20T02:49:08Z</dcterms:modified>
  <cp:revision>2</cp:revision>
  <dc:subject/>
  <dc:title>380 - ABRAÃO E SEU SACRIFICIO</dc:title>
</cp:coreProperties>
</file>