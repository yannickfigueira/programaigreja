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_rels/presentation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officedocument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18A6EB6-8B4B-4F37-AE77-4ED46B8D737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Padr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sp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6C87B64-6600-4BE2-B735-CDAED83E662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pt-BR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do texto do título</a:t>
            </a:r>
            <a:endParaRPr b="0" lang="pt-BR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2500" lnSpcReduction="9999"/>
          </a:bodyPr>
          <a:p>
            <a:pPr marL="343080" indent="-34308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texto dos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743040" indent="-28584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2.º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143000" indent="-228600">
              <a:spcBef>
                <a:spcPts val="799"/>
              </a:spcBef>
              <a:buClr>
                <a:srgbClr val="000000"/>
              </a:buClr>
              <a:buFont typeface="Arial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3.º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600200" indent="-228600">
              <a:spcBef>
                <a:spcPts val="799"/>
              </a:spcBef>
              <a:buClr>
                <a:srgbClr val="000000"/>
              </a:buClr>
              <a:buFont typeface="Arial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5.º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6.º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Arial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32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7.º nível de tópicos</a:t>
            </a: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&lt;data/hora&gt;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&lt;rodapé&gt;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936421B-24B3-4A48-8D46-CD4EA078244E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&lt;número&gt;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0" y="2057040"/>
            <a:ext cx="91440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439 – Aos pés de Cristo prostrados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spAutoFit/>
          </a:bodyPr>
          <a:p>
            <a:pPr indent="0"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pt-BR" sz="3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De Cristo ressurgido,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Aos seus pés nos prostramos;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fé O adoramos,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Do mundo é o Salvador;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Nós, crentes redimidos,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Por sangue já lavados,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graça bem guardados,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Temos de Deus favor!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Tudo que nós sofremos,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já tem provado,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Ao pecador cansado,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Pode, quer ajudar;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Quanta dor nós vemos,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Cristo na cruz sofrendo,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Com sede ali morrendo,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o mortal salvar! 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"Eu tenho sede", exclama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divina! Cordeiro,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Pregado no madeiro,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da maldição;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Oh! Quanto Cristo ama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O pecador perdido,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Pois sangue tem vertido,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lhe dar perdão!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 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0" y="-360"/>
            <a:ext cx="9144000" cy="66294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indent="0"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A nós, que santos somos,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Dá-nos e vera graça,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Para que assim se faça,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Em nós o Teu querer,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Na cruz achar nós fomos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Consolo abundante,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Graça de Deus bastante,</a:t>
            </a:r>
            <a:r>
              <a:rPr b="0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 </a:t>
            </a:r>
            <a:br>
              <a:rPr sz="4000"/>
            </a:br>
            <a:r>
              <a:rPr b="0" i="1" lang="en-US" sz="4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 divina! poder!</a:t>
            </a:r>
            <a:endParaRPr b="0" lang="pt-BR" sz="4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LibreOffice/25.2.6.1$Windows_X86_64 LibreOffice_project/13f8d05e475a6b6572cdd8fe3af1421c659c51c2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2005-12-26T16:03:39Z</dcterms:created>
  <dc:creator>Junior</dc:creator>
  <dc:description/>
  <dc:language>pt-BR</dc:language>
  <cp:lastModifiedBy>Junior</cp:lastModifiedBy>
  <dcterms:modified xsi:type="dcterms:W3CDTF">2005-12-26T16:03:41Z</dcterms:modified>
  <cp:revision>1</cp:revision>
  <dc:subject/>
  <dc:title>439 – Aos pés de Cristo prostrados</dc:title>
</cp:coreProperties>
</file>