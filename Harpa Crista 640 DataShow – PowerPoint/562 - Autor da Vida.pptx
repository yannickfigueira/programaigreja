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5F11B0-8099-4A43-926D-D2A8A44F1C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A6C0EE-2C1A-40B9-8C2F-0D41049C9EC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5A60495-B00E-4231-B2F4-F404D4F8DB5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562 – Autor da Vida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Autor da vida. Cristo, Deus!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vida fluis a teu querer.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Perdão por ti nos vem dos céus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tu nos dás real prazer,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Fazendo em nosso coração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Raiar a luz da salvação.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deste a vida eterna a nós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Outrora mortos para Deus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Fizeste ouvir a tua voz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 voz que vivifica os teus.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te render real louvor,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Estamos juntos, oh! Senhor!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2005-12-26T22:07:31Z</dcterms:created>
  <dc:creator>Junior</dc:creator>
  <dc:description/>
  <dc:language>pt-BR</dc:language>
  <cp:lastModifiedBy>Junior</cp:lastModifiedBy>
  <dcterms:modified xsi:type="dcterms:W3CDTF">2005-12-26T22:07:33Z</dcterms:modified>
  <cp:revision>1</cp:revision>
  <dc:subject/>
  <dc:title>562 – Autor da Vida </dc:title>
</cp:coreProperties>
</file>