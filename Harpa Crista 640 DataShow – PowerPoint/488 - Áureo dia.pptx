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1440" y="0"/>
            <a:ext cx="9149040" cy="6851520"/>
            <a:chOff x="1440" y="0"/>
            <a:chExt cx="9149040" cy="6851520"/>
          </a:xfrm>
        </p:grpSpPr>
        <p:sp>
          <p:nvSpPr>
            <p:cNvPr id="1" name=""/>
            <p:cNvSpPr/>
            <p:nvPr/>
          </p:nvSpPr>
          <p:spPr>
            <a:xfrm>
              <a:off x="8008920" y="4168800"/>
              <a:ext cx="114156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8550360" y="6022800"/>
              <a:ext cx="60012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016920" y="6689880"/>
              <a:ext cx="13356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457200" y="0"/>
              <a:ext cx="8093160" cy="6851520"/>
              <a:chOff x="457200" y="0"/>
              <a:chExt cx="8093160" cy="6851520"/>
            </a:xfrm>
          </p:grpSpPr>
          <p:sp>
            <p:nvSpPr>
              <p:cNvPr id="5" name=""/>
              <p:cNvSpPr/>
              <p:nvPr/>
            </p:nvSpPr>
            <p:spPr>
              <a:xfrm>
                <a:off x="4427640" y="0"/>
                <a:ext cx="11412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903920" y="0"/>
                <a:ext cx="27612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5330880" y="0"/>
                <a:ext cx="53496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835600" y="0"/>
                <a:ext cx="67788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6264360" y="0"/>
                <a:ext cx="88560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40640" y="0"/>
                <a:ext cx="109512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7178760" y="0"/>
                <a:ext cx="137160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808440" y="0"/>
                <a:ext cx="23796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22640" y="0"/>
                <a:ext cx="47628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2486160" y="0"/>
                <a:ext cx="67464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790640" y="0"/>
                <a:ext cx="91296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14560" y="0"/>
                <a:ext cx="117000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457200" y="0"/>
                <a:ext cx="133344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" name=""/>
            <p:cNvSpPr/>
            <p:nvPr/>
          </p:nvSpPr>
          <p:spPr>
            <a:xfrm>
              <a:off x="9360" y="4605480"/>
              <a:ext cx="96228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360" y="6175440"/>
              <a:ext cx="36216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581960" y="0"/>
              <a:ext cx="156204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002440" y="0"/>
              <a:ext cx="114156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96360" y="0"/>
              <a:ext cx="64764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360" y="0"/>
              <a:ext cx="136224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9360" y="0"/>
              <a:ext cx="93348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60" y="0"/>
              <a:ext cx="42876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440" y="436392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440" y="374004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440" y="498780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" name=""/>
            <p:cNvGrpSpPr/>
            <p:nvPr/>
          </p:nvGrpSpPr>
          <p:grpSpPr>
            <a:xfrm>
              <a:off x="1440" y="622440"/>
              <a:ext cx="9141120" cy="2493720"/>
              <a:chOff x="1440" y="622440"/>
              <a:chExt cx="9141120" cy="2493720"/>
            </a:xfrm>
          </p:grpSpPr>
          <p:sp>
            <p:nvSpPr>
              <p:cNvPr id="30" name=""/>
              <p:cNvSpPr/>
              <p:nvPr/>
            </p:nvSpPr>
            <p:spPr>
              <a:xfrm>
                <a:off x="1440" y="124452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1440" y="311616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1440" y="249228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1440" y="186840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1440" y="62244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" name=""/>
            <p:cNvSpPr/>
            <p:nvPr/>
          </p:nvSpPr>
          <p:spPr>
            <a:xfrm>
              <a:off x="1440" y="623556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440" y="561168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A6D0BC-89E6-48B7-AAD0-81EEE50E8DC3}" type="slidenum"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ccec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"/>
          <p:cNvGrpSpPr/>
          <p:nvPr/>
        </p:nvGrpSpPr>
        <p:grpSpPr>
          <a:xfrm>
            <a:off x="0" y="0"/>
            <a:ext cx="9148320" cy="6851520"/>
            <a:chOff x="0" y="0"/>
            <a:chExt cx="9148320" cy="6851520"/>
          </a:xfrm>
        </p:grpSpPr>
        <p:sp>
          <p:nvSpPr>
            <p:cNvPr id="43" name=""/>
            <p:cNvSpPr/>
            <p:nvPr/>
          </p:nvSpPr>
          <p:spPr>
            <a:xfrm>
              <a:off x="8007120" y="4168800"/>
              <a:ext cx="114120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8548560" y="6022800"/>
              <a:ext cx="59976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9015120" y="6689880"/>
              <a:ext cx="13320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" name=""/>
            <p:cNvGrpSpPr/>
            <p:nvPr/>
          </p:nvGrpSpPr>
          <p:grpSpPr>
            <a:xfrm>
              <a:off x="455400" y="0"/>
              <a:ext cx="8092440" cy="6851520"/>
              <a:chOff x="455400" y="0"/>
              <a:chExt cx="8092440" cy="6851520"/>
            </a:xfrm>
          </p:grpSpPr>
          <p:sp>
            <p:nvSpPr>
              <p:cNvPr id="47" name=""/>
              <p:cNvSpPr/>
              <p:nvPr/>
            </p:nvSpPr>
            <p:spPr>
              <a:xfrm>
                <a:off x="4425480" y="0"/>
                <a:ext cx="11376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4901760" y="0"/>
                <a:ext cx="27576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5328720" y="0"/>
                <a:ext cx="53460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5833440" y="0"/>
                <a:ext cx="67752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6262200" y="0"/>
                <a:ext cx="88524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6738480" y="0"/>
                <a:ext cx="109476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>
                <a:off x="7176600" y="0"/>
                <a:ext cx="137124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3806280" y="0"/>
                <a:ext cx="23760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3120480" y="0"/>
                <a:ext cx="47592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2484000" y="0"/>
                <a:ext cx="67428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1788480" y="0"/>
                <a:ext cx="91260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1112400" y="0"/>
                <a:ext cx="116964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455400" y="0"/>
                <a:ext cx="133308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"/>
            <p:cNvSpPr/>
            <p:nvPr/>
          </p:nvSpPr>
          <p:spPr>
            <a:xfrm>
              <a:off x="7560" y="4605480"/>
              <a:ext cx="96192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7560" y="6175440"/>
              <a:ext cx="36180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7580160" y="0"/>
              <a:ext cx="156168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8000640" y="0"/>
              <a:ext cx="114120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8494560" y="0"/>
              <a:ext cx="64728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7560" y="0"/>
              <a:ext cx="136188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7560" y="0"/>
              <a:ext cx="93312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7560" y="0"/>
              <a:ext cx="42840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0" y="436392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0" y="374004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0" y="498780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" name=""/>
            <p:cNvGrpSpPr/>
            <p:nvPr/>
          </p:nvGrpSpPr>
          <p:grpSpPr>
            <a:xfrm>
              <a:off x="0" y="622440"/>
              <a:ext cx="9140760" cy="2493720"/>
              <a:chOff x="0" y="622440"/>
              <a:chExt cx="9140760" cy="2493720"/>
            </a:xfrm>
          </p:grpSpPr>
          <p:sp>
            <p:nvSpPr>
              <p:cNvPr id="72" name=""/>
              <p:cNvSpPr/>
              <p:nvPr/>
            </p:nvSpPr>
            <p:spPr>
              <a:xfrm>
                <a:off x="0" y="124452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0" y="311616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0" y="249228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0" y="186840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0" y="62244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" name=""/>
            <p:cNvSpPr/>
            <p:nvPr/>
          </p:nvSpPr>
          <p:spPr>
            <a:xfrm>
              <a:off x="0" y="623556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0" y="561168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B830D6-C679-4DB8-A5FB-93223D92F9AD}" type="slidenum"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914400" algn="ctr">
              <a:spcBef>
                <a:spcPts val="601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371600" algn="ctr">
              <a:spcBef>
                <a:spcPts val="499"/>
              </a:spcBef>
              <a:buClr>
                <a:srgbClr val="ccecff"/>
              </a:buClr>
              <a:buFont typeface="Verdan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1125360"/>
            <a:ext cx="9144000" cy="216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HARPA CRISTÃ – 488</a:t>
            </a:r>
            <a:br>
              <a:rPr sz="4000"/>
            </a:b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ÁUREO DIA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515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Ao raiar do áureo dia, 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bom Jesus vem nos buscar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P’ra com Ele, 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sempre estarmos lá no céu;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Os milhões purificados 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pelo sangue de Jesus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Subirão p’ra contemplar 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amado Seu.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351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Quando os salvos congregados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Dentre os povos e nações,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Virem Cristo mi amado,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Oh! Que gozo encherá seus corações.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50560" y="274320"/>
            <a:ext cx="8435880" cy="430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Lá da Índia vem um povo que Jesus purificou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da África, as tribos chegarão,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Quem de Cristo, a mensagem lhes levou, os conquistou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Juntos todos’, lá no céu se alegrarão.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351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Quando os salvos congregados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Dentre os povos e nações,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Virem Cristo mui amado,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Oh! Que gozo encherá seus corações.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362800" cy="42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Quando os milhões da China,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todos que Jesus ganhou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Juntos dos que foram salvos no Brasil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Lá no céu unidos, glória derem todos a Jesus.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Triunfantes estarão no Seu redil.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351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Quando os salvos congregados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Dentre os povos e nações,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Virem Cristo mui amado,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Oh! Que gozo encherá seus corações.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95280" y="274680"/>
            <a:ext cx="8291520" cy="40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Espalhemos a mensagem, que Jesus nos entregou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Da gloriosa nova que vem lá da cruz;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Seu sangue precioso purifica o pecador,</a:t>
            </a:r>
            <a:br>
              <a:rPr sz="4000"/>
            </a:br>
            <a:r>
              <a:rPr b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Derramando nele gloriosa luz.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351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Quando os salvos congregados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Dentre os povos e nações,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Virem Cristo mui amado,</a:t>
            </a:r>
            <a:br>
              <a:rPr sz="4000"/>
            </a:br>
            <a:r>
              <a:rPr b="1" i="1" lang="pt-BR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Oh! Que gozo encherá seus corações.</a:t>
            </a: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2004-07-25T14:08:58Z</dcterms:created>
  <dc:creator>Jose Antonio de Bem</dc:creator>
  <dc:description/>
  <dc:language>pt-BR</dc:language>
  <cp:lastModifiedBy>Junior</cp:lastModifiedBy>
  <dcterms:modified xsi:type="dcterms:W3CDTF">2005-06-27T20:49:43Z</dcterms:modified>
  <cp:revision>3</cp:revision>
  <dc:subject/>
  <dc:title>Ao raiar do áureo dia,  o bom Jesus vem nos buscar P’ra com Ele,  sempre estarmos lá no céu; Os milhões purificados  pelo sangue de Jesus Subirão p’ra contemplar  o amado Seu.</dc:title>
</cp:coreProperties>
</file>