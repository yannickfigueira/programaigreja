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5D8AFD-B171-465A-8705-3085B96A29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3FCE1A-E084-4A42-BBD7-6037D359AF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8A5A1A-9CC9-4CD8-B2D0-5E0989D7467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392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PEREGRINOS SOMOS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Peregrinos somos aqui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o labor findar;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mundo queremos ir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celeste lar.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Pátria mui feliz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irei morar;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irei morar, Eu irei morar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grande consolação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em ti morar,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querida, bela Sião,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eterno lar!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Pátria mui feliz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irei morar;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irei morar, Eu irei morar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o povo de Abraão, Sempre a viajar,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terra da promissão, Santo e doce lar.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Pátria mui feliz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irei morar;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irei morar, Eu irei morar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Senhor, queremos vencer,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Ti alcançar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Gozo, paz, eterno prazer,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bendito 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Pátria mui feliz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irei morar;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irei morar, Eu irei morar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o meu desejo,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peregrinar;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Dirigido por Tua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chegue ao far. </a:t>
            </a:r>
            <a:br>
              <a:rPr sz="1200"/>
            </a:b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M.A.N.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Pátria mui feliz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irei morar;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irei morar, Eu irei morar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oh meu país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querido 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2005-10-20T20:29:11Z</dcterms:created>
  <dc:creator>Montagna</dc:creator>
  <dc:description/>
  <dc:language>pt-BR</dc:language>
  <cp:lastModifiedBy>Montagna</cp:lastModifiedBy>
  <dcterms:modified xsi:type="dcterms:W3CDTF">2005-10-20T20:30:49Z</dcterms:modified>
  <cp:revision>2</cp:revision>
  <dc:subject/>
  <dc:title>392 - PEREGRINOS SOMOS</dc:title>
</cp:coreProperties>
</file>