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_rels/slideMaster1.xml.rels" ContentType="application/vnd.openxmlformats-package.relationships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_rels/slideLayout1.xml.rels" ContentType="application/vnd.openxmlformats-package.relationships+xml"/>
  <Override PartName="/ppt/slideLayouts/_rels/slideLayout2.xml.rels" ContentType="application/vnd.openxmlformats-package.relationships+xml"/>
  <Override PartName="/ppt/_rels/presentation.xml.rels" ContentType="application/vnd.openxmlformats-package.relationshi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6.xml.rels" ContentType="application/vnd.openxmlformats-package.relationships+xml"/>
  <Override PartName="/ppt/slides/_rels/slide7.xml.rels" ContentType="application/vnd.openxmlformats-package.relationships+xml"/>
  <Override PartName="/ppt/slides/_rels/slide8.xml.rels" ContentType="application/vnd.openxmlformats-package.relationships+xml"/>
  <Override PartName="/ppt/slides/_rels/slide9.xml.rels" ContentType="application/vnd.openxmlformats-package.relationships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officedocument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Padr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sp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E5104AFF-35C5-4EEA-9709-21A48D7E51E0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Padr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sp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EC3D27A8-7F45-4CEA-8E34-4665F189B46F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do texto do título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 fontScale="92500" lnSpcReduction="9999"/>
          </a:bodyPr>
          <a:p>
            <a:pPr marL="343080" indent="-34308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-285840">
              <a:spcBef>
                <a:spcPts val="799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143000" indent="-22860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600200" indent="-228600">
              <a:spcBef>
                <a:spcPts val="799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&lt;data/hora&gt;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&lt;rodapé&gt;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E5BBDB60-38C0-4338-B918-D43F8F6DE340}" type="slidenum"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&lt;número&gt;</a:t>
            </a:fld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102</a:t>
            </a:r>
            <a:br>
              <a:rPr sz="4000"/>
            </a:br>
            <a:r>
              <a:rPr b="0" lang="pt-BR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CRÊ NA PROMESSA 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p>
            <a:pPr indent="0"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0" y="380520"/>
            <a:ext cx="9144000" cy="5791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Hoje, Jesus pode te salvar;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Somente crê na promessa;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Dos teus pecados purificar;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Somente crê na promessa.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0" y="380520"/>
            <a:ext cx="9144000" cy="5791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Crê na promessa de Jesus,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Somente crê na promessa;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Bênção dos céus, vida à flux!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Somente crê na promessa.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0" y="380520"/>
            <a:ext cx="9144000" cy="5791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Do alto, Jesus dará poder;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Somente crê na promessa;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Na Sua alegria irás vencer;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Somente crê na promessa.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title"/>
          </p:nvPr>
        </p:nvSpPr>
        <p:spPr>
          <a:xfrm>
            <a:off x="0" y="380520"/>
            <a:ext cx="9144000" cy="5791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Crê na promessa de Jesus,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Somente crê na promessa;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Bênção dos céus, vida à flux!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Somente crê na promessa.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0" y="380520"/>
            <a:ext cx="9144000" cy="5791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 Sua graça vem receber;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Somente crê na promessa;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Tudo Jesus quer te conceder.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Somente crê na promessa.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0" y="380520"/>
            <a:ext cx="9144000" cy="5791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Crê na promessa de Jesus,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Somente crê na promessa;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Bênção dos céus, vida à flux!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Somente crê na promessa.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0" y="380520"/>
            <a:ext cx="9144000" cy="5791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Vem recebera paz do Senhor,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Somente crê na promessa;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Cheio serás do Consolador.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Somente crê na promessa.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0" y="380520"/>
            <a:ext cx="9144000" cy="5791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Crê na promessa de Jesus,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Somente crê na promessa;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Bênção dos céus, vida à flux!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Somente crê na promessa.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LibreOffice/25.2.6.1$Windows_X86_64 LibreOffice_project/13f8d05e475a6b6572cdd8fe3af1421c659c51c2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2005-12-23T10:35:34Z</dcterms:created>
  <dc:creator>Junior</dc:creator>
  <dc:description/>
  <dc:language>pt-BR</dc:language>
  <cp:lastModifiedBy>Junior</cp:lastModifiedBy>
  <dcterms:modified xsi:type="dcterms:W3CDTF">2005-12-23T10:35:45Z</dcterms:modified>
  <cp:revision>1</cp:revision>
  <dc:subject/>
  <dc:title>102 CRÊ NA PROMESSA </dc:title>
</cp:coreProperties>
</file>