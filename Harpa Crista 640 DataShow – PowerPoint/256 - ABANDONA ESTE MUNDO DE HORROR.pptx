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CD1E44-8CD9-4388-9ADF-B35A01868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8B58C2-B7FD-47B7-9E50-B9C065F924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31A52F-18B3-4460-9179-70E6A374190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ESTE MUNDO DE HORROR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este mar,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podes naufragar;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este mundo de horror,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maré te levará,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barco quebrará,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 Jesus, o Salvador!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597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já duma vez,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proceloso mar.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sem tardar;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castigo eternal,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morte tão fatal,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Foge logo pecador com rapidez.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faróis a clarear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perigos a marcar;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este mundo de horror,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na barra mais além,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barco se sustém,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 Jesus, o Salvador!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597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já duma vez,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proceloso mar.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sem tardar;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castigo eternal,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morte tão fatal,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Foge logo pecador com rapidez.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vozes sem cessar,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cansam de clamar: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este mundo de horror,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amigo, ouve já,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Essa voz te salvará.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 Jesus, o Salvador!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597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já duma vez,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proceloso mar.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sem tardar;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castigo eternal,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morte tão fatal,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Foge logo pecador com rapidez.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escutas a Jesus,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chama para luz?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este mundo de horror,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persistes em vagar,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 poderás salvar.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aceita a Jesus, o Salvador!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597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Abandona já duma vez,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proceloso mar.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sem tardar;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castigo eternal,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morte tão fatal,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Foge logo pecador com rapidez.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2005-10-18T19:04:52Z</dcterms:created>
  <dc:creator>Montagna</dc:creator>
  <dc:description/>
  <dc:language>pt-BR</dc:language>
  <cp:lastModifiedBy>Montagna</cp:lastModifiedBy>
  <dcterms:modified xsi:type="dcterms:W3CDTF">2005-10-18T19:05:32Z</dcterms:modified>
  <cp:revision>2</cp:revision>
  <dc:subject/>
  <dc:title>256 - ABANDONA ESTE MUNDO DE HORROR</dc:title>
</cp:coreProperties>
</file>