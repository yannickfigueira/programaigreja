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2C0EB-738F-49ED-A926-BCC7243909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D20FA-AC30-4BF9-B70A-DE4633CEC5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82C2C8-A97C-42B8-88B8-7AD3F9D74A7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ir, por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nova proclamar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antros de aflição, misérias,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Mal e dor?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Cristãos, anunciei que o Pai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derramar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nos prometeu,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já desceu;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Ide proclamar,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quer derramar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de horror, 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Enfim, brilhou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dissipar as sombras de terror; Também o nosso Pai,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Seus fiéis mandou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nos prometeu,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já desceu;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Ide proclamar,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quer derramar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Consolador que traz a salvação Aos que aprisionou o grande tentador: Dizei que veio já,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todo o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nos prometeu,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já desceu;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Ide proclamar,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quer derramar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Grande eterno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Gozo divina!!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tenho em proclamar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de meu Senhor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mora já em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 celestial,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nos prometeu,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já desceu;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Ide proclamar,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Deus quer derramar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2005-12-23T10:28:00Z</dcterms:created>
  <dc:creator>Junior</dc:creator>
  <dc:description/>
  <dc:language>pt-BR</dc:language>
  <cp:lastModifiedBy>Junior</cp:lastModifiedBy>
  <dcterms:modified xsi:type="dcterms:W3CDTF">2005-12-23T10:28:24Z</dcterms:modified>
  <cp:revision>1</cp:revision>
  <dc:subject/>
  <dc:title>100 O BOM CONSOLADOR </dc:title>
</cp:coreProperties>
</file>