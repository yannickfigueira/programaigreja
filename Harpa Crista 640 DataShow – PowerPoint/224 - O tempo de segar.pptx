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90F677-7683-4878-B04A-8D7905E8D4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6F2B9F-9E79-423C-9ED9-62101B3DC39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CB68F0C-8259-47D2-B83C-39BC7DDA9B9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224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O TEMPO DE SEGAR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o tempo de segar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tu sem vacilar,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Declaraste sem temor: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“Não posso trabalhar?” 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enquanto Cristo,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Mestre, está a te chamar: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"Jovem, jovem, ó vem trabalhar!"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e vê os campos brancos já estão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Aguardando bravos que os segarão;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Jovem, desperta, faz-te pronto e alerta!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Queiras logo responder: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“Eis-me aqui, Senhor”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Olha que a seara bem madura está;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colheita gloriosa não será!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Jovem, desperta. Faz-te pronto e alerta!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Poucos dias são que restam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segador!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gavelas que recolhes: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Jóias de esplendor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Brilharão na tua coroa, e darão fulgor;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Busca logo essas jóias;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é premiador;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Jovem. jovem, entra no labor!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e vê os campos brancos já estão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Aguardando bravos que os segarão;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Jovem, desperta, faz-te pronto e alerta!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Queiras logo responder: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“Eis-me aqui, Senhor”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Olha que a seara bem madura está;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colheita gloriosa não será!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Jovem, desperta. Faz-te pronto e alerta!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Poucos dias são que restam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segador!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manhã já vai passando,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maia voltará;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colheita o tempo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Brevemente findará;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perante o teu Senhor vazio t’acharás; Jovem, jovem, obedece já!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e vê os campos brancos já estão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Aguardando bravos que os segarão;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Jovem, desperta, faz-te pronto e alerta!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Queiras logo responder: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“Eis-me aqui, Senhor”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Olha que a seara bem madura está;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colheita gloriosa não será!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Jovem, desperta. Faz-te pronto e alerta!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Poucos dias são que restam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segador!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2005-12-23T19:39:34Z</dcterms:created>
  <dc:creator>Junior</dc:creator>
  <dc:description/>
  <dc:language>pt-BR</dc:language>
  <cp:lastModifiedBy>Junior</cp:lastModifiedBy>
  <dcterms:modified xsi:type="dcterms:W3CDTF">2005-12-23T19:39:55Z</dcterms:modified>
  <cp:revision>1</cp:revision>
  <dc:subject/>
  <dc:title>224 É O TEMPO DE SEGAR </dc:title>
</cp:coreProperties>
</file>