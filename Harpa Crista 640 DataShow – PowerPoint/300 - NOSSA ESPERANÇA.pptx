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F10CA6-EBB9-4BE4-AEB3-BDF30C2FA2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598B20-E5CD-4A68-9C1A-0637EC9DB5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AA7DA6F-4539-4E47-A7A2-461D48F6D54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300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NOSSA ESPERANÇA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sim, vem do céu,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glória Ele vem!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Ecoa a nova pelo mundo além;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 esperança que a Sua Igreja tem!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Dai glória a Deus,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em breve vem!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Nossa esperança é Sua vinda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Rei dos reis vem nos buscar;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aguardamos, Jesus, ainda,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a luz da manhã raiar.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Nossa esperança é Sua vinda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Rei dos reis vem nos buscar;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</a:t>
            </a:r>
            <a:r>
              <a:rPr b="0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aguardamos, Jesus, ainda,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a luz da manhã raiar.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sim, vem, os mortos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esperando estão;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gran momento da ressurreição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do sepulcro em breve se levantarão!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Dai glória a Deus,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em breve vem!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Nossa esperança é Sua vinda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Rei dos reis vem nos buscar;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aguardamos, Jesus, ainda,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a luz da manhã raiar.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Nossa esperança é Sua vinda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Rei dos reis vem nos buscar;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</a:t>
            </a:r>
            <a:r>
              <a:rPr b="0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aguardamos, Jesus, ainda,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a luz da manhã raiar.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sim, vem do céu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cercado de esplendor,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Aniquilando a corrupção e a dor,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Quebrando os laços do astuto usurpador,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Dai glória a Deus,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em breve vem!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Nossa esperança é Sua vinda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Rei dos reis vem nos buscar;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aguardamos, Jesus, ainda,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a luz da manhã raiar.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Nossa esperança é Sua vinda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Rei dos reis vem nos buscar;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</a:t>
            </a:r>
            <a:r>
              <a:rPr b="0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aguardamos, Jesus, ainda,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a luz da manhã raiar.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sim, vem,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completamente restaurar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mundo que se arruína sem parar;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todas as coisas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depressa transformar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Dai glória a Deus,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em breve vem!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Nossa esperança é Sua vinda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Rei dos reis vem nos buscar;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aguardamos, Jesus, ainda,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a luz da manhã raiar.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Nossa esperança é Sua vinda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Rei dos reis vem nos buscar;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</a:t>
            </a:r>
            <a:r>
              <a:rPr b="0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aguardamos, Jesus, ainda,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a luz da manhã raiar.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sim, vem,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sempiterna adoração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Daremos nós ao Rei de coração;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grande autor da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nossa eterna salvação,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Dai glória a Deus,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em breve vem! </a:t>
            </a: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2005-10-19T02:09:44Z</dcterms:created>
  <dc:creator>Montagna</dc:creator>
  <dc:description/>
  <dc:language>pt-BR</dc:language>
  <cp:lastModifiedBy>User041</cp:lastModifiedBy>
  <dcterms:modified xsi:type="dcterms:W3CDTF">2006-05-14T19:34:24Z</dcterms:modified>
  <cp:revision>4</cp:revision>
  <dc:subject/>
  <dc:title>300 - NOSSA ESPERANÇA</dc:title>
</cp:coreProperties>
</file>