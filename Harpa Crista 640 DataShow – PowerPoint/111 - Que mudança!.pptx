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1440" y="0"/>
            <a:ext cx="9149040" cy="6851520"/>
            <a:chOff x="1440" y="0"/>
            <a:chExt cx="9149040" cy="6851520"/>
          </a:xfrm>
        </p:grpSpPr>
        <p:sp>
          <p:nvSpPr>
            <p:cNvPr id="1" name=""/>
            <p:cNvSpPr/>
            <p:nvPr/>
          </p:nvSpPr>
          <p:spPr>
            <a:xfrm>
              <a:off x="8008920" y="4168800"/>
              <a:ext cx="1141560" cy="2682720"/>
            </a:xfrm>
            <a:custGeom>
              <a:avLst/>
              <a:gdLst/>
              <a:ahLst/>
              <a:rect l="l" t="t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8550360" y="6022800"/>
              <a:ext cx="600120" cy="828720"/>
            </a:xfrm>
            <a:custGeom>
              <a:avLst/>
              <a:gdLst/>
              <a:ahLst/>
              <a:rect l="l" t="t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9016920" y="6689880"/>
              <a:ext cx="133560" cy="161640"/>
            </a:xfrm>
            <a:custGeom>
              <a:avLst/>
              <a:gdLst/>
              <a:ahLst/>
              <a:rect l="l" t="t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" name=""/>
            <p:cNvGrpSpPr/>
            <p:nvPr/>
          </p:nvGrpSpPr>
          <p:grpSpPr>
            <a:xfrm>
              <a:off x="457200" y="0"/>
              <a:ext cx="8093160" cy="6851520"/>
              <a:chOff x="457200" y="0"/>
              <a:chExt cx="8093160" cy="6851520"/>
            </a:xfrm>
          </p:grpSpPr>
          <p:sp>
            <p:nvSpPr>
              <p:cNvPr id="5" name=""/>
              <p:cNvSpPr/>
              <p:nvPr/>
            </p:nvSpPr>
            <p:spPr>
              <a:xfrm>
                <a:off x="4427640" y="0"/>
                <a:ext cx="114120" cy="6851520"/>
              </a:xfrm>
              <a:custGeom>
                <a:avLst/>
                <a:gdLst/>
                <a:ahLst/>
                <a:rect l="l" t="t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903920" y="0"/>
                <a:ext cx="276120" cy="6851520"/>
              </a:xfrm>
              <a:custGeom>
                <a:avLst/>
                <a:gdLst/>
                <a:ahLst/>
                <a:rect l="l" t="t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5330880" y="0"/>
                <a:ext cx="534960" cy="6851520"/>
              </a:xfrm>
              <a:custGeom>
                <a:avLst/>
                <a:gdLst/>
                <a:ahLst/>
                <a:rect l="l" t="t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5835600" y="0"/>
                <a:ext cx="677880" cy="6851520"/>
              </a:xfrm>
              <a:custGeom>
                <a:avLst/>
                <a:gdLst/>
                <a:ahLst/>
                <a:rect l="l" t="t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6264360" y="0"/>
                <a:ext cx="885600" cy="6851520"/>
              </a:xfrm>
              <a:custGeom>
                <a:avLst/>
                <a:gdLst/>
                <a:ahLst/>
                <a:rect l="l" t="t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6740640" y="0"/>
                <a:ext cx="1095120" cy="6851520"/>
              </a:xfrm>
              <a:custGeom>
                <a:avLst/>
                <a:gdLst/>
                <a:ahLst/>
                <a:rect l="l" t="t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7178760" y="0"/>
                <a:ext cx="1371600" cy="6851520"/>
              </a:xfrm>
              <a:custGeom>
                <a:avLst/>
                <a:gdLst/>
                <a:ahLst/>
                <a:rect l="l" t="t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3808440" y="0"/>
                <a:ext cx="237960" cy="6851520"/>
              </a:xfrm>
              <a:custGeom>
                <a:avLst/>
                <a:gdLst/>
                <a:ahLst/>
                <a:rect l="l" t="t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3122640" y="0"/>
                <a:ext cx="476280" cy="6851520"/>
              </a:xfrm>
              <a:custGeom>
                <a:avLst/>
                <a:gdLst/>
                <a:ahLst/>
                <a:rect l="l" t="t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2486160" y="0"/>
                <a:ext cx="674640" cy="6851520"/>
              </a:xfrm>
              <a:custGeom>
                <a:avLst/>
                <a:gdLst/>
                <a:ahLst/>
                <a:rect l="l" t="t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1790640" y="0"/>
                <a:ext cx="912960" cy="6851520"/>
              </a:xfrm>
              <a:custGeom>
                <a:avLst/>
                <a:gdLst/>
                <a:ahLst/>
                <a:rect l="l" t="t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1114560" y="0"/>
                <a:ext cx="1170000" cy="6851520"/>
              </a:xfrm>
              <a:custGeom>
                <a:avLst/>
                <a:gdLst/>
                <a:ahLst/>
                <a:rect l="l" t="t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457200" y="0"/>
                <a:ext cx="1333440" cy="6851520"/>
              </a:xfrm>
              <a:custGeom>
                <a:avLst/>
                <a:gdLst/>
                <a:ahLst/>
                <a:rect l="l" t="t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" name=""/>
            <p:cNvSpPr/>
            <p:nvPr/>
          </p:nvSpPr>
          <p:spPr>
            <a:xfrm>
              <a:off x="9360" y="4605480"/>
              <a:ext cx="962280" cy="2246040"/>
            </a:xfrm>
            <a:custGeom>
              <a:avLst/>
              <a:gdLst/>
              <a:ahLst/>
              <a:rect l="l" t="t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9360" y="6175440"/>
              <a:ext cx="362160" cy="676080"/>
            </a:xfrm>
            <a:custGeom>
              <a:avLst/>
              <a:gdLst/>
              <a:ahLst/>
              <a:rect l="l" t="t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7581960" y="0"/>
              <a:ext cx="1562040" cy="2835360"/>
            </a:xfrm>
            <a:custGeom>
              <a:avLst/>
              <a:gdLst/>
              <a:ahLst/>
              <a:rect l="l" t="t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002440" y="0"/>
              <a:ext cx="1141560" cy="1341360"/>
            </a:xfrm>
            <a:custGeom>
              <a:avLst/>
              <a:gdLst/>
              <a:ahLst/>
              <a:rect l="l" t="t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8496360" y="0"/>
              <a:ext cx="647640" cy="657360"/>
            </a:xfrm>
            <a:custGeom>
              <a:avLst/>
              <a:gdLst/>
              <a:ahLst/>
              <a:rect l="l" t="t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9360" y="0"/>
              <a:ext cx="1362240" cy="2236680"/>
            </a:xfrm>
            <a:custGeom>
              <a:avLst/>
              <a:gdLst/>
              <a:ahLst/>
              <a:rect l="l" t="t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9360" y="0"/>
              <a:ext cx="933480" cy="950760"/>
            </a:xfrm>
            <a:custGeom>
              <a:avLst/>
              <a:gdLst/>
              <a:ahLst/>
              <a:rect l="l" t="t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9360" y="0"/>
              <a:ext cx="428760" cy="399960"/>
            </a:xfrm>
            <a:custGeom>
              <a:avLst/>
              <a:gdLst/>
              <a:ahLst/>
              <a:rect l="l" t="t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1440" y="436392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1440" y="374004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1440" y="498780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" name=""/>
            <p:cNvGrpSpPr/>
            <p:nvPr/>
          </p:nvGrpSpPr>
          <p:grpSpPr>
            <a:xfrm>
              <a:off x="1440" y="622440"/>
              <a:ext cx="9141120" cy="2493720"/>
              <a:chOff x="1440" y="622440"/>
              <a:chExt cx="9141120" cy="2493720"/>
            </a:xfrm>
          </p:grpSpPr>
          <p:sp>
            <p:nvSpPr>
              <p:cNvPr id="30" name=""/>
              <p:cNvSpPr/>
              <p:nvPr/>
            </p:nvSpPr>
            <p:spPr>
              <a:xfrm>
                <a:off x="1440" y="124452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1440" y="311616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>
                <a:off x="1440" y="249228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1440" y="186840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>
                <a:off x="1440" y="62244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" name=""/>
            <p:cNvSpPr/>
            <p:nvPr/>
          </p:nvSpPr>
          <p:spPr>
            <a:xfrm>
              <a:off x="1440" y="623556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1440" y="561168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3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C3E1D5B-ECCC-47FB-A0C2-0E501824A6D9}" type="slidenum"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799"/>
              </a:spcBef>
              <a:buClr>
                <a:srgbClr val="66cc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3" marL="1600200" indent="-228600">
              <a:spcBef>
                <a:spcPts val="799"/>
              </a:spcBef>
              <a:buClr>
                <a:srgbClr val="ccec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4" marL="2057400" indent="-228600">
              <a:spcBef>
                <a:spcPts val="799"/>
              </a:spcBef>
              <a:buClr>
                <a:srgbClr val="ffcc66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"/>
          <p:cNvGrpSpPr/>
          <p:nvPr/>
        </p:nvGrpSpPr>
        <p:grpSpPr>
          <a:xfrm>
            <a:off x="0" y="0"/>
            <a:ext cx="9148320" cy="6851520"/>
            <a:chOff x="0" y="0"/>
            <a:chExt cx="9148320" cy="6851520"/>
          </a:xfrm>
        </p:grpSpPr>
        <p:sp>
          <p:nvSpPr>
            <p:cNvPr id="43" name=""/>
            <p:cNvSpPr/>
            <p:nvPr/>
          </p:nvSpPr>
          <p:spPr>
            <a:xfrm>
              <a:off x="8007120" y="4168800"/>
              <a:ext cx="1141200" cy="2682720"/>
            </a:xfrm>
            <a:custGeom>
              <a:avLst/>
              <a:gdLst/>
              <a:ahLst/>
              <a:rect l="l" t="t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8548560" y="6022800"/>
              <a:ext cx="599760" cy="828720"/>
            </a:xfrm>
            <a:custGeom>
              <a:avLst/>
              <a:gdLst/>
              <a:ahLst/>
              <a:rect l="l" t="t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9015120" y="6689880"/>
              <a:ext cx="133200" cy="161640"/>
            </a:xfrm>
            <a:custGeom>
              <a:avLst/>
              <a:gdLst/>
              <a:ahLst/>
              <a:rect l="l" t="t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" name=""/>
            <p:cNvGrpSpPr/>
            <p:nvPr/>
          </p:nvGrpSpPr>
          <p:grpSpPr>
            <a:xfrm>
              <a:off x="455400" y="0"/>
              <a:ext cx="8092440" cy="6851520"/>
              <a:chOff x="455400" y="0"/>
              <a:chExt cx="8092440" cy="6851520"/>
            </a:xfrm>
          </p:grpSpPr>
          <p:sp>
            <p:nvSpPr>
              <p:cNvPr id="47" name=""/>
              <p:cNvSpPr/>
              <p:nvPr/>
            </p:nvSpPr>
            <p:spPr>
              <a:xfrm>
                <a:off x="4425480" y="0"/>
                <a:ext cx="113760" cy="6851520"/>
              </a:xfrm>
              <a:custGeom>
                <a:avLst/>
                <a:gdLst/>
                <a:ahLst/>
                <a:rect l="l" t="t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>
                <a:off x="4901760" y="0"/>
                <a:ext cx="275760" cy="6851520"/>
              </a:xfrm>
              <a:custGeom>
                <a:avLst/>
                <a:gdLst/>
                <a:ahLst/>
                <a:rect l="l" t="t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>
                <a:off x="5328720" y="0"/>
                <a:ext cx="534600" cy="6851520"/>
              </a:xfrm>
              <a:custGeom>
                <a:avLst/>
                <a:gdLst/>
                <a:ahLst/>
                <a:rect l="l" t="t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>
                <a:off x="5833440" y="0"/>
                <a:ext cx="677520" cy="6851520"/>
              </a:xfrm>
              <a:custGeom>
                <a:avLst/>
                <a:gdLst/>
                <a:ahLst/>
                <a:rect l="l" t="t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>
                <a:off x="6262200" y="0"/>
                <a:ext cx="885240" cy="6851520"/>
              </a:xfrm>
              <a:custGeom>
                <a:avLst/>
                <a:gdLst/>
                <a:ahLst/>
                <a:rect l="l" t="t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"/>
              <p:cNvSpPr/>
              <p:nvPr/>
            </p:nvSpPr>
            <p:spPr>
              <a:xfrm>
                <a:off x="6738480" y="0"/>
                <a:ext cx="1094760" cy="6851520"/>
              </a:xfrm>
              <a:custGeom>
                <a:avLst/>
                <a:gdLst/>
                <a:ahLst/>
                <a:rect l="l" t="t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"/>
              <p:cNvSpPr/>
              <p:nvPr/>
            </p:nvSpPr>
            <p:spPr>
              <a:xfrm>
                <a:off x="7176600" y="0"/>
                <a:ext cx="1371240" cy="6851520"/>
              </a:xfrm>
              <a:custGeom>
                <a:avLst/>
                <a:gdLst/>
                <a:ahLst/>
                <a:rect l="l" t="t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>
                <a:off x="3806280" y="0"/>
                <a:ext cx="237600" cy="6851520"/>
              </a:xfrm>
              <a:custGeom>
                <a:avLst/>
                <a:gdLst/>
                <a:ahLst/>
                <a:rect l="l" t="t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>
                <a:off x="3120480" y="0"/>
                <a:ext cx="475920" cy="6851520"/>
              </a:xfrm>
              <a:custGeom>
                <a:avLst/>
                <a:gdLst/>
                <a:ahLst/>
                <a:rect l="l" t="t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>
                <a:off x="2484000" y="0"/>
                <a:ext cx="674280" cy="6851520"/>
              </a:xfrm>
              <a:custGeom>
                <a:avLst/>
                <a:gdLst/>
                <a:ahLst/>
                <a:rect l="l" t="t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>
                <a:off x="1788480" y="0"/>
                <a:ext cx="912600" cy="6851520"/>
              </a:xfrm>
              <a:custGeom>
                <a:avLst/>
                <a:gdLst/>
                <a:ahLst/>
                <a:rect l="l" t="t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1112400" y="0"/>
                <a:ext cx="1169640" cy="6851520"/>
              </a:xfrm>
              <a:custGeom>
                <a:avLst/>
                <a:gdLst/>
                <a:ahLst/>
                <a:rect l="l" t="t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>
                <a:off x="455400" y="0"/>
                <a:ext cx="1333080" cy="6851520"/>
              </a:xfrm>
              <a:custGeom>
                <a:avLst/>
                <a:gdLst/>
                <a:ahLst/>
                <a:rect l="l" t="t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"/>
            <p:cNvSpPr/>
            <p:nvPr/>
          </p:nvSpPr>
          <p:spPr>
            <a:xfrm>
              <a:off x="7560" y="4605480"/>
              <a:ext cx="961920" cy="2246040"/>
            </a:xfrm>
            <a:custGeom>
              <a:avLst/>
              <a:gdLst/>
              <a:ahLst/>
              <a:rect l="l" t="t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7560" y="6175440"/>
              <a:ext cx="361800" cy="676080"/>
            </a:xfrm>
            <a:custGeom>
              <a:avLst/>
              <a:gdLst/>
              <a:ahLst/>
              <a:rect l="l" t="t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7580160" y="0"/>
              <a:ext cx="1561680" cy="2835360"/>
            </a:xfrm>
            <a:custGeom>
              <a:avLst/>
              <a:gdLst/>
              <a:ahLst/>
              <a:rect l="l" t="t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8000640" y="0"/>
              <a:ext cx="1141200" cy="1341360"/>
            </a:xfrm>
            <a:custGeom>
              <a:avLst/>
              <a:gdLst/>
              <a:ahLst/>
              <a:rect l="l" t="t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8494560" y="0"/>
              <a:ext cx="647280" cy="657360"/>
            </a:xfrm>
            <a:custGeom>
              <a:avLst/>
              <a:gdLst/>
              <a:ahLst/>
              <a:rect l="l" t="t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7560" y="0"/>
              <a:ext cx="1361880" cy="2236680"/>
            </a:xfrm>
            <a:custGeom>
              <a:avLst/>
              <a:gdLst/>
              <a:ahLst/>
              <a:rect l="l" t="t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7560" y="0"/>
              <a:ext cx="933120" cy="950760"/>
            </a:xfrm>
            <a:custGeom>
              <a:avLst/>
              <a:gdLst/>
              <a:ahLst/>
              <a:rect l="l" t="t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7560" y="0"/>
              <a:ext cx="428400" cy="399960"/>
            </a:xfrm>
            <a:custGeom>
              <a:avLst/>
              <a:gdLst/>
              <a:ahLst/>
              <a:rect l="l" t="t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0" y="4363920"/>
              <a:ext cx="914076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0" y="3740040"/>
              <a:ext cx="914076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0" y="4987800"/>
              <a:ext cx="914076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" name=""/>
            <p:cNvGrpSpPr/>
            <p:nvPr/>
          </p:nvGrpSpPr>
          <p:grpSpPr>
            <a:xfrm>
              <a:off x="0" y="622440"/>
              <a:ext cx="9140760" cy="2493720"/>
              <a:chOff x="0" y="622440"/>
              <a:chExt cx="9140760" cy="2493720"/>
            </a:xfrm>
          </p:grpSpPr>
          <p:sp>
            <p:nvSpPr>
              <p:cNvPr id="72" name=""/>
              <p:cNvSpPr/>
              <p:nvPr/>
            </p:nvSpPr>
            <p:spPr>
              <a:xfrm>
                <a:off x="0" y="124452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>
                <a:off x="0" y="311616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>
                <a:off x="0" y="249228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>
                <a:off x="0" y="186840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>
                <a:off x="0" y="62244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" name=""/>
            <p:cNvSpPr/>
            <p:nvPr/>
          </p:nvSpPr>
          <p:spPr>
            <a:xfrm>
              <a:off x="0" y="6235560"/>
              <a:ext cx="914076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0" y="5611680"/>
              <a:ext cx="914076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85800" y="169236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dt" idx="4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6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81D2144-95CE-4D2E-B2F3-E4D155F43D8C}" type="slidenum"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2" marL="914400" algn="ctr">
              <a:spcBef>
                <a:spcPts val="601"/>
              </a:spcBef>
              <a:buClr>
                <a:srgbClr val="66ccff"/>
              </a:buClr>
              <a:buSzPct val="6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3" marL="1371600" algn="ctr">
              <a:spcBef>
                <a:spcPts val="499"/>
              </a:spcBef>
              <a:buClr>
                <a:srgbClr val="ccecff"/>
              </a:buClr>
              <a:buFont typeface="Verdan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4" marL="1828800" algn="ctr">
              <a:spcBef>
                <a:spcPts val="499"/>
              </a:spcBef>
              <a:buClr>
                <a:srgbClr val="ffcc66"/>
              </a:buClr>
              <a:buSzPct val="60000"/>
              <a:buFont typeface="Wingdings" charset="2"/>
              <a:buChar char="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/>
          </p:nvPr>
        </p:nvSpPr>
        <p:spPr>
          <a:xfrm>
            <a:off x="395280" y="1412640"/>
            <a:ext cx="8229600" cy="216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Verdana"/>
              </a:rPr>
              <a:t>	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Verdana"/>
              </a:rPr>
              <a:t>111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Verdana"/>
              </a:rPr>
              <a:t>QUE MUDANÇA!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250560" y="1052640"/>
            <a:ext cx="8351640" cy="345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Que mudança em mim 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Fez o meu bom Jesus, 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Vindo Ele ao meu coração,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Deu-me paz divinal, 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Deu-me gozo e luz, 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Entrando no meu coração</a:t>
            </a:r>
            <a:endParaRPr b="0" lang="pt-BR" sz="36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24000" y="981000"/>
            <a:ext cx="8362800" cy="38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Entrando no meu coração!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Entrando no meu coração!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Que mudança em mim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Fez o meu bom Jesus,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Vindo Ele ao meu coração.</a:t>
            </a:r>
            <a:endParaRPr b="0" lang="pt-BR" sz="36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250560" y="277560"/>
            <a:ext cx="8893080" cy="466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Eu andava perdido Jesus me salvou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Entrando no meu coração.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Meus pecados sem conta,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Seu sangue lavou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Vindo Ele ao meu coração!</a:t>
            </a:r>
            <a:endParaRPr b="0" lang="pt-BR" sz="36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24000" y="620280"/>
            <a:ext cx="8362800" cy="424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Entrando no meu coração!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Entrando no meu coração!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Que mudança em mim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Fez o meu bom Jesus,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Vindo Ele ao meu coração.</a:t>
            </a:r>
            <a:endParaRPr b="0" lang="pt-BR" sz="36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0" y="1268280"/>
            <a:ext cx="9144000" cy="3889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agora, do céu 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A certeza me deu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Entrando no meu coração.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Seu Espírito, o selo 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penhor concedeu, 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Vindo Ele ao meu coração.</a:t>
            </a:r>
            <a:endParaRPr b="0" lang="pt-BR" sz="36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24000" y="274680"/>
            <a:ext cx="8362800" cy="38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Entrando no meu coração!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Entrando no meu coração!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Que mudança em mim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Fez o meu bom Jesus,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Vindo Ele ao meu coração.</a:t>
            </a:r>
            <a:endParaRPr b="0" lang="pt-BR" sz="36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0" y="981000"/>
            <a:ext cx="9144000" cy="322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Pelo vale da morte 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Não temo passar!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Com Ele no meu coração;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A cidade celeste 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Me vai transportar,</a:t>
            </a:r>
            <a:br>
              <a:rPr sz="3600"/>
            </a:br>
            <a:r>
              <a:rPr b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O guarda do meu coração.</a:t>
            </a:r>
            <a:endParaRPr b="0" lang="pt-BR" sz="36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24000" y="274680"/>
            <a:ext cx="8362800" cy="38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Entrando no meu coração!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Entrando no meu coração!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Que mudança em mim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Fez o meu bom Jesus, </a:t>
            </a:r>
            <a:br>
              <a:rPr sz="3600"/>
            </a:br>
            <a:r>
              <a:rPr b="1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Vindo Ele ao meu coração.</a:t>
            </a:r>
            <a:endParaRPr b="0" lang="pt-BR" sz="36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2004-07-21T00:18:55Z</dcterms:created>
  <dc:creator>Jose Antonio de Bem</dc:creator>
  <dc:description/>
  <dc:language>pt-BR</dc:language>
  <cp:lastModifiedBy>User041</cp:lastModifiedBy>
  <dcterms:modified xsi:type="dcterms:W3CDTF">2006-10-08T19:10:59Z</dcterms:modified>
  <cp:revision>6</cp:revision>
  <dc:subject/>
  <dc:title>Que mudança em mim fez o meu bom Jesus,  Vindo Ele ao meu coração, Deu-me paz divinal, deu-me gozo e luz,  Entrando no meu coração! Entrando no meu coração!  Entrando no meu coração! Que mudança em mim fez o meu bom Jesus,  Vindo Ele ao meu coração. Eu andava perdido Jesus me salvou Entrando no meu coração. Meus pecados sem conta, seu sangue lavou Vindo Ele ao meu coração! E agora, do céu a certeza me deu Entrando no meu coração. Seu Espírito, o selo e penhor concedeu,  Vindo Ele ao meu coração. Pelo vale da morte não temo passar! Com Ele no meu coração; A cidade celeste me vai transportar, O guarda do meu coração.</dc:title>
</cp:coreProperties>
</file>