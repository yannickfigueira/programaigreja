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14FB175-D7DD-49A3-8DCD-D224FCCF8E75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4BCE528-FD57-46A5-818E-650420E72E28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139945C2-8208-4B92-AB5B-9B0AFACDF69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525 – Vencendo Vem Jesus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Já refulge a glória eterna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Jesus, o Rei dos reis!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Breve os reinos deste mundo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Seguirão as suas leis!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Os sinais da sua vinda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Mais se mostram cada vez: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clarim que chama os crentes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batalha já soou: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Cristo, à frente do seu povo,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Multidões já conquistou.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inimigo, em retirada,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Seu furor já demonstrou: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Eis que em glória refulgente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Sobre as nuvens descerá,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as nações e os reis da terra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poder governará.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Sim, em paz e santidade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Toda a terra regerá: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Vencendo vem Jesus!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por fim entronizado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As nações irá julgar: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Todos, grandes e pequenos,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Juiz hão de encarar.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os remidos triunfantes,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Lá no Céu irão cantar: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“Venceu o Rei Jesus!”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Glória! glória! Aleluia!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1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Venceu o Rei Jesus!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2005-12-26T19:58:04Z</dcterms:created>
  <dc:creator>Junior</dc:creator>
  <dc:description/>
  <dc:language>pt-BR</dc:language>
  <cp:lastModifiedBy>Junior</cp:lastModifiedBy>
  <dcterms:modified xsi:type="dcterms:W3CDTF">2005-12-26T20:00:37Z</dcterms:modified>
  <cp:revision>1</cp:revision>
  <dc:subject/>
  <dc:title>525 – Vencendo Vem Jesus </dc:title>
</cp:coreProperties>
</file>