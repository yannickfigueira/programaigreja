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A134F7-C225-4E49-AE6D-E3BF89097A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F42B1F-B17D-46D0-AB3D-7C1F9CE8D7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26E0B7-9C2D-4307-9D5A-4CC3D388D69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332 – Para o Céu Eu Vou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vou, embora, for nublado; O caminho, às vezes, espinhoso está, Por Jesus, meu Mestre,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bem guiado,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Em Seus passos sigo,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chegue lá.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P’ro céu vou caminhando,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me desanimará!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me vou aproximando,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meu Jesus me guiará!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vou, ainda que lutando Contra tentações, que surgem ante mim: Sob o sangue de Jesus me abrigando, Escondido e bem seguro, estou assim.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P’ro céu vou caminhando,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me desanimará!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me vou aproximando,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meu Jesus me guiará!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vou, embora, mui cansado, E amigos velhos, voltem-se pra trás. Forte sigo co'o Senhor Jesus ao lado, Convidando a outros aceitar a paz.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P’ro céu vou caminhando,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me desanimará!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me vou aproximando,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meu Jesus me guiará!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vou, alegre caminhando: Breve findará a peregrinação,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cansado, neste mundo vou andando, Eu repousarei na divina! mansão.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P’ro céu vou caminhando,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me desanimará!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eu me vou aproximando,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meu Jesus me guiará!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2005-12-26T18:54:38Z</dcterms:created>
  <dc:creator>Junior</dc:creator>
  <dc:description/>
  <dc:language>pt-BR</dc:language>
  <cp:lastModifiedBy>Junior</cp:lastModifiedBy>
  <dcterms:modified xsi:type="dcterms:W3CDTF">2005-12-26T18:54:40Z</dcterms:modified>
  <cp:revision>1</cp:revision>
  <dc:subject/>
  <dc:title>332 – Para o Céu Eu Vou </dc:title>
</cp:coreProperties>
</file>