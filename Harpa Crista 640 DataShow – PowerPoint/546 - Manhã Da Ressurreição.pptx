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218CB2-8C0B-4C8F-B658-939BC0A12F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BAE7E7-A359-4536-8A22-1DEAD9A3A60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F5C24E3-1B72-4DC4-85DF-B69AE09C69E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336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546 - Manhã Da Ressurreição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Quando, enfim, voltar o Salvador,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venturoso alvor,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Nunca mais serão a morte atroz e a 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manhã! feliz ressurreição!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Queridos lá estão!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Todos os remidos vida em Deus terão.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prazer supremo que seduz!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Ressuscitar em luz!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 a paz do Céu a contemplar Jesus!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2005-12-26T21:02:20Z</dcterms:created>
  <dc:creator>Junior</dc:creator>
  <dc:description/>
  <dc:language>pt-BR</dc:language>
  <cp:lastModifiedBy>Junior</cp:lastModifiedBy>
  <dcterms:modified xsi:type="dcterms:W3CDTF">2005-12-26T21:02:23Z</dcterms:modified>
  <cp:revision>1</cp:revision>
  <dc:subject/>
  <dc:title>546 - Manhã Da Ressurreição</dc:title>
</cp:coreProperties>
</file>