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01680" y="228600"/>
            <a:ext cx="85104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b7e7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01680" y="1676160"/>
            <a:ext cx="8540640" cy="442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30492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139CE8-EF06-4300-ABD5-6A715FFA765E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980720"/>
            <a:ext cx="777240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b7e7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30492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655308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D94E2E-89EE-4D59-8DCF-3917D17BCDFE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ffcc00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1980720"/>
            <a:ext cx="777240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130 - CRISTO E MEU!</a:t>
            </a:r>
            <a:endParaRPr b="0" lang="pt-BR" sz="44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80" y="476280"/>
            <a:ext cx="8785440" cy="590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Manso Pastor já no mundo viveu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Ele é meu,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Nos dando a vida, por nós padeceu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Ele é meu;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Graça tão vasta não posso sondar, mas Ele é meu.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Sou perdoado já posso cantar,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Ele é meu.</a:t>
            </a:r>
            <a:br>
              <a:rPr sz="4000"/>
            </a:b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8920" y="274680"/>
            <a:ext cx="87138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é meu!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é meu!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Maravilhoso, mas certo é dizer: Jesus é meu!</a:t>
            </a:r>
            <a:br>
              <a:rPr sz="4000"/>
            </a:b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80" y="274320"/>
            <a:ext cx="878544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Há um amigo de amor sem igual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Ele é meu;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Sempre o mais forte, o mais firme e leal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Ele é meu.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Sou tão indigno de ser unidos Seus,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mas Ele é meu.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Vou Seu amor desfrutar, lá nos céus,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Ele é meu.</a:t>
            </a:r>
            <a:br>
              <a:rPr sz="4000"/>
            </a:br>
            <a:endParaRPr b="0" lang="pt-BR" sz="36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78920" y="274680"/>
            <a:ext cx="87138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é meu!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é meu!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Maravilhoso, mas certo é dizer: Jesus é meu!</a:t>
            </a:r>
            <a:br>
              <a:rPr sz="4000"/>
            </a:b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78920" y="274680"/>
            <a:ext cx="87138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mandou-nos o Consolador, também é meu.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Cheio de graça, de paz e de amor,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tudo é meu.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Nada me nega dos Seus ricos dons, pois tudo é meu.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Grandes tesouros, tão puros e bons, são todos meus.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                   </a:t>
            </a: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E.W.</a:t>
            </a:r>
            <a:br>
              <a:rPr sz="2000"/>
            </a:br>
            <a:endParaRPr b="0" lang="pt-BR" sz="2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78920" y="274680"/>
            <a:ext cx="87138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é meu!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é meu!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Maravilhoso, mas certo é dizer: Jesus é meu!</a:t>
            </a:r>
            <a:br>
              <a:rPr sz="4000"/>
            </a:b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2005-10-16T00:15:25Z</dcterms:created>
  <dc:creator>Montagna</dc:creator>
  <dc:description/>
  <dc:language>pt-BR</dc:language>
  <cp:lastModifiedBy>Junior</cp:lastModifiedBy>
  <dcterms:modified xsi:type="dcterms:W3CDTF">2005-10-17T09:12:13Z</dcterms:modified>
  <cp:revision>3</cp:revision>
  <dc:subject/>
  <dc:title>130 CRISTO E MEU!</dc:title>
</cp:coreProperties>
</file>