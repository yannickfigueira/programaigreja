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F098D-87C8-460F-A639-8710E910EE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CCAFBB-E79A-4A35-B2B5-9F932A419F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24B903-637C-46CB-B5A8-03DBC6B5FA0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396 - ALEM DO NOSSO ENTENDIMENTO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além do nosso entendimento,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Alto mais que todo o pensamento,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Glorioso em seu sublime intento,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amor de Deus, sem par.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de Deus!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a terra e enche os céus!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que abrange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 o mundo e atinge 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Fez um sacrifício infinito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 valor imenso, inaudito;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Dando-nos o Filho Seu bendito;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Calculai o amor de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de Deus!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a terra e enche os céus!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que abrange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 o mundo e atinge 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Grande, foi mui grande o meu pecado;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Triste, perigoso o meu estado;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 amor que nunca foi sondado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salvou - o amor de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de Deus!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a terra e enche os céus!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que abrange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 o mundo e atinge 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quem perdoou os pecadores,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Rogos atendeu de malfeitores,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sarou os pobres sofredores,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Esse imenso amor de Deus!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E.W.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de Deus!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a terra e enche os céus!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amor! Amor que abrange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 o mundo e atinge 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2005-10-20T02:21:05Z</dcterms:created>
  <dc:creator>Montagna</dc:creator>
  <dc:description/>
  <dc:language>pt-BR</dc:language>
  <cp:lastModifiedBy>Montagna</cp:lastModifiedBy>
  <dcterms:modified xsi:type="dcterms:W3CDTF">2005-10-20T02:21:42Z</dcterms:modified>
  <cp:revision>2</cp:revision>
  <dc:subject/>
  <dc:title>396 - ALEM DO NOSSO ENTENDIMENTO</dc:title>
</cp:coreProperties>
</file>