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FD500-60AC-4F7F-AC28-D8DDBEA72A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55A13-8CEF-4CD1-9D8C-8ABC222C95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D50453-EC4E-4799-85BB-FEBF50477F5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177</a:t>
            </a:r>
            <a:br>
              <a:rPr sz="5400"/>
            </a:br>
            <a:r>
              <a:rPr b="1" lang="pt-BR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ESTOU</a:t>
            </a:r>
            <a:br>
              <a:rPr sz="5400"/>
            </a:b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Salvo estou, Jesus comprou-me Do pecado e perdição;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espírito já selou-me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 no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achei a salvação;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deu-me redenção.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Cantarei com alegria,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 som do céu,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com harmonia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o amado meu.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achei a salvação;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deu-me redenção.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mensagem gloriosa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Duma eterna salvação,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Forte, sim, e poderosa,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Digna é de aceitação.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achei a salvação;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deu-me redenção.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39280" y="274320"/>
            <a:ext cx="814716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chegar o fim da lida,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recebes, Salvador;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concede eterna vida,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reino de amor.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F.V.</a:t>
            </a:r>
            <a:br>
              <a:rPr sz="1600"/>
            </a:b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achei a salvação;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glória, aleluia,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deu-me redenção.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2005-10-16T02:02:24Z</dcterms:created>
  <dc:creator>Montagna</dc:creator>
  <dc:description/>
  <dc:language>pt-BR</dc:language>
  <cp:lastModifiedBy>Junior</cp:lastModifiedBy>
  <dcterms:modified xsi:type="dcterms:W3CDTF">2005-10-17T13:25:12Z</dcterms:modified>
  <cp:revision>4</cp:revision>
  <dc:subject/>
  <dc:title>177 - SALVO ESTOU </dc:title>
</cp:coreProperties>
</file>