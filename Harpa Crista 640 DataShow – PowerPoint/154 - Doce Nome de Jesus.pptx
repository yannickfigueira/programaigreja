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7962840" y="152280"/>
            <a:ext cx="0" cy="15242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6840" y="122400"/>
            <a:ext cx="7543800" cy="1295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900" strike="noStrike" u="none">
                <a:solidFill>
                  <a:srgbClr val="330066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1" lang="pt-BR" sz="3900" strike="noStrike" u="none">
              <a:solidFill>
                <a:srgbClr val="330066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719360"/>
            <a:ext cx="8229600" cy="441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51"/>
              </a:spcBef>
              <a:buClr>
                <a:srgbClr val="330066"/>
              </a:buClr>
              <a:buSzPct val="7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92280" indent="-347760">
              <a:spcBef>
                <a:spcPts val="751"/>
              </a:spcBef>
              <a:buClr>
                <a:srgbClr val="669999"/>
              </a:buClr>
              <a:buSzPct val="7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87480" indent="-293760">
              <a:spcBef>
                <a:spcPts val="751"/>
              </a:spcBef>
              <a:buClr>
                <a:srgbClr val="cccc00"/>
              </a:buClr>
              <a:buSzPct val="7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81240" indent="-292320">
              <a:spcBef>
                <a:spcPts val="751"/>
              </a:spcBef>
              <a:buClr>
                <a:srgbClr val="330066"/>
              </a:buClr>
              <a:buSzPct val="7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98760" indent="-316080">
              <a:spcBef>
                <a:spcPts val="751"/>
              </a:spcBef>
              <a:buClr>
                <a:srgbClr val="d8d8ec"/>
              </a:buClr>
              <a:buSzPct val="8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598760" indent="-316080">
              <a:spcBef>
                <a:spcPts val="751"/>
              </a:spcBef>
              <a:buClr>
                <a:srgbClr val="000000"/>
              </a:buClr>
              <a:buSzPct val="8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598760" indent="-316080">
              <a:spcBef>
                <a:spcPts val="751"/>
              </a:spcBef>
              <a:buClr>
                <a:srgbClr val="000000"/>
              </a:buClr>
              <a:buSzPct val="8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474C5BF-3667-4FA4-82CA-FCF60EBFB001}" type="slidenum"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6" name=""/>
          <p:cNvGrpSpPr/>
          <p:nvPr/>
        </p:nvGrpSpPr>
        <p:grpSpPr>
          <a:xfrm>
            <a:off x="8153280" y="152280"/>
            <a:ext cx="792000" cy="1295280"/>
            <a:chOff x="8153280" y="152280"/>
            <a:chExt cx="792000" cy="1295280"/>
          </a:xfrm>
        </p:grpSpPr>
        <p:sp>
          <p:nvSpPr>
            <p:cNvPr id="7" name=""/>
            <p:cNvSpPr/>
            <p:nvPr/>
          </p:nvSpPr>
          <p:spPr>
            <a:xfrm>
              <a:off x="8153280" y="152280"/>
              <a:ext cx="119880" cy="119880"/>
            </a:xfrm>
            <a:prstGeom prst="ellipse">
              <a:avLst/>
            </a:prstGeom>
            <a:solidFill>
              <a:srgbClr val="330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8321040" y="152280"/>
              <a:ext cx="119880" cy="119880"/>
            </a:xfrm>
            <a:prstGeom prst="ellipse">
              <a:avLst/>
            </a:prstGeom>
            <a:solidFill>
              <a:srgbClr val="330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8489160" y="152280"/>
              <a:ext cx="119880" cy="119880"/>
            </a:xfrm>
            <a:prstGeom prst="ellipse">
              <a:avLst/>
            </a:prstGeom>
            <a:solidFill>
              <a:srgbClr val="330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8153280" y="320040"/>
              <a:ext cx="119880" cy="119880"/>
            </a:xfrm>
            <a:prstGeom prst="ellipse">
              <a:avLst/>
            </a:prstGeom>
            <a:solidFill>
              <a:srgbClr val="330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8321040" y="320040"/>
              <a:ext cx="119880" cy="119880"/>
            </a:xfrm>
            <a:prstGeom prst="ellipse">
              <a:avLst/>
            </a:prstGeom>
            <a:solidFill>
              <a:srgbClr val="330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8489160" y="320040"/>
              <a:ext cx="119880" cy="119880"/>
            </a:xfrm>
            <a:prstGeom prst="ellipse">
              <a:avLst/>
            </a:prstGeom>
            <a:solidFill>
              <a:srgbClr val="330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8657280" y="320040"/>
              <a:ext cx="119880" cy="119880"/>
            </a:xfrm>
            <a:prstGeom prst="ellipse">
              <a:avLst/>
            </a:prstGeom>
            <a:solidFill>
              <a:srgbClr val="66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153280" y="488160"/>
              <a:ext cx="119880" cy="119880"/>
            </a:xfrm>
            <a:prstGeom prst="ellipse">
              <a:avLst/>
            </a:prstGeom>
            <a:solidFill>
              <a:srgbClr val="330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321040" y="488160"/>
              <a:ext cx="119880" cy="119880"/>
            </a:xfrm>
            <a:prstGeom prst="ellipse">
              <a:avLst/>
            </a:prstGeom>
            <a:solidFill>
              <a:srgbClr val="330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489160" y="488160"/>
              <a:ext cx="119880" cy="119880"/>
            </a:xfrm>
            <a:prstGeom prst="ellipse">
              <a:avLst/>
            </a:prstGeom>
            <a:solidFill>
              <a:srgbClr val="66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657280" y="488160"/>
              <a:ext cx="119880" cy="119880"/>
            </a:xfrm>
            <a:prstGeom prst="ellipse">
              <a:avLst/>
            </a:prstGeom>
            <a:solidFill>
              <a:srgbClr val="66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825400" y="488160"/>
              <a:ext cx="119880" cy="119880"/>
            </a:xfrm>
            <a:prstGeom prst="ellipse">
              <a:avLst/>
            </a:prstGeom>
            <a:solidFill>
              <a:srgbClr val="cc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8153280" y="655920"/>
              <a:ext cx="119880" cy="119880"/>
            </a:xfrm>
            <a:prstGeom prst="ellipse">
              <a:avLst/>
            </a:prstGeom>
            <a:solidFill>
              <a:srgbClr val="330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8321040" y="655920"/>
              <a:ext cx="119880" cy="119880"/>
            </a:xfrm>
            <a:prstGeom prst="ellipse">
              <a:avLst/>
            </a:prstGeom>
            <a:solidFill>
              <a:srgbClr val="66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8489160" y="655920"/>
              <a:ext cx="119880" cy="119880"/>
            </a:xfrm>
            <a:prstGeom prst="ellipse">
              <a:avLst/>
            </a:prstGeom>
            <a:solidFill>
              <a:srgbClr val="66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8657280" y="655920"/>
              <a:ext cx="119880" cy="119880"/>
            </a:xfrm>
            <a:prstGeom prst="ellipse">
              <a:avLst/>
            </a:prstGeom>
            <a:solidFill>
              <a:srgbClr val="cc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8153280" y="824040"/>
              <a:ext cx="119880" cy="119880"/>
            </a:xfrm>
            <a:prstGeom prst="ellipse">
              <a:avLst/>
            </a:prstGeom>
            <a:solidFill>
              <a:srgbClr val="66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8321040" y="824040"/>
              <a:ext cx="119880" cy="119880"/>
            </a:xfrm>
            <a:prstGeom prst="ellipse">
              <a:avLst/>
            </a:prstGeom>
            <a:solidFill>
              <a:srgbClr val="66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8489160" y="824040"/>
              <a:ext cx="119880" cy="119880"/>
            </a:xfrm>
            <a:prstGeom prst="ellipse">
              <a:avLst/>
            </a:prstGeom>
            <a:solidFill>
              <a:srgbClr val="cc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8657280" y="824040"/>
              <a:ext cx="119880" cy="119880"/>
            </a:xfrm>
            <a:prstGeom prst="ellipse">
              <a:avLst/>
            </a:prstGeom>
            <a:solidFill>
              <a:srgbClr val="cc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8825400" y="824040"/>
              <a:ext cx="119880" cy="119880"/>
            </a:xfrm>
            <a:prstGeom prst="ellipse">
              <a:avLst/>
            </a:prstGeom>
            <a:solidFill>
              <a:srgbClr val="d8d8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8153280" y="992160"/>
              <a:ext cx="119880" cy="119880"/>
            </a:xfrm>
            <a:prstGeom prst="ellipse">
              <a:avLst/>
            </a:prstGeom>
            <a:solidFill>
              <a:srgbClr val="66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8321040" y="992160"/>
              <a:ext cx="119880" cy="119880"/>
            </a:xfrm>
            <a:prstGeom prst="ellipse">
              <a:avLst/>
            </a:prstGeom>
            <a:solidFill>
              <a:srgbClr val="cc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8489160" y="992160"/>
              <a:ext cx="119880" cy="119880"/>
            </a:xfrm>
            <a:prstGeom prst="ellipse">
              <a:avLst/>
            </a:prstGeom>
            <a:solidFill>
              <a:srgbClr val="cc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8657280" y="992160"/>
              <a:ext cx="119880" cy="119880"/>
            </a:xfrm>
            <a:prstGeom prst="ellipse">
              <a:avLst/>
            </a:prstGeom>
            <a:solidFill>
              <a:srgbClr val="d8d8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520" bIns="3852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8153280" y="1159920"/>
              <a:ext cx="119880" cy="119520"/>
            </a:xfrm>
            <a:prstGeom prst="ellipse">
              <a:avLst/>
            </a:prstGeom>
            <a:solidFill>
              <a:srgbClr val="cc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160" bIns="3816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8321040" y="1159920"/>
              <a:ext cx="119880" cy="119520"/>
            </a:xfrm>
            <a:prstGeom prst="ellipse">
              <a:avLst/>
            </a:prstGeom>
            <a:solidFill>
              <a:srgbClr val="cc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160" bIns="3816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8489160" y="1159920"/>
              <a:ext cx="119880" cy="119520"/>
            </a:xfrm>
            <a:prstGeom prst="ellipse">
              <a:avLst/>
            </a:prstGeom>
            <a:solidFill>
              <a:srgbClr val="d8d8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160" bIns="3816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8657280" y="1159920"/>
              <a:ext cx="119880" cy="119520"/>
            </a:xfrm>
            <a:prstGeom prst="ellipse">
              <a:avLst/>
            </a:prstGeom>
            <a:solidFill>
              <a:srgbClr val="d8d8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160" bIns="3816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8321040" y="1328040"/>
              <a:ext cx="119880" cy="119520"/>
            </a:xfrm>
            <a:prstGeom prst="ellipse">
              <a:avLst/>
            </a:prstGeom>
            <a:solidFill>
              <a:srgbClr val="d8d8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160" bIns="3816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8657280" y="1328040"/>
              <a:ext cx="119880" cy="119520"/>
            </a:xfrm>
            <a:prstGeom prst="ellipse">
              <a:avLst/>
            </a:prstGeom>
            <a:solidFill>
              <a:srgbClr val="d8d8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160" bIns="3816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7315200" y="1066680"/>
            <a:ext cx="0" cy="44960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6080" y="466200"/>
            <a:ext cx="6781680" cy="213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800" strike="noStrike" u="none">
                <a:solidFill>
                  <a:srgbClr val="330066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1" lang="pt-BR" sz="4800" strike="noStrike" u="none">
              <a:solidFill>
                <a:srgbClr val="330066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6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2AAF176-D4B2-4F75-8942-68D91565931D}" type="slidenum"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3" name=""/>
          <p:cNvGrpSpPr/>
          <p:nvPr/>
        </p:nvGrpSpPr>
        <p:grpSpPr>
          <a:xfrm>
            <a:off x="7493040" y="2992320"/>
            <a:ext cx="1337760" cy="2189160"/>
            <a:chOff x="7493040" y="2992320"/>
            <a:chExt cx="1337760" cy="2189160"/>
          </a:xfrm>
        </p:grpSpPr>
        <p:sp>
          <p:nvSpPr>
            <p:cNvPr id="44" name=""/>
            <p:cNvSpPr/>
            <p:nvPr/>
          </p:nvSpPr>
          <p:spPr>
            <a:xfrm>
              <a:off x="7493040" y="2992320"/>
              <a:ext cx="201240" cy="201600"/>
            </a:xfrm>
            <a:prstGeom prst="ellipse">
              <a:avLst/>
            </a:prstGeom>
            <a:solidFill>
              <a:srgbClr val="330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7777080" y="2992320"/>
              <a:ext cx="201240" cy="201600"/>
            </a:xfrm>
            <a:prstGeom prst="ellipse">
              <a:avLst/>
            </a:prstGeom>
            <a:solidFill>
              <a:srgbClr val="330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8061120" y="2992320"/>
              <a:ext cx="201240" cy="201600"/>
            </a:xfrm>
            <a:prstGeom prst="ellipse">
              <a:avLst/>
            </a:prstGeom>
            <a:solidFill>
              <a:srgbClr val="330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7493040" y="3276720"/>
              <a:ext cx="201240" cy="201600"/>
            </a:xfrm>
            <a:prstGeom prst="ellipse">
              <a:avLst/>
            </a:prstGeom>
            <a:solidFill>
              <a:srgbClr val="330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7777080" y="3276720"/>
              <a:ext cx="201240" cy="201600"/>
            </a:xfrm>
            <a:prstGeom prst="ellipse">
              <a:avLst/>
            </a:prstGeom>
            <a:solidFill>
              <a:srgbClr val="330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8061120" y="3276720"/>
              <a:ext cx="201240" cy="201600"/>
            </a:xfrm>
            <a:prstGeom prst="ellipse">
              <a:avLst/>
            </a:prstGeom>
            <a:solidFill>
              <a:srgbClr val="330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8345160" y="3276720"/>
              <a:ext cx="201240" cy="201600"/>
            </a:xfrm>
            <a:prstGeom prst="ellipse">
              <a:avLst/>
            </a:prstGeom>
            <a:solidFill>
              <a:srgbClr val="66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7493040" y="3560760"/>
              <a:ext cx="201240" cy="201600"/>
            </a:xfrm>
            <a:prstGeom prst="ellipse">
              <a:avLst/>
            </a:prstGeom>
            <a:solidFill>
              <a:srgbClr val="330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7777080" y="3560760"/>
              <a:ext cx="201240" cy="201600"/>
            </a:xfrm>
            <a:prstGeom prst="ellipse">
              <a:avLst/>
            </a:prstGeom>
            <a:solidFill>
              <a:srgbClr val="330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8061120" y="3560760"/>
              <a:ext cx="201240" cy="201600"/>
            </a:xfrm>
            <a:prstGeom prst="ellipse">
              <a:avLst/>
            </a:prstGeom>
            <a:solidFill>
              <a:srgbClr val="66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8345160" y="3560760"/>
              <a:ext cx="201240" cy="201600"/>
            </a:xfrm>
            <a:prstGeom prst="ellipse">
              <a:avLst/>
            </a:prstGeom>
            <a:solidFill>
              <a:srgbClr val="66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8629560" y="3560760"/>
              <a:ext cx="201240" cy="201600"/>
            </a:xfrm>
            <a:prstGeom prst="ellipse">
              <a:avLst/>
            </a:prstGeom>
            <a:solidFill>
              <a:srgbClr val="cc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7493040" y="3843360"/>
              <a:ext cx="201240" cy="203040"/>
            </a:xfrm>
            <a:prstGeom prst="ellipse">
              <a:avLst/>
            </a:prstGeom>
            <a:solidFill>
              <a:srgbClr val="330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7777080" y="3843360"/>
              <a:ext cx="201240" cy="203040"/>
            </a:xfrm>
            <a:prstGeom prst="ellipse">
              <a:avLst/>
            </a:prstGeom>
            <a:solidFill>
              <a:srgbClr val="66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8061120" y="3843360"/>
              <a:ext cx="201240" cy="203040"/>
            </a:xfrm>
            <a:prstGeom prst="ellipse">
              <a:avLst/>
            </a:prstGeom>
            <a:solidFill>
              <a:srgbClr val="66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8345160" y="3843360"/>
              <a:ext cx="201240" cy="203040"/>
            </a:xfrm>
            <a:prstGeom prst="ellipse">
              <a:avLst/>
            </a:prstGeom>
            <a:solidFill>
              <a:srgbClr val="cc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7493040" y="4127400"/>
              <a:ext cx="201240" cy="203400"/>
            </a:xfrm>
            <a:prstGeom prst="ellipse">
              <a:avLst/>
            </a:prstGeom>
            <a:solidFill>
              <a:srgbClr val="66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7777080" y="4127400"/>
              <a:ext cx="201240" cy="203400"/>
            </a:xfrm>
            <a:prstGeom prst="ellipse">
              <a:avLst/>
            </a:prstGeom>
            <a:solidFill>
              <a:srgbClr val="66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8061120" y="4127400"/>
              <a:ext cx="201240" cy="203400"/>
            </a:xfrm>
            <a:prstGeom prst="ellipse">
              <a:avLst/>
            </a:prstGeom>
            <a:solidFill>
              <a:srgbClr val="cc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8345160" y="4127400"/>
              <a:ext cx="201240" cy="203400"/>
            </a:xfrm>
            <a:prstGeom prst="ellipse">
              <a:avLst/>
            </a:prstGeom>
            <a:solidFill>
              <a:srgbClr val="cc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8629560" y="4127400"/>
              <a:ext cx="201240" cy="203400"/>
            </a:xfrm>
            <a:prstGeom prst="ellipse">
              <a:avLst/>
            </a:prstGeom>
            <a:solidFill>
              <a:srgbClr val="d8d8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7493040" y="4411800"/>
              <a:ext cx="201240" cy="201600"/>
            </a:xfrm>
            <a:prstGeom prst="ellipse">
              <a:avLst/>
            </a:prstGeom>
            <a:solidFill>
              <a:srgbClr val="66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7777080" y="4411800"/>
              <a:ext cx="201240" cy="201600"/>
            </a:xfrm>
            <a:prstGeom prst="ellipse">
              <a:avLst/>
            </a:prstGeom>
            <a:solidFill>
              <a:srgbClr val="cc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8061120" y="4411800"/>
              <a:ext cx="201240" cy="201600"/>
            </a:xfrm>
            <a:prstGeom prst="ellipse">
              <a:avLst/>
            </a:prstGeom>
            <a:solidFill>
              <a:srgbClr val="cc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8345160" y="4411800"/>
              <a:ext cx="201240" cy="201600"/>
            </a:xfrm>
            <a:prstGeom prst="ellipse">
              <a:avLst/>
            </a:prstGeom>
            <a:solidFill>
              <a:srgbClr val="d8d8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7493040" y="4695840"/>
              <a:ext cx="201240" cy="201600"/>
            </a:xfrm>
            <a:prstGeom prst="ellipse">
              <a:avLst/>
            </a:prstGeom>
            <a:solidFill>
              <a:srgbClr val="cc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7777080" y="4695840"/>
              <a:ext cx="201240" cy="201600"/>
            </a:xfrm>
            <a:prstGeom prst="ellipse">
              <a:avLst/>
            </a:prstGeom>
            <a:solidFill>
              <a:srgbClr val="cc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"/>
            <p:cNvSpPr/>
            <p:nvPr/>
          </p:nvSpPr>
          <p:spPr>
            <a:xfrm>
              <a:off x="8061120" y="4695840"/>
              <a:ext cx="201240" cy="201600"/>
            </a:xfrm>
            <a:prstGeom prst="ellipse">
              <a:avLst/>
            </a:prstGeom>
            <a:solidFill>
              <a:srgbClr val="d8d8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8345160" y="4695840"/>
              <a:ext cx="201240" cy="201600"/>
            </a:xfrm>
            <a:prstGeom prst="ellipse">
              <a:avLst/>
            </a:prstGeom>
            <a:solidFill>
              <a:srgbClr val="d8d8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7777080" y="4979880"/>
              <a:ext cx="201240" cy="201600"/>
            </a:xfrm>
            <a:prstGeom prst="ellipse">
              <a:avLst/>
            </a:prstGeom>
            <a:solidFill>
              <a:srgbClr val="d8d8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8345160" y="4979880"/>
              <a:ext cx="201240" cy="201600"/>
            </a:xfrm>
            <a:prstGeom prst="ellipse">
              <a:avLst/>
            </a:prstGeom>
            <a:solidFill>
              <a:srgbClr val="d8d8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" name=""/>
          <p:cNvSpPr/>
          <p:nvPr/>
        </p:nvSpPr>
        <p:spPr>
          <a:xfrm>
            <a:off x="304920" y="2819520"/>
            <a:ext cx="8229600" cy="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44520" indent="0" algn="ctr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93720" algn="ctr">
              <a:spcBef>
                <a:spcPts val="575"/>
              </a:spcBef>
              <a:buClr>
                <a:srgbClr val="cccc00"/>
              </a:buClr>
              <a:buSzPct val="70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988920" algn="ctr">
              <a:spcBef>
                <a:spcPts val="499"/>
              </a:spcBef>
              <a:buClr>
                <a:srgbClr val="330066"/>
              </a:buClr>
              <a:buSzPct val="75000"/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282680" algn="ctr">
              <a:spcBef>
                <a:spcPts val="499"/>
              </a:spcBef>
              <a:buClr>
                <a:srgbClr val="d8d8ec"/>
              </a:buClr>
              <a:buSzPct val="80000"/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282680">
              <a:spcBef>
                <a:spcPts val="499"/>
              </a:spcBef>
              <a:buClr>
                <a:srgbClr val="000000"/>
              </a:buClr>
              <a:buSzPct val="8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282680">
              <a:spcBef>
                <a:spcPts val="499"/>
              </a:spcBef>
              <a:buClr>
                <a:srgbClr val="000000"/>
              </a:buClr>
              <a:buSzPct val="8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316080" y="466200"/>
            <a:ext cx="6781680" cy="213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154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DOCE NOME DE JESUS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endParaRPr b="1" lang="pt-BR" sz="4400" strike="noStrike" u="none">
              <a:solidFill>
                <a:srgbClr val="3300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94920" y="549000"/>
            <a:ext cx="7605720" cy="489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doce nome de Jesus! </a:t>
            </a:r>
            <a:br>
              <a:rPr sz="4800"/>
            </a:b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belo é a Ti cantar, </a:t>
            </a:r>
            <a:br>
              <a:rPr sz="4800"/>
            </a:b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Co'a alma cheia proclamar </a:t>
            </a:r>
            <a:br>
              <a:rPr sz="4800"/>
            </a:b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nome bom de Jesus!</a:t>
            </a:r>
            <a:br>
              <a:rPr sz="4800"/>
            </a:br>
            <a:endParaRPr b="1" lang="pt-BR" sz="4800" strike="noStrike" u="none">
              <a:solidFill>
                <a:srgbClr val="3300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10920" y="836280"/>
            <a:ext cx="7389720" cy="432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ó meu doce Rei! </a:t>
            </a:r>
            <a:br>
              <a:rPr sz="4800"/>
            </a:br>
            <a:r>
              <a:rPr b="1" i="1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verdadeiro Deus! </a:t>
            </a:r>
            <a:br>
              <a:rPr sz="4800"/>
            </a:br>
            <a:r>
              <a:rPr b="1" i="1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sempre louvarei </a:t>
            </a:r>
            <a:br>
              <a:rPr sz="4800"/>
            </a:br>
            <a:r>
              <a:rPr b="1" i="1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coração, Teu nome.</a:t>
            </a:r>
            <a:br>
              <a:rPr sz="4800"/>
            </a:br>
            <a:br>
              <a:rPr sz="3500"/>
            </a:br>
            <a:endParaRPr b="1" lang="pt-BR" sz="4800" strike="noStrike" u="none">
              <a:solidFill>
                <a:srgbClr val="3300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94920" y="475920"/>
            <a:ext cx="7605720" cy="482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Adoro o nome de Jesus; </a:t>
            </a:r>
            <a:br>
              <a:rPr sz="4800"/>
            </a:b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me falta Seu amor, </a:t>
            </a:r>
            <a:br>
              <a:rPr sz="4800"/>
            </a:b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põe, à parte, minha dor, </a:t>
            </a:r>
            <a:br>
              <a:rPr sz="4800"/>
            </a:b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nome bom de Jesus.</a:t>
            </a:r>
            <a:br>
              <a:rPr sz="4800"/>
            </a:br>
            <a:endParaRPr b="1" lang="pt-BR" sz="4800" strike="noStrike" u="none">
              <a:solidFill>
                <a:srgbClr val="3300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10920" y="836280"/>
            <a:ext cx="7389720" cy="432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ó meu doce Rei! </a:t>
            </a:r>
            <a:br>
              <a:rPr sz="4800"/>
            </a:br>
            <a:r>
              <a:rPr b="1" i="1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verdadeiro Deus! </a:t>
            </a:r>
            <a:br>
              <a:rPr sz="4800"/>
            </a:br>
            <a:r>
              <a:rPr b="1" i="1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sempre louvarei </a:t>
            </a:r>
            <a:br>
              <a:rPr sz="4800"/>
            </a:br>
            <a:r>
              <a:rPr b="1" i="1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coração, Teu nome.</a:t>
            </a:r>
            <a:br>
              <a:rPr sz="4800"/>
            </a:br>
            <a:br>
              <a:rPr sz="3500"/>
            </a:br>
            <a:endParaRPr b="1" lang="pt-BR" sz="4800" strike="noStrike" u="none">
              <a:solidFill>
                <a:srgbClr val="3300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50920" y="764640"/>
            <a:ext cx="8137440" cy="424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Tão puro o nome de Jesus! </a:t>
            </a:r>
            <a:br>
              <a:rPr sz="4800"/>
            </a:b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meu pesar pôde tirar. </a:t>
            </a:r>
            <a:br>
              <a:rPr sz="4800"/>
            </a:b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grata paz também me dá </a:t>
            </a:r>
            <a:br>
              <a:rPr sz="4800"/>
            </a:b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nome bom de Jesus.</a:t>
            </a:r>
            <a:br>
              <a:rPr sz="4800"/>
            </a:br>
            <a:endParaRPr b="1" lang="pt-BR" sz="4800" strike="noStrike" u="none">
              <a:solidFill>
                <a:srgbClr val="3300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10920" y="836280"/>
            <a:ext cx="7389720" cy="432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ó meu doce Rei! </a:t>
            </a:r>
            <a:br>
              <a:rPr sz="4800"/>
            </a:br>
            <a:r>
              <a:rPr b="1" i="1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verdadeiro Deus! </a:t>
            </a:r>
            <a:br>
              <a:rPr sz="4800"/>
            </a:br>
            <a:r>
              <a:rPr b="1" i="1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sempre louvarei </a:t>
            </a:r>
            <a:br>
              <a:rPr sz="4800"/>
            </a:br>
            <a:r>
              <a:rPr b="1" i="1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coração, Teu nome.</a:t>
            </a:r>
            <a:br>
              <a:rPr sz="4800"/>
            </a:br>
            <a:br>
              <a:rPr sz="3500"/>
            </a:br>
            <a:endParaRPr b="1" lang="pt-BR" sz="4800" strike="noStrike" u="none">
              <a:solidFill>
                <a:srgbClr val="3300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94920" y="765000"/>
            <a:ext cx="7605720" cy="38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doce nome de Jesus,</a:t>
            </a:r>
            <a:br>
              <a:rPr sz="4800"/>
            </a:b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alma salva está,</a:t>
            </a:r>
            <a:br>
              <a:rPr sz="4800"/>
            </a:b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nEle tu te salvarás;</a:t>
            </a:r>
            <a:br>
              <a:rPr sz="4800"/>
            </a:b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nome bom de Jesus.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br>
              <a:rPr sz="1400"/>
            </a:br>
            <a:endParaRPr b="1" lang="pt-BR" sz="1400" strike="noStrike" u="none">
              <a:solidFill>
                <a:srgbClr val="3300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10920" y="836280"/>
            <a:ext cx="7389720" cy="432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ó meu doce Rei! </a:t>
            </a:r>
            <a:br>
              <a:rPr sz="4800"/>
            </a:br>
            <a:r>
              <a:rPr b="1" i="1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verdadeiro Deus! </a:t>
            </a:r>
            <a:br>
              <a:rPr sz="4800"/>
            </a:br>
            <a:r>
              <a:rPr b="1" i="1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sempre louvarei </a:t>
            </a:r>
            <a:br>
              <a:rPr sz="4800"/>
            </a:br>
            <a:r>
              <a:rPr b="1" i="1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coração, Teu nome.</a:t>
            </a:r>
            <a:br>
              <a:rPr sz="4800"/>
            </a:br>
            <a:br>
              <a:rPr sz="3500"/>
            </a:br>
            <a:endParaRPr b="1" lang="pt-BR" sz="4800" strike="noStrike" u="none">
              <a:solidFill>
                <a:srgbClr val="3300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2005-10-16T01:01:03Z</dcterms:created>
  <dc:creator>Montagna</dc:creator>
  <dc:description/>
  <dc:language>pt-BR</dc:language>
  <cp:lastModifiedBy>Junior</cp:lastModifiedBy>
  <dcterms:modified xsi:type="dcterms:W3CDTF">2005-10-17T10:37:08Z</dcterms:modified>
  <cp:revision>3</cp:revision>
  <dc:subject/>
  <dc:title>154 - DOCE NOME DE JESUS </dc:title>
</cp:coreProperties>
</file>