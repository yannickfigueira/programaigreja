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B75D22-135E-4392-9905-A6688CF33B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9490D7-9295-47E8-B51B-5A24BB4879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E2E98B-A566-4FD9-AC4A-E7E3CF2F977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REDENTOR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41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Minh’alma, louva ao Redentor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teu Rei, teu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sobre a cruz, em teu lugar,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sangue deu p'ra te salvar!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41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sobre a cruz, em meu lugar,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morreu p’ra me salvar!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e seguro nEle estou,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com Seu sangue me livrou.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41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quão perdido e longe andei,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de Deus e Sua lei!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terno e paciente amor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Seguiu-me sempre, 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41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sobre a cruz, em meu lugar,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morreu p’ra me salvar!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e seguro nEle estou,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com Seu sangue me livrou.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41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dia, quando, enfim,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 Cristo sobre a cruz, por mim!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Vencido pelo Seu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Rendi-me logo ao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41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sobre a cruz, em meu lugar,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morreu p’ra me salvar!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e seguro nEle estou,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com Seu sangue me livrou.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41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alma aflita, descansar;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Cristo pronto a perdoar!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 nEle, de coração,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teu será o gran perdão.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41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sobre a cruz, em meu lugar,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morreu p’ra me salvar!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e seguro nEle estou,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com Seu sangue me livrou.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2005-12-22T23:23:59Z</dcterms:created>
  <dc:creator>Junior</dc:creator>
  <dc:description/>
  <dc:language>pt-BR</dc:language>
  <cp:lastModifiedBy>Junior</cp:lastModifiedBy>
  <dcterms:modified xsi:type="dcterms:W3CDTF">2005-12-22T23:24:22Z</dcterms:modified>
  <cp:revision>1</cp:revision>
  <dc:subject/>
  <dc:title>54 LOUVEMOS AO REDENTOR </dc:title>
</cp:coreProperties>
</file>