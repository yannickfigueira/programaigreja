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1035FB-1183-4459-AD30-541DF7FF97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355BA6-8ADC-4982-9F34-7B698F766A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0E157AC-4AF3-443A-8181-683AAF1EEFA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424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PRECIOSO SANGUE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salvou com Seu precioso sangue;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comprou com Seu precioso sangue,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poder já me curou;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pecado já cravou na cruz!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p'ra sempre me salvou!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2005-10-21T03:51:19Z</dcterms:created>
  <dc:creator>Montagna</dc:creator>
  <dc:description/>
  <dc:language>pt-BR</dc:language>
  <cp:lastModifiedBy>Montagna</cp:lastModifiedBy>
  <dcterms:modified xsi:type="dcterms:W3CDTF">2005-10-21T03:51:38Z</dcterms:modified>
  <cp:revision>2</cp:revision>
  <dc:subject/>
  <dc:title>424 - SEU PRECIOSO SANGUE</dc:title>
</cp:coreProperties>
</file>