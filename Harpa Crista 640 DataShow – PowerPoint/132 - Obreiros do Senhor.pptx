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7242120" cy="1981080"/>
            <a:chOff x="0" y="0"/>
            <a:chExt cx="7242120" cy="1981080"/>
          </a:xfrm>
        </p:grpSpPr>
        <p:sp>
          <p:nvSpPr>
            <p:cNvPr id="1" name=""/>
            <p:cNvSpPr/>
            <p:nvPr/>
          </p:nvSpPr>
          <p:spPr>
            <a:xfrm>
              <a:off x="0" y="925560"/>
              <a:ext cx="7122960" cy="1055520"/>
            </a:xfrm>
            <a:custGeom>
              <a:avLst/>
              <a:gdLst/>
              <a:ahLst/>
              <a:rect l="l" t="t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6a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7242120" cy="1903320"/>
            </a:xfrm>
            <a:custGeom>
              <a:avLst/>
              <a:gdLst/>
              <a:ahLst/>
              <a:rect l="l" t="t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8c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66"/>
              </a:buClr>
              <a:buSzPct val="8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5B0E15-C730-45B0-9B18-FB27A849F08A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/>
          <p:cNvGrpSpPr/>
          <p:nvPr/>
        </p:nvGrpSpPr>
        <p:grpSpPr>
          <a:xfrm>
            <a:off x="0" y="0"/>
            <a:ext cx="8458200" cy="5943600"/>
            <a:chOff x="0" y="0"/>
            <a:chExt cx="8458200" cy="5943600"/>
          </a:xfrm>
        </p:grpSpPr>
        <p:sp>
          <p:nvSpPr>
            <p:cNvPr id="9" name=""/>
            <p:cNvSpPr/>
            <p:nvPr/>
          </p:nvSpPr>
          <p:spPr>
            <a:xfrm>
              <a:off x="0" y="2286000"/>
              <a:ext cx="8183520" cy="3657600"/>
            </a:xfrm>
            <a:custGeom>
              <a:avLst/>
              <a:gdLst/>
              <a:ahLst/>
              <a:rect l="l" t="t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6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8458200" cy="5856120"/>
            </a:xfrm>
            <a:custGeom>
              <a:avLst/>
              <a:gdLst/>
              <a:ahLst/>
              <a:rect l="l" t="t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8c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PlaceHolder 1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E1A8A7-77AF-468C-B890-D0835FF216BA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5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cc66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23640" y="1767960"/>
            <a:ext cx="8569080" cy="259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132 - OBREIROS DO SENHOR</a:t>
            </a:r>
            <a:br>
              <a:rPr sz="48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95280" y="549000"/>
            <a:ext cx="8291520" cy="57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Somos obreiros do Senhor,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 messe vamos, com amor,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 proclamar a salvação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 Cristo e o Seu perdão;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Pois trabalhemos por amor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 Cristo, nosso Salvador,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 por nós o sangue derramou,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no Calvário expirou.</a:t>
            </a:r>
            <a:br>
              <a:rPr sz="3600"/>
            </a:b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À colheita vinde já, pois Jesus vos chama;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"Todos devem trabalhar"; o Senhor proclama,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Breve, tudo findará, não se poderá segar;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Vinde crentes, vinde trabalhar.</a:t>
            </a:r>
            <a:br>
              <a:rPr sz="3600"/>
            </a:b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95280" y="274320"/>
            <a:ext cx="829152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O Evangelho, ó pregai,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 todo mundo, sim chamai,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E, sem temor, as novas dai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a bandeira levantai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Em nossas mãos Deus confiou,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 graça que nos enviou.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As novas dai, não vacileis,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 a vitória obtereis.</a:t>
            </a:r>
            <a:br>
              <a:rPr sz="3600"/>
            </a:b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À colheita vinde já, pois Jesus vos chama;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"Todos devem trabalhar"; o Senhor proclama,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Breve, tudo findará, não se poderá segar;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Vinde crentes, vinde trabalhar.</a:t>
            </a:r>
            <a:br>
              <a:rPr sz="3600"/>
            </a:b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68000" y="274680"/>
            <a:ext cx="821844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As horas, prestes, passarão,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nunca mais a vós virão,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 não falardes de Jesus,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Alguns jamais verão a luz.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Ainda hoje há perdão,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O mundo jaz na perdição,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Oh! não desprezeis o favor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Do amoroso Salvador.</a:t>
            </a:r>
            <a:br>
              <a:rPr sz="3600"/>
            </a:b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À colheita vinde já, pois Jesus vos chama;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"Todos devem trabalhar"; o Senhor proclama,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Breve, tudo findará, não se poderá segar;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Vinde crentes, vinde trabalhar.</a:t>
            </a:r>
            <a:br>
              <a:rPr sz="3600"/>
            </a:b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2005-10-16T00:20:48Z</dcterms:created>
  <dc:creator>Montagna</dc:creator>
  <dc:description/>
  <dc:language>pt-BR</dc:language>
  <cp:lastModifiedBy>Junior</cp:lastModifiedBy>
  <dcterms:modified xsi:type="dcterms:W3CDTF">2005-10-17T09:42:19Z</dcterms:modified>
  <cp:revision>3</cp:revision>
  <dc:subject/>
  <dc:title>132 - OBREIROS DO SENHOR </dc:title>
</cp:coreProperties>
</file>