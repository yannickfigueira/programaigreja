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63DBF1-15D5-4A3C-A252-D8752BFB21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157BA2-E8B3-4ECA-A214-49A94B474B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9ED228-A79D-4672-BA44-11E239321C7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636 - Por Nossa Pátria Oramos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nossa Pátria oramos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ti, supremo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nosso lar clamamos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ti, ó Rei dos céus!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Bendize a vida pastoril,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Governa o brio senhoril,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Modera a lida mercantil!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salve a Pátria!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Pátria, que nos deste,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Desvie tua mão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Desgraças, fome e peste,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Perfídia e sedição!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Sustenta a ordem nacional,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governo imparcial,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dá-nos graça divinal!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salve a Pátria!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Dá-nos real civismo,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Fiel, constante, audaz!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Promove o cristianismo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Príncipe da paz!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Pátria afasta crenças vás,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Derrama bênçãos temporãs!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Dominem só. doutrinas sãs!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salve a Pátria!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tua Igreja inflama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zelo e terno amor,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seja o seu programa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Cumprido com vigor!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Então, os salvos de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Lutando firmes pela Cruz,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Difundirão de Cristo a luz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toda a Pátria! Amém.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2005-12-27T15:24:33Z</dcterms:created>
  <dc:creator>Junior</dc:creator>
  <dc:description/>
  <dc:language>pt-BR</dc:language>
  <cp:lastModifiedBy>Junior</cp:lastModifiedBy>
  <dcterms:modified xsi:type="dcterms:W3CDTF">2005-12-27T15:24:37Z</dcterms:modified>
  <cp:revision>1</cp:revision>
  <dc:subject/>
  <dc:title>636 - Por Nossa Pátria Oramos </dc:title>
</cp:coreProperties>
</file>