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90D53-00C3-48D1-8185-8F4952F327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3C0C5B-EB8B-48AE-9C35-45CE2AB7CC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64445C-50B4-4A31-90C0-D3075A74F84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BEIRA DA ESTRADA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beira da estrada estão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 que esperam a salvação;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Podem tais almas sem Deus perecer,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estás pronto para as socorrer?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hoje dirá: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"Eis-me aqui, Senhor,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aos perdidos falar do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quantos na senda da vida achar,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eu irei falar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beira da estrada estão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 que buscam do céu o pão;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famintos, oh! quem falará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Evangelho que lhes saciará?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hoje dirá: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"Eis-me aqui, Senhor,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aos perdidos falar do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quantos na senda da vida achar,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eu irei falar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caminho em que vais,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Existem enfermos espirituais;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bom samaritano, farás,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qual escriba, além passarás?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hoje dirá: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"Eis-me aqui, Senhor,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aos perdidos falar do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quantos na senda da vida achar,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eu irei falar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 jornada terminar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fim da estrada se aproximar,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Conhecerás muitos na multidão,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receberam, de Deus, salvação.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hoje dirá: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"Eis-me aqui, Senhor,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aos perdidos falar do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quantos na senda da vida achar,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eu irei falar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2005-10-21T04:35:06Z</dcterms:created>
  <dc:creator>Montagna</dc:creator>
  <dc:description/>
  <dc:language>pt-BR</dc:language>
  <cp:lastModifiedBy>Montagna</cp:lastModifiedBy>
  <dcterms:modified xsi:type="dcterms:W3CDTF">2005-10-21T04:35:17Z</dcterms:modified>
  <cp:revision>2</cp:revision>
  <dc:subject/>
  <dc:title>449 - A BEIRA DA ESTRADA</dc:title>
</cp:coreProperties>
</file>