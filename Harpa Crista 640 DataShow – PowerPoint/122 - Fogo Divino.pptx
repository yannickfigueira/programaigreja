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64D03B-F5F3-4B20-B2AF-1CF2011E4C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70D25E-3123-45E9-83C3-A1EDF3553A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1564349-E923-45EE-95A9-DB91D7F8BA6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122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FOGO DIVINO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Fogo divino, clamamos por ti;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lá do alto, vem, desce aqui;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 despertar-nos com teu fulgor; Vem inflamar-nos com teu calor.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Desce do alto, bendito fogo,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Desce poder celestial!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Desce do alto, bendito fogo,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chama pentecostal!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Desce, Espírito Consolador,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Desce e enche-nos de santo amor, Desce ao mundo, nos mostra Jesus; Dá-nos poder, vida, graça e luz.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Desce do alto, bendito fogo,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Desce poder celestial!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Desce do alto, bendito fogo,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chama pentecostal!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Arde em minh'alma, ó chama de amor Arde em meu peito e dá-me valor; Consome todos os restos do mal; Desce já, ó fogo pentecostal!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Desce do alto, bendito fogo,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Desce poder celestial!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Desce do alto, bendito fogo,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chama pentecostal!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2005-12-23T11:37:52Z</dcterms:created>
  <dc:creator>Junior</dc:creator>
  <dc:description/>
  <dc:language>pt-BR</dc:language>
  <cp:lastModifiedBy>Junior</cp:lastModifiedBy>
  <dcterms:modified xsi:type="dcterms:W3CDTF">2005-12-23T11:38:01Z</dcterms:modified>
  <cp:revision>1</cp:revision>
  <dc:subject/>
  <dc:title> 122 FOGO DIVINO</dc:title>
</cp:coreProperties>
</file>