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CB76B1-5074-497D-950E-9D8D116AD4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0A4245-FF38-4374-BBD3-BA61A711CD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43EDE7-5E11-4075-9CDB-63057DACE6B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429 – Escuta o Evangelho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pecador desejoso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verdadeiro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voz de Cristo, ditoso,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com atenção!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o Evangelho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divinal conselho,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dos mais altos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com fé e de graça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aceitar o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Cristo, pois te abraça,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Dando-te a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o Evangelho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divinal conselho,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dos mais altos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tem vertido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sangue com grande 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salvar-te, perdido,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 encher de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o Evangelho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divinal conselho,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dos mais altos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contrito aceitas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Cristo, o Seu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Terás então paz perfeita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gozo da salvação.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 o Evangelho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divinal conselho,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dos mais altos céus!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2005-12-26T16:43:04Z</dcterms:created>
  <dc:creator>Junior</dc:creator>
  <dc:description/>
  <dc:language>pt-BR</dc:language>
  <cp:lastModifiedBy>Junior</cp:lastModifiedBy>
  <dcterms:modified xsi:type="dcterms:W3CDTF">2005-12-26T16:43:07Z</dcterms:modified>
  <cp:revision>1</cp:revision>
  <dc:subject/>
  <dc:title>429 – Escuta o Evangelho</dc:title>
</cp:coreProperties>
</file>