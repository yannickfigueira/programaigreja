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680574-681F-4E39-9967-F1D546852732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3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4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D33B70-BC90-49BC-B937-3E976B451AC5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17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6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360" y="24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355 – Fala do Amor de Cristo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Fala do amor de Cristo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Ao triste pecador,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Amor por todos visto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Na cruz do Redentor;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Com alegria canta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A paz que vem do céu;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A tua voz levanta 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Em gloria a Deus</a:t>
            </a:r>
            <a:br>
              <a:rPr sz="4400"/>
            </a:b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na cruz ganhou-nos 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Eterna salvação.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Com sangue Seu lavou-nos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O Rei da redenção!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No templo, o véu rasgado;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Caminho abriu Jesus 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Na cruz, inaugurado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P’ro céu de luz</a:t>
            </a:r>
            <a:br>
              <a:rPr sz="4000"/>
            </a:b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Para os aflitos, canta,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As bênção que em Deus há;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Da cruz pendão levanta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Pois ânimo nos dá.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Canta para os perdidos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A graça de Jesus;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Seu sangue já vertido,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Que flui da cruz!</a:t>
            </a:r>
            <a:br>
              <a:rPr sz="4400"/>
            </a:b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na cruz ganhou-nos 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Eterna salvação.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Com sangue Seu lavou-nos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O Rei da redenção!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No templo, o véu rasgado;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Caminho abriu Jesus 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Na cruz, inaugurado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P’ro céu de luz</a:t>
            </a:r>
            <a:br>
              <a:rPr sz="4400"/>
            </a:b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53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Canta com esperança,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Na escuridão também,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Canta com confiança,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Há vida no além;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Canta no alvor do dia,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 quando a noite vem;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Em cristo, harmonia</a:t>
            </a:r>
            <a:br>
              <a:rPr sz="4400"/>
            </a:b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Com Deus se obtém!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na cruz ganhou-nos 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Eterna salvação.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Com sangue Seu lavou-nos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O Rei da redenção!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No templo, o véu rasgado;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Caminho abriu Jesus 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Na cruz, inaugurado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P’ro céu de luz</a:t>
            </a:r>
            <a:br>
              <a:rPr sz="4000"/>
            </a:b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2004-08-22T19:27:38Z</dcterms:created>
  <dc:creator>Jose Antonio de Bem</dc:creator>
  <dc:description/>
  <dc:language>pt-BR</dc:language>
  <cp:lastModifiedBy>Junior</cp:lastModifiedBy>
  <dcterms:modified xsi:type="dcterms:W3CDTF">2005-06-27T21:50:59Z</dcterms:modified>
  <cp:revision>4</cp:revision>
  <dc:subject/>
  <dc:title>Fala do amor de Cristo Ao triste pecador, Amor por todos visto Na cruz Redentor; Com alegria canta A paz que vem do céu; A tua voz levanta  Em gloria a Deus </dc:title>
</cp:coreProperties>
</file>