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9348FB-587A-40DD-9F69-AE988CCFB2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68B99-B8A8-463F-A149-8703E9F008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D9CBA2-6F87-4344-A86B-11382776985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148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BENDIREI A JESUS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 meu Guie sábio,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Louvarei, louvarei;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Bendirei, com alma e lábios,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Bendirei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Louvo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salvação na cruz!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 quem me conduz!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 a quem me ampara,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Louvarei, louvarei;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dEle me separa;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Bendirei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Louvo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salvação na cruz!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 quem me conduz!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leva os meus cuidados, Louvarei, louvarei;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sustenta os pés cansados,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Bendirei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Louvo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salvação na cruz!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 quem me conduz!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dá-me aqui vitória,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Louvarei, louvarei;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Dar-me-à coroa e glória;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Bendirei Jesus.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Louvo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salvação na cruz!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 quem me conduz!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sublime Rei glorioso,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Louvarei, louvarei;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celeste coro e gozo.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Bendirei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Louvo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salvação na cruz!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 quem me conduz!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2005-12-23T12:29:23Z</dcterms:created>
  <dc:creator>Junior</dc:creator>
  <dc:description/>
  <dc:language>pt-BR</dc:language>
  <cp:lastModifiedBy>Junior</cp:lastModifiedBy>
  <dcterms:modified xsi:type="dcterms:W3CDTF">2005-12-23T12:29:49Z</dcterms:modified>
  <cp:revision>1</cp:revision>
  <dc:subject/>
  <dc:title> 148 BENDIREI A JESUS </dc:title>
</cp:coreProperties>
</file>