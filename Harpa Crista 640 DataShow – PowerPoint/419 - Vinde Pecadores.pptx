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4716360" y="5345280"/>
            <a:ext cx="4427640" cy="1512720"/>
            <a:chOff x="4716360" y="5345280"/>
            <a:chExt cx="4427640" cy="1512720"/>
          </a:xfrm>
        </p:grpSpPr>
        <p:sp>
          <p:nvSpPr>
            <p:cNvPr id="1" name=""/>
            <p:cNvSpPr/>
            <p:nvPr/>
          </p:nvSpPr>
          <p:spPr>
            <a:xfrm>
              <a:off x="4716360" y="5345280"/>
              <a:ext cx="4427640" cy="1512720"/>
            </a:xfrm>
            <a:custGeom>
              <a:avLst/>
              <a:gdLst/>
              <a:ahLst/>
              <a:rect l="l" t="t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666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7305840" y="6372360"/>
              <a:ext cx="18720" cy="28440"/>
            </a:xfrm>
            <a:custGeom>
              <a:avLst/>
              <a:gdLst/>
              <a:ahLst/>
              <a:rect l="l" t="t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7296120" y="6343560"/>
              <a:ext cx="9720" cy="28800"/>
            </a:xfrm>
            <a:custGeom>
              <a:avLst/>
              <a:gdLst/>
              <a:ahLst/>
              <a:rect l="l" t="t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8223120" y="5678640"/>
              <a:ext cx="482760" cy="1176120"/>
            </a:xfrm>
            <a:custGeom>
              <a:avLst/>
              <a:gdLst/>
              <a:ahLst/>
              <a:rect l="l" t="t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7807320" y="5640480"/>
              <a:ext cx="498600" cy="1217520"/>
            </a:xfrm>
            <a:custGeom>
              <a:avLst/>
              <a:gdLst/>
              <a:ahLst/>
              <a:rect l="l" t="t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7461360" y="5869080"/>
              <a:ext cx="436320" cy="988920"/>
            </a:xfrm>
            <a:custGeom>
              <a:avLst/>
              <a:gdLst/>
              <a:ahLst/>
              <a:rect l="l" t="t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178760" y="5888160"/>
              <a:ext cx="338040" cy="969840"/>
            </a:xfrm>
            <a:custGeom>
              <a:avLst/>
              <a:gdLst/>
              <a:ahLst/>
              <a:rect l="l" t="t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6813720" y="6248520"/>
              <a:ext cx="264960" cy="609480"/>
            </a:xfrm>
            <a:custGeom>
              <a:avLst/>
              <a:gdLst/>
              <a:ahLst/>
              <a:rect l="l" t="t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6508800" y="6381720"/>
              <a:ext cx="263520" cy="476280"/>
            </a:xfrm>
            <a:custGeom>
              <a:avLst/>
              <a:gdLst/>
              <a:ahLst/>
              <a:rect l="l" t="t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207120" y="6410160"/>
              <a:ext cx="376200" cy="447840"/>
            </a:xfrm>
            <a:custGeom>
              <a:avLst/>
              <a:gdLst/>
              <a:ahLst/>
              <a:rect l="l" t="t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832360" y="6486480"/>
              <a:ext cx="311400" cy="371520"/>
            </a:xfrm>
            <a:custGeom>
              <a:avLst/>
              <a:gdLst/>
              <a:ahLst/>
              <a:rect l="l" t="t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518080" y="6458040"/>
              <a:ext cx="301680" cy="399960"/>
            </a:xfrm>
            <a:custGeom>
              <a:avLst/>
              <a:gdLst/>
              <a:ahLst/>
              <a:rect l="l" t="t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5032440" y="6648480"/>
              <a:ext cx="365040" cy="209520"/>
            </a:xfrm>
            <a:custGeom>
              <a:avLst/>
              <a:gdLst/>
              <a:ahLst/>
              <a:rect l="l" t="t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4832280" y="6696000"/>
              <a:ext cx="141480" cy="162000"/>
            </a:xfrm>
            <a:custGeom>
              <a:avLst/>
              <a:gdLst/>
              <a:ahLst/>
              <a:rect l="l" t="t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02640" y="5345280"/>
              <a:ext cx="441360" cy="1512720"/>
            </a:xfrm>
            <a:custGeom>
              <a:avLst/>
              <a:gdLst/>
              <a:ahLst/>
              <a:rect l="l" t="t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C5CC74D-647C-499D-8714-7415D6CAEB78}" type="slidenum"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eec85e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eaeaea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ffffcc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eaeaea"/>
              </a:buClr>
              <a:buFont typeface="Verdan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aa8456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"/>
          <p:cNvGrpSpPr/>
          <p:nvPr/>
        </p:nvGrpSpPr>
        <p:grpSpPr>
          <a:xfrm>
            <a:off x="4716360" y="5345280"/>
            <a:ext cx="4427640" cy="1512720"/>
            <a:chOff x="4716360" y="5345280"/>
            <a:chExt cx="4427640" cy="1512720"/>
          </a:xfrm>
        </p:grpSpPr>
        <p:sp>
          <p:nvSpPr>
            <p:cNvPr id="22" name=""/>
            <p:cNvSpPr/>
            <p:nvPr/>
          </p:nvSpPr>
          <p:spPr>
            <a:xfrm>
              <a:off x="4716360" y="5345280"/>
              <a:ext cx="4427640" cy="1512720"/>
            </a:xfrm>
            <a:custGeom>
              <a:avLst/>
              <a:gdLst/>
              <a:ahLst/>
              <a:rect l="l" t="t" r="r" b="b"/>
              <a:pathLst>
                <a:path w="2780" h="953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  <a:lnTo>
                    <a:pt x="2780" y="24"/>
                  </a:lnTo>
                  <a:lnTo>
                    <a:pt x="2780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6666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7305840" y="6372360"/>
              <a:ext cx="18720" cy="28440"/>
            </a:xfrm>
            <a:custGeom>
              <a:avLst/>
              <a:gdLst/>
              <a:ahLst/>
              <a:rect l="l" t="t" r="r" b="b"/>
              <a:pathLst>
                <a:path w="12" h="18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360" bIns="-1836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7296120" y="6343560"/>
              <a:ext cx="9720" cy="28800"/>
            </a:xfrm>
            <a:custGeom>
              <a:avLst/>
              <a:gdLst/>
              <a:ahLst/>
              <a:rect l="l" t="t" r="r" b="b"/>
              <a:pathLst>
                <a:path w="6" h="18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8223120" y="5678640"/>
              <a:ext cx="482760" cy="1176120"/>
            </a:xfrm>
            <a:custGeom>
              <a:avLst/>
              <a:gdLst/>
              <a:ahLst/>
              <a:rect l="l" t="t" r="r" b="b"/>
              <a:pathLst>
                <a:path w="304" h="741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7807320" y="5640480"/>
              <a:ext cx="498600" cy="1217520"/>
            </a:xfrm>
            <a:custGeom>
              <a:avLst/>
              <a:gdLst/>
              <a:ahLst/>
              <a:rect l="l" t="t" r="r" b="b"/>
              <a:pathLst>
                <a:path w="314" h="767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7461360" y="5869080"/>
              <a:ext cx="436320" cy="988920"/>
            </a:xfrm>
            <a:custGeom>
              <a:avLst/>
              <a:gdLst/>
              <a:ahLst/>
              <a:rect l="l" t="t" r="r" b="b"/>
              <a:pathLst>
                <a:path w="275" h="623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7178760" y="5888160"/>
              <a:ext cx="338040" cy="969840"/>
            </a:xfrm>
            <a:custGeom>
              <a:avLst/>
              <a:gdLst/>
              <a:ahLst/>
              <a:rect l="l" t="t" r="r" b="b"/>
              <a:pathLst>
                <a:path w="213" h="611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6813720" y="6248520"/>
              <a:ext cx="264960" cy="609480"/>
            </a:xfrm>
            <a:custGeom>
              <a:avLst/>
              <a:gdLst/>
              <a:ahLst/>
              <a:rect l="l" t="t" r="r" b="b"/>
              <a:pathLst>
                <a:path w="167" h="384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508800" y="6381720"/>
              <a:ext cx="263520" cy="476280"/>
            </a:xfrm>
            <a:custGeom>
              <a:avLst/>
              <a:gdLst/>
              <a:ahLst/>
              <a:rect l="l" t="t" r="r" b="b"/>
              <a:pathLst>
                <a:path w="166" h="300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6207120" y="6410160"/>
              <a:ext cx="376200" cy="447840"/>
            </a:xfrm>
            <a:custGeom>
              <a:avLst/>
              <a:gdLst/>
              <a:ahLst/>
              <a:rect l="l" t="t" r="r" b="b"/>
              <a:pathLst>
                <a:path w="237" h="282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5832360" y="6486480"/>
              <a:ext cx="311400" cy="371520"/>
            </a:xfrm>
            <a:custGeom>
              <a:avLst/>
              <a:gdLst/>
              <a:ahLst/>
              <a:rect l="l" t="t" r="r" b="b"/>
              <a:pathLst>
                <a:path w="196" h="234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5518080" y="6458040"/>
              <a:ext cx="301680" cy="399960"/>
            </a:xfrm>
            <a:custGeom>
              <a:avLst/>
              <a:gdLst/>
              <a:ahLst/>
              <a:rect l="l" t="t" r="r" b="b"/>
              <a:pathLst>
                <a:path w="190" h="252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5032440" y="6648480"/>
              <a:ext cx="365040" cy="209520"/>
            </a:xfrm>
            <a:custGeom>
              <a:avLst/>
              <a:gdLst/>
              <a:ahLst/>
              <a:rect l="l" t="t" r="r" b="b"/>
              <a:pathLst>
                <a:path w="230" h="132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832280" y="6696000"/>
              <a:ext cx="141480" cy="162000"/>
            </a:xfrm>
            <a:custGeom>
              <a:avLst/>
              <a:gdLst/>
              <a:ahLst/>
              <a:rect l="l" t="t" r="r" b="b"/>
              <a:pathLst>
                <a:path w="89" h="102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8702640" y="5345280"/>
              <a:ext cx="441360" cy="1512720"/>
            </a:xfrm>
            <a:custGeom>
              <a:avLst/>
              <a:gdLst/>
              <a:ahLst/>
              <a:rect l="l" t="t" r="r" b="b"/>
              <a:pathLst>
                <a:path w="278" h="953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 rotWithShape="0">
              <a:gsLst>
                <a:gs pos="0">
                  <a:srgbClr val="009999"/>
                </a:gs>
                <a:gs pos="100000">
                  <a:srgbClr val="008a8a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eaeaea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700" strike="noStrike" u="none">
                <a:solidFill>
                  <a:srgbClr val="ffffcc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7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EABA9AA-047D-4AD8-9B9F-5D75C67E2C0B}" type="slidenum">
              <a:rPr b="0" lang="pt-BR" sz="12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9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6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ffffcc"/>
              </a:buClr>
              <a:buSzPct val="70000"/>
              <a:buFont typeface="Wingdings" charset="2"/>
              <a:buChar char="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eaeaea"/>
              </a:buClr>
              <a:buFont typeface="Verdan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aa8456"/>
              </a:buClr>
              <a:buSzPct val="70000"/>
              <a:buFont typeface="Wingdings" charset="2"/>
              <a:buChar char="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eaeaea"/>
              </a:buClr>
              <a:buSzPct val="70000"/>
              <a:buFont typeface="Wingdings" charset="2"/>
              <a:buChar char="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eaeaea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419</a:t>
            </a:r>
            <a:br>
              <a:rPr sz="5400"/>
            </a:br>
            <a:r>
              <a:rPr b="0" lang="pt-BR" sz="5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Vinde Pecadores</a:t>
            </a:r>
            <a:endParaRPr b="0" lang="pt-BR" sz="5400" strike="noStrike" u="none">
              <a:solidFill>
                <a:srgbClr val="ffffcc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533520" y="6854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Vinde todos pecadores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A Jesus, o Salvador;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Vinde logo sem temores,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Encontrar o Redentor.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/>
          </p:nvPr>
        </p:nvSpPr>
        <p:spPr>
          <a:xfrm>
            <a:off x="0" y="1599840"/>
            <a:ext cx="9144000" cy="2895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Sim eu sei;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Oh! Eu sei,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Cristo salva o perdido pecador,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/>
          </p:nvPr>
        </p:nvSpPr>
        <p:spPr>
          <a:xfrm>
            <a:off x="533520" y="30456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Dá aos fracos, fortaleza;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Das montanhas planos faz,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Ao deserto dá beleza,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E aos crentes, luz e paz.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/>
          </p:nvPr>
        </p:nvSpPr>
        <p:spPr>
          <a:xfrm>
            <a:off x="0" y="914040"/>
            <a:ext cx="9144000" cy="3429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Sim eu sei;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Oh! Eu sei,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Cristo salva o perdido pecador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Nas fraquezas, ei-lo perto,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Dominando a força má;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No caminho, guia certo,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E sua graça, sempre dá.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/>
          </p:nvPr>
        </p:nvSpPr>
        <p:spPr>
          <a:xfrm>
            <a:off x="0" y="1599840"/>
            <a:ext cx="91440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Sim eu sei;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Oh! Eu sei,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Cristo salva o perdido pecador,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0" y="761760"/>
            <a:ext cx="91440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Tenho gozo, mui superno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Pelo sangue que verteu,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Nem o mundo, nem o inferno.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Tira a vida que me deu.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/>
          </p:nvPr>
        </p:nvSpPr>
        <p:spPr>
          <a:xfrm>
            <a:off x="0" y="914040"/>
            <a:ext cx="91440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Sim eu sei;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Oh! Eu sei,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Cristo salva o perdido pecador,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/>
          </p:nvPr>
        </p:nvSpPr>
        <p:spPr>
          <a:xfrm>
            <a:off x="0" y="91404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Quando Cristo vier na glória,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A buscar o povo seu,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Cantaremos a história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Do amor de Deus, no céu.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66"/>
            </a:gs>
            <a:gs pos="100000">
              <a:srgbClr val="5c9d9d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/>
          </p:nvPr>
        </p:nvSpPr>
        <p:spPr>
          <a:xfrm>
            <a:off x="0" y="91440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Sim eu sei; 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Oh! Eu sei,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  <a:p>
            <a:pPr marL="343080" indent="-343080" algn="ctr">
              <a:spcBef>
                <a:spcPts val="11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Verdana"/>
              </a:rPr>
              <a:t>Cristo salva o perdido pecador,</a:t>
            </a:r>
            <a:endParaRPr b="0" lang="pt-BR" sz="4400" strike="noStrike" u="none">
              <a:solidFill>
                <a:srgbClr val="eaeaea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2005-06-26T18:57:06Z</dcterms:created>
  <dc:creator>Junior</dc:creator>
  <dc:description/>
  <dc:language>pt-BR</dc:language>
  <cp:lastModifiedBy>Junior</cp:lastModifiedBy>
  <dcterms:modified xsi:type="dcterms:W3CDTF">2005-08-07T19:52:58Z</dcterms:modified>
  <cp:revision>3</cp:revision>
  <dc:subject/>
  <dc:title>Vinde Pecadores</dc:title>
</cp:coreProperties>
</file>