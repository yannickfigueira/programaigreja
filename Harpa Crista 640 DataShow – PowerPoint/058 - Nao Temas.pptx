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D21AC2-149C-458D-8840-B7B4310607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C5B28F-63AE-4545-BFA0-D66329FD92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1900CF-0708-41C0-BAB0-B46FB561CAC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4360" y="213336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58</a:t>
            </a:r>
            <a:br>
              <a:rPr sz="4400"/>
            </a:br>
            <a:r>
              <a:rPr b="1" lang="pt-BR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NÃO TEMAS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49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"Não temas!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Contigo, Eu sempre estarei!"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Oh! rica promessa do bondoso Rei;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Qual estrela que brilha,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Lá na escuridão,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Esta linda promessa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Brilha no meu coração.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45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Comigo estar! Comigo estar! Sim, Jesus me promete,</a:t>
            </a:r>
            <a:br>
              <a:rPr sz="4000"/>
            </a:br>
            <a:r>
              <a:rPr b="1" i="1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Sempre comigo estar.</a:t>
            </a:r>
            <a:br>
              <a:rPr sz="4000"/>
            </a:br>
            <a:r>
              <a:rPr b="1" i="1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Comigo estar! Comigo estar! Sim, Jesus me promete,</a:t>
            </a:r>
            <a:br>
              <a:rPr sz="4000"/>
            </a:br>
            <a:r>
              <a:rPr b="1" i="1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Sempre comigo estar.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504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Os lírios mais alvos,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Ei-los murchos estão!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Os dias mais belos,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Quão depressa vão!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Cristo, o lírio dos vales, nunca mudará: Cristo, a luz celeste,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Sempre comigo estará!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504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Comigo estar! Comigo estar! Sim, Jesus me promete,</a:t>
            </a:r>
            <a:br>
              <a:rPr sz="4400"/>
            </a:br>
            <a:r>
              <a:rPr b="1" i="1" lang="en-US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Sempre comigo estar.</a:t>
            </a:r>
            <a:br>
              <a:rPr sz="4400"/>
            </a:br>
            <a:r>
              <a:rPr b="1" i="1" lang="en-US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Comigo estar! Comigo estar! Sim, Jesus me promete,</a:t>
            </a:r>
            <a:br>
              <a:rPr sz="4400"/>
            </a:br>
            <a:r>
              <a:rPr b="1" i="1" lang="en-US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Sempre comigo estar.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04640"/>
            <a:ext cx="9144000" cy="583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E, se pelas águas tiver de passar,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Seus braços eternos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Hão de me guardar;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Sim, mesmo no fogo,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Que vem me provar,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Meu Senhor me promete </a:t>
            </a: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Sempre comigo estar! 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H.M.W.</a:t>
            </a:r>
            <a:br>
              <a:rPr sz="1800"/>
            </a:b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532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Comigo estar! Comigo estar! Sim, Jesus me promete,</a:t>
            </a:r>
            <a:br>
              <a:rPr sz="4400"/>
            </a:br>
            <a:r>
              <a:rPr b="1" i="1" lang="en-US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Sempre comigo estar.</a:t>
            </a:r>
            <a:br>
              <a:rPr sz="4400"/>
            </a:br>
            <a:r>
              <a:rPr b="1" i="1" lang="en-US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Comigo estar! Comigo estar! Sim, Jesus me promete,</a:t>
            </a:r>
            <a:br>
              <a:rPr sz="4400"/>
            </a:br>
            <a:r>
              <a:rPr b="1" i="1" lang="en-US" sz="4400" strike="noStrike" u="none">
                <a:solidFill>
                  <a:srgbClr val="e4f8f8"/>
                </a:solidFill>
                <a:effectLst/>
                <a:uFillTx/>
                <a:latin typeface="Arial"/>
              </a:rPr>
              <a:t>Sempre comigo estar.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2005-10-15T20:53:23Z</dcterms:created>
  <dc:creator>Montagna</dc:creator>
  <dc:description/>
  <dc:language>pt-BR</dc:language>
  <cp:lastModifiedBy>Junior</cp:lastModifiedBy>
  <dcterms:modified xsi:type="dcterms:W3CDTF">2005-10-16T11:14:12Z</dcterms:modified>
  <cp:revision>2</cp:revision>
  <dc:subject/>
  <dc:title>58 </dc:title>
</cp:coreProperties>
</file>