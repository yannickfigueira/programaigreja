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45F8FB-1492-4AFB-8A55-CECBDB89D0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AFBB17-5A34-4B76-9603-352BFE7012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509E2A1-B61A-4405-8727-AD47BF60E3A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012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512 - O AMOR INESGOTÁVEL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santo amor de Cristo, que não terá igual;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Sua vera graça, sublime e eternal,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misericórdia imensa como o mar,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qual ao céu atinge, com gozo, hei de cantar.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é inesgotável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amor de meu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Rico e Inefável; nada é comparável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amor de meu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Jesus andou no mundo, e o povo O procurou,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todas as angústias, sim, aos Seus pés deixou; E Seu amor brotava, qual rio divinal.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Pujante, forte, imenso, sanando todo o mal.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Também, nos olhos cegos pôs uma nova luz,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luz que nos dá vida, que já brilhou na cruz; E deu também às almas, a glória de Seu ser, Ao implantar Sua graça, e Seu real poder.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 O amor de Jesus Cristo, no mundo, é um fanal,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marca vitorioso a senda do ideal;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Embora passem os anos, é sempre eficaz,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Precioso é dar à alma incomparável paz.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2005-12-24T11:34:10Z</dcterms:created>
  <dc:creator>Junior</dc:creator>
  <dc:description/>
  <dc:language>pt-BR</dc:language>
  <cp:lastModifiedBy>Junior</cp:lastModifiedBy>
  <dcterms:modified xsi:type="dcterms:W3CDTF">2005-12-24T11:34:30Z</dcterms:modified>
  <cp:revision>1</cp:revision>
  <dc:subject/>
  <dc:title>512 - O AMOR INESGOTÁVEL </dc:title>
</cp:coreProperties>
</file>