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61CD5D-EDDB-4E06-BC49-9081B411AFA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FA7289-1595-4BFD-A6C4-BA11561E1E5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3BE3283-A526-4D40-86BB-4E685082656A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474 - Paz, Doce Paz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62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Paz, doce paz!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brota, lá da cruz;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 trouxe paz o sangue de Jesus.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62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Paz, doce paz!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Andar no Teu querer,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Cristo, a nós a paz vai nos trazer.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62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Paz, doce paz!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Pra todo o pecador!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Descanso e paz tereis no Salvador.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62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Paz, doce paz!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Paz na separação,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paz de Cristo dá consolação!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62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Paz, doce paz!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Enquanto ao meu porvir,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paz, sempre me fará fruir.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62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Paz, doce paz!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temo a morte, a dor,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venceu a morte e seu terror.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Paz, doce paz!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tardará Jesus,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nos dará celeste paz e luz. Amém.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2005-12-25T20:03:55Z</dcterms:created>
  <dc:creator>Junior</dc:creator>
  <dc:description/>
  <dc:language>pt-BR</dc:language>
  <cp:lastModifiedBy>Junior</cp:lastModifiedBy>
  <dcterms:modified xsi:type="dcterms:W3CDTF">2005-12-25T20:03:58Z</dcterms:modified>
  <cp:revision>1</cp:revision>
  <dc:subject/>
  <dc:title>474 - Paz, Doce Paz </dc:title>
</cp:coreProperties>
</file>