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7AED88-1BBE-422F-8704-59591F8C96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ECB73E-A8E1-4A98-A477-B6F14756BE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9DEA57-EA5B-44A0-BC23-F778C33D7A9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351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FELICIDADE DA SALVAÇÃO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felizes os que têm o alegre som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salvação real do nosso Deus,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eles têm ouvido num suave tom,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multidão que canta Iá no céu.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os filhos de Deus bem alegres estão,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Porém no céu prazer melhor terão,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gozos do cristão, apenas gotas são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Do mar de bênçãos, em Sido!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Secam-se do mundo os mananciais por fim,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Deixando aqui somente sequidão,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Porém, as fontes divinais não são assim,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sempre águas vivas manarão.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Santificado seja o nome Teu,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glorioso Deus de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2005-10-20T01:30:33Z</dcterms:created>
  <dc:creator>Montagna</dc:creator>
  <dc:description/>
  <dc:language>pt-BR</dc:language>
  <cp:lastModifiedBy>Montagna</cp:lastModifiedBy>
  <dcterms:modified xsi:type="dcterms:W3CDTF">2005-10-20T01:30:41Z</dcterms:modified>
  <cp:revision>2</cp:revision>
  <dc:subject/>
  <dc:title>351 - A FELICIDADE DA SALVAÇÃO</dc:title>
</cp:coreProperties>
</file>