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B92151-6CB3-4192-8DDB-C4DF19499D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1F11ED-85FB-482D-B1AD-030A691A2B6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6C0E208-64B4-494D-BB1C-D4EEF37E22A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590 - Contentamento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já contente estou: Tenho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alegria vou: Tenho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que o mundo traz,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 cedo se desfaz: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Tenho perfeita paz, paz em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posso envelhecer, nunca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posso empobrecer, nunca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me suprirá, sempre me valerá,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Nada me faltará, tendo Jesus.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 tudo aqui findar, menos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 Juiz chegar: é meu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 grato me há de ser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meu Rei descer.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Certo Ele irá dizer: “Sou teu Jesus!”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2005-12-26T23:15:38Z</dcterms:created>
  <dc:creator>Junior</dc:creator>
  <dc:description/>
  <dc:language>pt-BR</dc:language>
  <cp:lastModifiedBy>Junior</cp:lastModifiedBy>
  <dcterms:modified xsi:type="dcterms:W3CDTF">2005-12-26T23:15:40Z</dcterms:modified>
  <cp:revision>1</cp:revision>
  <dc:subject/>
  <dc:title>590 - Contentamento</dc:title>
</cp:coreProperties>
</file>