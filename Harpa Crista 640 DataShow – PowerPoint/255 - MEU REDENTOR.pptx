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media/image1.jpeg" ContentType="image/jpeg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36CFE72-4CB6-4D4E-949E-87D5B10CB48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indent="0">
              <a:spcBef>
                <a:spcPts val="799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1F50679-B1D7-4A69-860C-1D30CF39AC0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46B59082-801C-44CD-BC63-DADE0B9537B6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3"/>
    <p:sldLayoutId id="2147483650" r:id="rId4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4400" strike="noStrike" u="none">
                <a:solidFill>
                  <a:srgbClr val="e2e0fc"/>
                </a:solidFill>
                <a:effectLst/>
                <a:uFillTx/>
                <a:latin typeface="Arial"/>
              </a:rPr>
              <a:t>255</a:t>
            </a:r>
            <a:br>
              <a:rPr sz="4400"/>
            </a:br>
            <a:r>
              <a:rPr b="1" lang="pt-BR" sz="4400" strike="noStrike" u="none">
                <a:solidFill>
                  <a:srgbClr val="e2e0fc"/>
                </a:solidFill>
                <a:effectLst/>
                <a:uFillTx/>
                <a:latin typeface="Arial"/>
              </a:rPr>
              <a:t>MEU REDENTOR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6249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600" strike="noStrike" u="none">
                <a:solidFill>
                  <a:srgbClr val="e2e0fc"/>
                </a:solidFill>
                <a:effectLst/>
                <a:uFillTx/>
                <a:latin typeface="Arial"/>
              </a:rPr>
              <a:t>Na cruz morrendo meu Redentor;</a:t>
            </a:r>
            <a:br>
              <a:rPr sz="3600"/>
            </a:br>
            <a:r>
              <a:rPr b="0" lang="pt-BR" sz="3600" strike="noStrike" u="none">
                <a:solidFill>
                  <a:srgbClr val="e2e0fc"/>
                </a:solidFill>
                <a:effectLst/>
                <a:uFillTx/>
                <a:latin typeface="Arial"/>
              </a:rPr>
              <a:t>Minhas maldades todas levou;</a:t>
            </a:r>
            <a:br>
              <a:rPr sz="3600"/>
            </a:br>
            <a:r>
              <a:rPr b="0" lang="pt-BR" sz="3600" strike="noStrike" u="none">
                <a:solidFill>
                  <a:srgbClr val="e2e0fc"/>
                </a:solidFill>
                <a:effectLst/>
                <a:uFillTx/>
                <a:latin typeface="Arial"/>
              </a:rPr>
              <a:t>Se O recebes, tens Seu amor,</a:t>
            </a:r>
            <a:br>
              <a:rPr sz="3600"/>
            </a:br>
            <a:r>
              <a:rPr b="0" lang="pt-BR" sz="3600" strike="noStrike" u="none">
                <a:solidFill>
                  <a:srgbClr val="e2e0fc"/>
                </a:solidFill>
                <a:effectLst/>
                <a:uFillTx/>
                <a:latin typeface="Arial"/>
              </a:rPr>
              <a:t>Pois teus pecados, Jesus perdoou.</a:t>
            </a:r>
            <a:r>
              <a:rPr b="0" lang="en-US" sz="4400" strike="noStrike" u="none">
                <a:solidFill>
                  <a:srgbClr val="e2e0fc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603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pt-BR" sz="3600" strike="noStrike" u="none">
                <a:solidFill>
                  <a:srgbClr val="e2e0fc"/>
                </a:solidFill>
                <a:effectLst/>
                <a:uFillTx/>
                <a:latin typeface="Arial"/>
              </a:rPr>
              <a:t>Quando Deus, o sangue vir,</a:t>
            </a:r>
            <a:br>
              <a:rPr sz="3600"/>
            </a:br>
            <a:r>
              <a:rPr b="1" i="1" lang="pt-BR" sz="3600" strike="noStrike" u="none">
                <a:solidFill>
                  <a:srgbClr val="e2e0fc"/>
                </a:solidFill>
                <a:effectLst/>
                <a:uFillTx/>
                <a:latin typeface="Arial"/>
              </a:rPr>
              <a:t>Que Jesus já verteu, </a:t>
            </a:r>
            <a:br>
              <a:rPr sz="3600"/>
            </a:br>
            <a:r>
              <a:rPr b="1" i="1" lang="pt-BR" sz="3600" strike="noStrike" u="none">
                <a:solidFill>
                  <a:srgbClr val="e2e0fc"/>
                </a:solidFill>
                <a:effectLst/>
                <a:uFillTx/>
                <a:latin typeface="Arial"/>
              </a:rPr>
              <a:t>Passará sem te ferir,</a:t>
            </a:r>
            <a:br>
              <a:rPr sz="3600"/>
            </a:br>
            <a:r>
              <a:rPr b="1" i="1" lang="pt-BR" sz="3600" strike="noStrike" u="none">
                <a:solidFill>
                  <a:srgbClr val="e2e0fc"/>
                </a:solidFill>
                <a:effectLst/>
                <a:uFillTx/>
                <a:latin typeface="Arial"/>
              </a:rPr>
              <a:t>No Egito assim sucedeu.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600" cy="5891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600" strike="noStrike" u="none">
                <a:solidFill>
                  <a:srgbClr val="e2e0fc"/>
                </a:solidFill>
                <a:effectLst/>
                <a:uFillTx/>
                <a:latin typeface="Arial"/>
              </a:rPr>
              <a:t>Deus quer salvar ao vil malfeitor, </a:t>
            </a:r>
            <a:br>
              <a:rPr sz="3600"/>
            </a:br>
            <a:r>
              <a:rPr b="0" lang="pt-BR" sz="3600" strike="noStrike" u="none">
                <a:solidFill>
                  <a:srgbClr val="e2e0fc"/>
                </a:solidFill>
                <a:effectLst/>
                <a:uFillTx/>
                <a:latin typeface="Arial"/>
              </a:rPr>
              <a:t>Como promete, sempre fará; </a:t>
            </a:r>
            <a:br>
              <a:rPr sz="3600"/>
            </a:br>
            <a:r>
              <a:rPr b="0" lang="pt-BR" sz="3600" strike="noStrike" u="none">
                <a:solidFill>
                  <a:srgbClr val="e2e0fc"/>
                </a:solidFill>
                <a:effectLst/>
                <a:uFillTx/>
                <a:latin typeface="Arial"/>
              </a:rPr>
              <a:t>NEle confia, ó pecador,</a:t>
            </a:r>
            <a:br>
              <a:rPr sz="3600"/>
            </a:br>
            <a:r>
              <a:rPr b="0" lang="pt-BR" sz="3600" strike="noStrike" u="none">
                <a:solidFill>
                  <a:srgbClr val="e2e0fc"/>
                </a:solidFill>
                <a:effectLst/>
                <a:uFillTx/>
                <a:latin typeface="Arial"/>
              </a:rPr>
              <a:t>E pela fé vida nova terás.</a:t>
            </a:r>
            <a:r>
              <a:rPr b="0" lang="en-US" sz="4400" strike="noStrike" u="none">
                <a:solidFill>
                  <a:srgbClr val="e2e0fc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603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pt-BR" sz="3600" strike="noStrike" u="none">
                <a:solidFill>
                  <a:srgbClr val="e2e0fc"/>
                </a:solidFill>
                <a:effectLst/>
                <a:uFillTx/>
                <a:latin typeface="Arial"/>
              </a:rPr>
              <a:t>Quando Deus, o sangue vir,</a:t>
            </a:r>
            <a:br>
              <a:rPr sz="3600"/>
            </a:br>
            <a:r>
              <a:rPr b="1" i="1" lang="pt-BR" sz="3600" strike="noStrike" u="none">
                <a:solidFill>
                  <a:srgbClr val="e2e0fc"/>
                </a:solidFill>
                <a:effectLst/>
                <a:uFillTx/>
                <a:latin typeface="Arial"/>
              </a:rPr>
              <a:t>Que Jesus já verteu, </a:t>
            </a:r>
            <a:br>
              <a:rPr sz="3600"/>
            </a:br>
            <a:r>
              <a:rPr b="1" i="1" lang="pt-BR" sz="3600" strike="noStrike" u="none">
                <a:solidFill>
                  <a:srgbClr val="e2e0fc"/>
                </a:solidFill>
                <a:effectLst/>
                <a:uFillTx/>
                <a:latin typeface="Arial"/>
              </a:rPr>
              <a:t>Passará sem te ferir,</a:t>
            </a:r>
            <a:br>
              <a:rPr sz="3600"/>
            </a:br>
            <a:r>
              <a:rPr b="1" i="1" lang="pt-BR" sz="3600" strike="noStrike" u="none">
                <a:solidFill>
                  <a:srgbClr val="e2e0fc"/>
                </a:solidFill>
                <a:effectLst/>
                <a:uFillTx/>
                <a:latin typeface="Arial"/>
              </a:rPr>
              <a:t>No Egito assim sucedeu.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5962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600" strike="noStrike" u="none">
                <a:solidFill>
                  <a:srgbClr val="e2e0fc"/>
                </a:solidFill>
                <a:effectLst/>
                <a:uFillTx/>
                <a:latin typeface="Arial"/>
              </a:rPr>
              <a:t>Breve se finda a tua luz, </a:t>
            </a:r>
            <a:br>
              <a:rPr sz="3600"/>
            </a:br>
            <a:r>
              <a:rPr b="0" lang="pt-BR" sz="3600" strike="noStrike" u="none">
                <a:solidFill>
                  <a:srgbClr val="e2e0fc"/>
                </a:solidFill>
                <a:effectLst/>
                <a:uFillTx/>
                <a:latin typeface="Arial"/>
              </a:rPr>
              <a:t>E no juízo tu vais entrar;</a:t>
            </a:r>
            <a:br>
              <a:rPr sz="3600"/>
            </a:br>
            <a:r>
              <a:rPr b="0" lang="pt-BR" sz="3600" strike="noStrike" u="none">
                <a:solidFill>
                  <a:srgbClr val="e2e0fc"/>
                </a:solidFill>
                <a:effectLst/>
                <a:uFillTx/>
                <a:latin typeface="Arial"/>
              </a:rPr>
              <a:t>Não te detenhas, vem a Jesus, </a:t>
            </a:r>
            <a:br>
              <a:rPr sz="3600"/>
            </a:br>
            <a:r>
              <a:rPr b="0" lang="pt-BR" sz="3600" strike="noStrike" u="none">
                <a:solidFill>
                  <a:srgbClr val="e2e0fc"/>
                </a:solidFill>
                <a:effectLst/>
                <a:uFillTx/>
                <a:latin typeface="Arial"/>
              </a:rPr>
              <a:t>Que teus pecados deseja apagar.</a:t>
            </a:r>
            <a:r>
              <a:rPr b="0" lang="en-US" sz="4400" strike="noStrike" u="none">
                <a:solidFill>
                  <a:srgbClr val="e2e0fc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603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pt-BR" sz="3600" strike="noStrike" u="none">
                <a:solidFill>
                  <a:srgbClr val="e2e0fc"/>
                </a:solidFill>
                <a:effectLst/>
                <a:uFillTx/>
                <a:latin typeface="Arial"/>
              </a:rPr>
              <a:t>Quando Deus, o sangue vir,</a:t>
            </a:r>
            <a:br>
              <a:rPr sz="3600"/>
            </a:br>
            <a:r>
              <a:rPr b="1" i="1" lang="pt-BR" sz="3600" strike="noStrike" u="none">
                <a:solidFill>
                  <a:srgbClr val="e2e0fc"/>
                </a:solidFill>
                <a:effectLst/>
                <a:uFillTx/>
                <a:latin typeface="Arial"/>
              </a:rPr>
              <a:t>Que Jesus já verteu, </a:t>
            </a:r>
            <a:br>
              <a:rPr sz="3600"/>
            </a:br>
            <a:r>
              <a:rPr b="1" i="1" lang="pt-BR" sz="3600" strike="noStrike" u="none">
                <a:solidFill>
                  <a:srgbClr val="e2e0fc"/>
                </a:solidFill>
                <a:effectLst/>
                <a:uFillTx/>
                <a:latin typeface="Arial"/>
              </a:rPr>
              <a:t>Passará sem te ferir,</a:t>
            </a:r>
            <a:br>
              <a:rPr sz="3600"/>
            </a:br>
            <a:r>
              <a:rPr b="1" i="1" lang="pt-BR" sz="3600" strike="noStrike" u="none">
                <a:solidFill>
                  <a:srgbClr val="e2e0fc"/>
                </a:solidFill>
                <a:effectLst/>
                <a:uFillTx/>
                <a:latin typeface="Arial"/>
              </a:rPr>
              <a:t>No Egito assim sucedeu.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600" cy="6107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600" strike="noStrike" u="none">
                <a:solidFill>
                  <a:srgbClr val="e2e0fc"/>
                </a:solidFill>
                <a:effectLst/>
                <a:uFillTx/>
                <a:latin typeface="Arial"/>
              </a:rPr>
              <a:t>Que maravilha, que grande amor!</a:t>
            </a:r>
            <a:br>
              <a:rPr sz="3600"/>
            </a:br>
            <a:r>
              <a:rPr b="0" lang="pt-BR" sz="3600" strike="noStrike" u="none">
                <a:solidFill>
                  <a:srgbClr val="e2e0fc"/>
                </a:solidFill>
                <a:effectLst/>
                <a:uFillTx/>
                <a:latin typeface="Arial"/>
              </a:rPr>
              <a:t>Se hoje creres, salvo serás!</a:t>
            </a:r>
            <a:br>
              <a:rPr sz="3600"/>
            </a:br>
            <a:r>
              <a:rPr b="0" lang="pt-BR" sz="3600" strike="noStrike" u="none">
                <a:solidFill>
                  <a:srgbClr val="e2e0fc"/>
                </a:solidFill>
                <a:effectLst/>
                <a:uFillTx/>
                <a:latin typeface="Arial"/>
              </a:rPr>
              <a:t>Cristo te chama, vem pecador,</a:t>
            </a:r>
            <a:br>
              <a:rPr sz="3600"/>
            </a:br>
            <a:r>
              <a:rPr b="0" lang="pt-BR" sz="3600" strike="noStrike" u="none">
                <a:solidFill>
                  <a:srgbClr val="e2e0fc"/>
                </a:solidFill>
                <a:effectLst/>
                <a:uFillTx/>
                <a:latin typeface="Arial"/>
              </a:rPr>
              <a:t>E gozo eterno no céu fruirás</a:t>
            </a:r>
            <a:r>
              <a:rPr b="0" lang="pt-BR" sz="4400" strike="noStrike" u="none">
                <a:solidFill>
                  <a:srgbClr val="e2e0fc"/>
                </a:solidFill>
                <a:effectLst/>
                <a:uFillTx/>
                <a:latin typeface="Arial"/>
              </a:rPr>
              <a:t>.</a:t>
            </a:r>
            <a:r>
              <a:rPr b="0" lang="pt-BR" sz="1600" strike="noStrike" u="none">
                <a:solidFill>
                  <a:srgbClr val="e2e0fc"/>
                </a:solidFill>
                <a:effectLst/>
                <a:uFillTx/>
                <a:latin typeface="Arial"/>
              </a:rPr>
              <a:t>	</a:t>
            </a:r>
            <a:r>
              <a:rPr b="0" lang="pt-BR" sz="1600" strike="noStrike" u="none">
                <a:solidFill>
                  <a:srgbClr val="e2e0fc"/>
                </a:solidFill>
                <a:effectLst/>
                <a:uFillTx/>
                <a:latin typeface="Arial"/>
              </a:rPr>
              <a:t>F.V.</a:t>
            </a:r>
            <a:r>
              <a:rPr b="0" lang="en-US" sz="4400" strike="noStrike" u="none">
                <a:solidFill>
                  <a:srgbClr val="e2e0fc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603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pt-BR" sz="3600" strike="noStrike" u="none">
                <a:solidFill>
                  <a:srgbClr val="e2e0fc"/>
                </a:solidFill>
                <a:effectLst/>
                <a:uFillTx/>
                <a:latin typeface="Arial"/>
              </a:rPr>
              <a:t>Quando Deus, o sangue vir,</a:t>
            </a:r>
            <a:br>
              <a:rPr sz="3600"/>
            </a:br>
            <a:r>
              <a:rPr b="1" i="1" lang="pt-BR" sz="3600" strike="noStrike" u="none">
                <a:solidFill>
                  <a:srgbClr val="e2e0fc"/>
                </a:solidFill>
                <a:effectLst/>
                <a:uFillTx/>
                <a:latin typeface="Arial"/>
              </a:rPr>
              <a:t>Que Jesus já verteu, </a:t>
            </a:r>
            <a:br>
              <a:rPr sz="3600"/>
            </a:br>
            <a:r>
              <a:rPr b="1" i="1" lang="pt-BR" sz="3600" strike="noStrike" u="none">
                <a:solidFill>
                  <a:srgbClr val="e2e0fc"/>
                </a:solidFill>
                <a:effectLst/>
                <a:uFillTx/>
                <a:latin typeface="Arial"/>
              </a:rPr>
              <a:t>Passará sem te ferir,</a:t>
            </a:r>
            <a:br>
              <a:rPr sz="3600"/>
            </a:br>
            <a:r>
              <a:rPr b="1" i="1" lang="pt-BR" sz="3600" strike="noStrike" u="none">
                <a:solidFill>
                  <a:srgbClr val="e2e0fc"/>
                </a:solidFill>
                <a:effectLst/>
                <a:uFillTx/>
                <a:latin typeface="Arial"/>
              </a:rPr>
              <a:t>No Egito assim sucedeu.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2005-10-18T18:58:24Z</dcterms:created>
  <dc:creator>Montagna</dc:creator>
  <dc:description/>
  <dc:language>pt-BR</dc:language>
  <cp:lastModifiedBy>Junior</cp:lastModifiedBy>
  <dcterms:modified xsi:type="dcterms:W3CDTF">2005-11-20T18:12:56Z</dcterms:modified>
  <cp:revision>3</cp:revision>
  <dc:subject/>
  <dc:title>255 - MEU REDENTOR</dc:title>
</cp:coreProperties>
</file>