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E9BBBF-7B50-47A8-A9BF-EF4E85DEE2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AB1A75-A19C-4CFA-9D31-09B0276282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B95221-EEF8-4FB8-AE37-5945921275E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374 – Vida Abundante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queremos ter vida abundante.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pureza e de santidade,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amarmos a Deus em verdade, Pela graça que Ele nos deu.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nos dar Tua vida abundante,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amado e divino Senhor;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vida de gozo exultante,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Abundante no Consolador.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queremos ter vida abundante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amor, que o Pai nos tem dado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Jesus, o Seu Filho amado,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Cuja vida por nós derramou.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nos dar Tua vida abundante,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amado e divino Senhor;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vida de gozo exultante,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Abundante no Consolador.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queremos ter vida abundante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a veraz fortaleza,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dá do perdão a certeza.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nos encha de consolação.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nos dar Tua vida abundante,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amado e divino Senhor;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vida de gozo exultante,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Abundante no Consolador.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2005-12-26T19:38:59Z</dcterms:created>
  <dc:creator>Junior</dc:creator>
  <dc:description/>
  <dc:language>pt-BR</dc:language>
  <cp:lastModifiedBy>Junior</cp:lastModifiedBy>
  <dcterms:modified xsi:type="dcterms:W3CDTF">2005-12-26T19:39:00Z</dcterms:modified>
  <cp:revision>1</cp:revision>
  <dc:subject/>
  <dc:title>374 – Vida Abundante</dc:title>
</cp:coreProperties>
</file>