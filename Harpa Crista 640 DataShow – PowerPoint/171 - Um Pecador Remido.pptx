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A746C5-0A37-439D-A0CA-361ADE9C5E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5DEE52-6932-41CA-A4F9-2B196AE85C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1A307D-586A-489D-A4D1-7D373DB0892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-304920" y="-2142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171</a:t>
            </a:r>
            <a:br>
              <a:rPr sz="4800"/>
            </a:br>
            <a:r>
              <a:rPr b="1" lang="pt-BR" sz="4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UM PECADOR REMIDO</a:t>
            </a:r>
            <a:br>
              <a:rPr sz="4800"/>
            </a:b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 um pecador, andava sem Jesus,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Não tinha esperança, nem divina luz;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Hoje sou remido, Cristo me salvou,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Co'o Seu sangue me lavou!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68000" y="274680"/>
            <a:ext cx="821844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amor me concedeu Jesus, Gozo santo e celeste luz;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Cristo, breve, do céu descerá,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consigo, então, me levará.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24000" y="274320"/>
            <a:ext cx="83628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Consolador já veio em mim morar,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Palavra santa veio iluminar;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Quero ser guiado por tão clara luz,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a Cristo me conduz.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68000" y="274680"/>
            <a:ext cx="821844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amor me concedeu Jesus, Gozo santo e celeste luz;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Cristo, breve, do céu descerá,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consigo, então, me levará.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95280" y="274320"/>
            <a:ext cx="829152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Vem, Jesus amado, vem sem demorar,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estou ansioso p'ra no céu entrar;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Vem sem mais tardança, faz raiar a luz,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"Ora vem, Senhor Jesus"</a:t>
            </a:r>
            <a:br>
              <a:rPr sz="40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68000" y="274680"/>
            <a:ext cx="821844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amor me concedeu Jesus, Gozo santo e celeste luz;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Cristo, breve, do céu descerá,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consigo, então, me levará.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95280" y="274680"/>
            <a:ext cx="829152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Queres, pecador, gozar a salvação?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Vem a Cristo, hoje, receber perdão,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aceita, pobre pecador,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Nos Seus braços de amor!</a:t>
            </a: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br>
              <a:rPr sz="1400"/>
            </a:b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                                                                           </a:t>
            </a: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P.L.M.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8000" y="274680"/>
            <a:ext cx="821844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amor me concedeu Jesus, Gozo santo e celeste luz;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Cristo, breve, do céu descerá,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consigo, então, me levará.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2005-10-16T01:44:02Z</dcterms:created>
  <dc:creator>Montagna</dc:creator>
  <dc:description/>
  <dc:language>pt-BR</dc:language>
  <cp:lastModifiedBy>User041</cp:lastModifiedBy>
  <dcterms:modified xsi:type="dcterms:W3CDTF">2006-06-18T19:19:27Z</dcterms:modified>
  <cp:revision>4</cp:revision>
  <dc:subject/>
  <dc:title>171 - UM PECADOR REMIDO </dc:title>
</cp:coreProperties>
</file>