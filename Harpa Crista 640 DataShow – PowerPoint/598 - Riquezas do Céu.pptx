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BDC37B-829A-4656-B790-407B082CF6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E1853F-D8F7-4D17-981C-7C83790E00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9E19D42-68A8-44D6-960D-6AD689D35BD6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598 – Riquezas do Céu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buscai, não as riquezas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Deste mundo de incertezas!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do Céu não têm tristezas: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buscai-as, sim, buscai!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buscai. não as loucuras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só trazem amarguras.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as eternais venturas: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buscai-as, sim. buscai!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 Jesus primeiro,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real, fiel Cordeiro!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Nele há gozo verdadeiro: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buscai-o, sim, buscai!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buscai Jesus bendito,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amor é infinito,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Inefável, inaudito: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buscai-o, sim, buscai!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 a santidade,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pureza, a caridade!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temor, com humildade,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buscai-as! sim, buscai!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 imitadores,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Sede bons trabalhadores!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buscai os pecadores: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buscai-os, sim, buscai!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amor, a convidá-los.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agora procurá-los,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manda chamá-los: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buscai-os, sim, buscai!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2005-12-26T23:36:36Z</dcterms:created>
  <dc:creator>Junior</dc:creator>
  <dc:description/>
  <dc:language>pt-BR</dc:language>
  <cp:lastModifiedBy>Junior</cp:lastModifiedBy>
  <dcterms:modified xsi:type="dcterms:W3CDTF">2005-12-26T23:36:37Z</dcterms:modified>
  <cp:revision>1</cp:revision>
  <dc:subject/>
  <dc:title>598 – Riquezas do Céu </dc:title>
</cp:coreProperties>
</file>