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452E64-F0B5-4160-963F-9FE92CE0F3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E29293-FE68-4575-9F4C-C6BF7DED09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572A70-7462-487C-98EA-2CAF020F5C2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438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VOLTAI-VOS PARA MIM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a nós falou Jesus: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"Voltai-vos para Mim,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salvação. a paz, a luz,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Encontrareis enfim".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esperai o bom Jesus,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estrela da manhã,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ao céu a vós conduz;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Deixai a vida vã!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Jesus vos disse assim: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"Dá vida, água sou,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quem tem sede venha a Mim,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graça o dom lhe dou".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seu ventre sairão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glória ao Salvador,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Torrentes vivas, que serão: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paz, a fé, o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Ainda assim falou Jesus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,todo o pecador: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"O vinde a Mim, Eu sou a luz,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brilha com fulgor";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tu, que jazes, ó mortal,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trevas de horror,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vem p'ra luz celestial,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Cristo, o Salvador!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que remidos dEle são,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Seus passos vão seguir;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Sua justiça, e Seu perdão,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graça vão fruir,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tudo para mim;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Rei, e meu Senhor;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Olhando, eu tenho sim,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 real vigor!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2005-10-21T10:23:18Z</dcterms:created>
  <dc:creator>Montagna</dc:creator>
  <dc:description/>
  <dc:language>pt-BR</dc:language>
  <cp:lastModifiedBy>Montagna</cp:lastModifiedBy>
  <dcterms:modified xsi:type="dcterms:W3CDTF">2005-10-21T10:24:42Z</dcterms:modified>
  <cp:revision>3</cp:revision>
  <dc:subject/>
  <dc:title>438- VOLTAI-VOS PARA MIM</dc:title>
</cp:coreProperties>
</file>