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80EAE-B2A5-4ADD-9424-F5CCF1812F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A1C39-E2D0-4E59-9198-9A91A12B1E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82F924-077F-490D-87FA-042820BF551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496 – Jesus Me Tirou da Lama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Jazia num lago de fama, de horror,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tinha esperança em mim, pecador,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tenho clamado a Jesus Salvador,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fora do lago me tirou o Senhor.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Dum lago horrível Jesus me tirou,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rocha meus pós firmou!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novo canto em mim soou,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Salvador, Aleluia!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Agora desejo a Cristo seguir,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todo o meu ser eu O quero sentir,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salvou-me a fim de O servir,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Seu gozo, eu também fruir.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Somente eu quero servir ao Senhor, Com todo prazer e com muito fervor, Assim vou andar de valor em valor, Na luz gloriosa do Consolador! 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Pra sempre agora eu proclamarei,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"Foi crendo em Cristo que me libertei,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foi no Seu sangue que me lavei,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 eterna mais me firmarei!"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2005-12-24T19:15:25Z</dcterms:created>
  <dc:creator>Junior</dc:creator>
  <dc:description/>
  <dc:language>pt-BR</dc:language>
  <cp:lastModifiedBy>Junior</cp:lastModifiedBy>
  <dcterms:modified xsi:type="dcterms:W3CDTF">2005-12-24T19:15:27Z</dcterms:modified>
  <cp:revision>1</cp:revision>
  <dc:subject/>
  <dc:title>496 – Jesus Me Tirou da Lama </dc:title>
</cp:coreProperties>
</file>