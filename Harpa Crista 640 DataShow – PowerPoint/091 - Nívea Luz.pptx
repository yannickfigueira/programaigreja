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E5EA02-0BFB-45A9-ADA6-C144BCA294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9D35F1-F8A0-47CC-B04B-0F55DD60B9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5657C8-0202-458E-8F79-5408537F00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B94E89-ABCA-474B-9A8C-73588375DC5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91</a:t>
            </a:r>
            <a:br>
              <a:rPr sz="4400"/>
            </a:br>
            <a:r>
              <a:rPr b="1" lang="pt-BR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 NÍVEA LUZ</a:t>
            </a:r>
            <a:r>
              <a:rPr b="1" lang="pt-BR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	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432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Jesus, eu almejo a pureza do céu,</a:t>
            </a:r>
            <a:br>
              <a:rPr sz="4000"/>
            </a:br>
            <a:r>
              <a:rPr b="0" lang="en-US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 Tua linda presença no coração meu. </a:t>
            </a:r>
            <a:br>
              <a:rPr sz="4000"/>
            </a:br>
            <a:r>
              <a:rPr b="0" lang="en-US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Os ídolos quebro, me toma Jesus;</a:t>
            </a:r>
            <a:br>
              <a:rPr sz="4000"/>
            </a:br>
            <a:r>
              <a:rPr b="0" lang="en-US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O dá-me a pureza da nívea luz.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38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Nívea luz, a nívea luz,</a:t>
            </a:r>
            <a:br>
              <a:rPr sz="4400"/>
            </a:br>
            <a:r>
              <a:rPr b="1" i="1" lang="en-US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O dá-me a pureza da nívea luz.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76280"/>
            <a:ext cx="9144000" cy="39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Jesus, me acode enquanto lidar, </a:t>
            </a:r>
            <a:br>
              <a:rPr sz="4000"/>
            </a:br>
            <a:r>
              <a:rPr b="0" lang="en-US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A colocar tudo no santo altar;</a:t>
            </a:r>
            <a:br>
              <a:rPr sz="4000"/>
            </a:br>
            <a:r>
              <a:rPr b="0" lang="en-US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A Ti me entrego; nas chamas me pus; O dá-me a pureza da nívea luz!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38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Nívea luz, a nívea luz,</a:t>
            </a:r>
            <a:br>
              <a:rPr sz="4400"/>
            </a:br>
            <a:r>
              <a:rPr b="1" i="1" lang="en-US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O dá-me a pureza da nívea luz.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1052280"/>
            <a:ext cx="914400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Jesus, com instância, humilde, roguei Que o sangue perfeito pureza me dê; Me lava na fonte aberta na cruz;</a:t>
            </a:r>
            <a:br>
              <a:rPr sz="4000"/>
            </a:br>
            <a:r>
              <a:rPr b="0" lang="en-US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 O dá-me a pureza da nívea luz!</a:t>
            </a:r>
            <a:br>
              <a:rPr sz="4000"/>
            </a:b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1052280"/>
            <a:ext cx="9144000" cy="388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Nívea luz, a nívea luz,</a:t>
            </a:r>
            <a:br>
              <a:rPr sz="4400"/>
            </a:br>
            <a:r>
              <a:rPr b="1" i="1" lang="en-US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O dá-me a pureza da nívea luz.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836640"/>
            <a:ext cx="9144000" cy="424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Jesus, neste instante, espero a mão</a:t>
            </a:r>
            <a:br>
              <a:rPr sz="4000"/>
            </a:b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Que há de criár-me o bom coração;</a:t>
            </a:r>
            <a:br>
              <a:rPr sz="4000"/>
            </a:b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Aqueles que o Espírito </a:t>
            </a:r>
            <a:br>
              <a:rPr sz="4000"/>
            </a:b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Pedem de Deus,</a:t>
            </a:r>
            <a:br>
              <a:rPr sz="4000"/>
            </a:b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Dás sempre a pureza da nívea luz!</a:t>
            </a:r>
            <a:br>
              <a:rPr sz="4000"/>
            </a:br>
            <a:br>
              <a:rPr sz="4000"/>
            </a:b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	</a:t>
            </a:r>
            <a:r>
              <a:rPr b="0" lang="pt-BR" sz="16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J.H.N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1052280"/>
            <a:ext cx="9144000" cy="316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Nívea luz, a nívea luz,</a:t>
            </a:r>
            <a:br>
              <a:rPr sz="4400"/>
            </a:br>
            <a:r>
              <a:rPr b="1" i="1" lang="en-US" sz="4400" strike="noStrike" u="none">
                <a:solidFill>
                  <a:srgbClr val="cdd9ff"/>
                </a:solidFill>
                <a:effectLst/>
                <a:uFillTx/>
                <a:latin typeface="Arial"/>
              </a:rPr>
              <a:t>O dá-me a pureza da nívea luz.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2005-10-15T22:34:45Z</dcterms:created>
  <dc:creator>Montagna</dc:creator>
  <dc:description/>
  <dc:language>pt-BR</dc:language>
  <cp:lastModifiedBy>Junior</cp:lastModifiedBy>
  <dcterms:modified xsi:type="dcterms:W3CDTF">2005-10-16T21:03:11Z</dcterms:modified>
  <cp:revision>4</cp:revision>
  <dc:subject/>
  <dc:title>NÍVEA LUZ 91 </dc:title>
</cp:coreProperties>
</file>