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414F5FA-8DD7-4AB6-802C-208A30F8B5F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72EF9A9-C09A-42E0-8A66-B2FFE62426F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3679BFB-CAC5-4715-BD2B-2748A94E16EF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0" y="2057040"/>
            <a:ext cx="91440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184</a:t>
            </a:r>
            <a:br>
              <a:rPr sz="4000"/>
            </a:b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MEU JESUS! MEU JESUS!</a:t>
            </a: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meu terno Salvador,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Cantarei o imenso amor,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Dando glória e louvor a Jesus,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das trevas me chamou,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cadeias me livrou,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da morte me salvou meu Jesus!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Meu Jesus! Meu Jesus!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precioso é o nome de Jesus!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Seu sangue me limpou;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Seu gozo me fartou;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que graça me mandou,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Meu Jesus.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que triste condição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do ímpio coração;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 salvou da perdição; meu Jesus;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 pecado, o perdão;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Da ruína, salvação;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tristeza, galardão, meu Jesus!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Meu Jesus! Meu Jesus!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precioso é o nome de Jesus!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Seu sangue me limpou;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Seu gozo me fartou;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que graça me mandou,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Meu Jesus.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Pelo mundo a vagar.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Solitário sem parar,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Sem a doce paz gozar de Jesus;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Todo pranto a sofrer,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Hão passados, e prazer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Já começo a receber de Jesus.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Meu Jesus! Meu Jesus!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precioso é o nome de Jesus!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Seu sangue me limpou;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Seu gozo me fartou;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que graça me mandou,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Meu Jesus.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que sangue remidor,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Encontrei no Salvador,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Sangue purificador, de Jesus!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Dai louvores em ação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Da bendita salvação!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Hinos dai por gratidão a Jesus!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Meu Jesus! Meu Jesus!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precioso é o nome de Jesus!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Seu sangue me limpou;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Seu gozo me fartou;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que graça me mandou,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Meu Jesus.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2005-12-23T13:56:02Z</dcterms:created>
  <dc:creator>Junior</dc:creator>
  <dc:description/>
  <dc:language>pt-BR</dc:language>
  <cp:lastModifiedBy>Junior</cp:lastModifiedBy>
  <dcterms:modified xsi:type="dcterms:W3CDTF">2005-12-23T13:56:13Z</dcterms:modified>
  <cp:revision>1</cp:revision>
  <dc:subject/>
  <dc:title> 184 MEU JESUS! MEU JESUS! </dc:title>
</cp:coreProperties>
</file>