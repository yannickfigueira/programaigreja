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A45423-52D6-4284-8BF2-6E6E6144D2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076595-818C-4F56-AFDA-4ECC5108736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7B2ABD7-AD40-45BF-986A-97263CF0993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282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SANGUE PRECIOSO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sangue precioso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Saiu do Salvador!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 sangue glorioso,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lava o pecador!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o sangue que Jesus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cruz derramou;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o sangue de Jesus,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coração Ia vou!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Irmãos, nos recordemos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o sangue nos lavou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Alegres, jubilemos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sangue nos comprou!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o sangue que Jesus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cruz derramou;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o sangue de Jesus,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coração Ia vou!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glória está sentado,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meu Redentor!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trono coroado,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meu intercessor!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o sangue que Jesus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cruz derramou;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o sangue de Jesus,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coração Ia vou!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que assim resistes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meigo Salvador?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Aceita o Seu convite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Pras bodas de amor.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o sangue que Jesus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cruz derramou;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o sangue de Jesus,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coração Ia vou!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2005-12-24T08:39:20Z</dcterms:created>
  <dc:creator>Junior</dc:creator>
  <dc:description/>
  <dc:language>pt-BR</dc:language>
  <cp:lastModifiedBy>Junior</cp:lastModifiedBy>
  <dcterms:modified xsi:type="dcterms:W3CDTF">2005-12-24T08:39:34Z</dcterms:modified>
  <cp:revision>1</cp:revision>
  <dc:subject/>
  <dc:title>282 QUE SANGUE PRECIOSO </dc:title>
</cp:coreProperties>
</file>