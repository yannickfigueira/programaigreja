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9A56AE-6B33-4504-AB28-164E0C85DC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12C883-999C-4EAD-B306-ADDD446BD4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65CBB63-8842-48A6-88B3-D211AD418F5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622 - Tão Grato me é Lembrar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Tão grato me é lembrar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cada dia estou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perto do celeste lar,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que morar eu vou!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Cada vez mais perto do lar,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Perto do meu eterno lar,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que morar eu vou.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breve vou partir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onde não há dor.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Delícias no céu vou fruir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Naquele lar de amor.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Cada vez mais perto do lar,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Perto do meu eterno lar,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que morar eu vou.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Mestre, que leal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seja sempre aqui!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quero junto aos salvos mil 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Contigo estar ai.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Cada vez mais perto do lar,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Perto do meu eterno lar,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que morar eu vou.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2005-12-27T15:47:14Z</dcterms:created>
  <dc:creator>Junior</dc:creator>
  <dc:description/>
  <dc:language>pt-BR</dc:language>
  <cp:lastModifiedBy>Junior</cp:lastModifiedBy>
  <dcterms:modified xsi:type="dcterms:W3CDTF">2005-12-27T15:47:17Z</dcterms:modified>
  <cp:revision>1</cp:revision>
  <dc:subject/>
  <dc:title>622 - Tão Grato me é Lembrar</dc:title>
</cp:coreProperties>
</file>