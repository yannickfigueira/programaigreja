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331244-E268-4D1A-8DFB-3560D893B7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7FE87-D189-4545-B526-599E0AC77E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4ADC84-7CB9-4691-AA4F-108AE2C905C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105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GLORIOSA ESPERANÇA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Possuis em ti. á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gloriosa esperança?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Cristo tua confiança,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sustenta com vigor?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á Jesus,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concede segurança.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nada mais te satisfaz,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no mundo, ó perdido,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te sentes abatido,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há de ser a tua paz?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é Jesus, á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me deixa desvalido.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o teu fim chegar,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cobrir o véu da morte,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há de ser a tua sorte?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Irás sofrer? Irás gozar?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é Jesus,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tornou, de fraco, forte.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vem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dar o teu primeiro passo;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é a força do teu braço,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fará um vencedor?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é Jesus,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é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ela quebro todos os laços.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2005-12-23T10:54:46Z</dcterms:created>
  <dc:creator>Junior</dc:creator>
  <dc:description/>
  <dc:language>pt-BR</dc:language>
  <cp:lastModifiedBy>Junior</cp:lastModifiedBy>
  <dcterms:modified xsi:type="dcterms:W3CDTF">2005-12-23T10:55:38Z</dcterms:modified>
  <cp:revision>1</cp:revision>
  <dc:subject/>
  <dc:title>105 A GLORIOSA ESPERANÇA </dc:title>
</cp:coreProperties>
</file>