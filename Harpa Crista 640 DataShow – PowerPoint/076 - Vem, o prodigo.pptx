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media/image1.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002C6A7-6BBC-4D7B-BF79-63AA797ECEE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CC343F5-E75B-4171-B0C9-B1710EEA5A1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C54D6D2-3EB9-4AB7-9FD5-B48C99E30C4A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10920" y="1700280"/>
            <a:ext cx="7846920" cy="1944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76</a:t>
            </a:r>
            <a:br>
              <a:rPr sz="4000"/>
            </a:br>
            <a:r>
              <a:rPr b="1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VEM, O PRÓDIGO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620280"/>
            <a:ext cx="9144000" cy="4824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Vem, ó pródigo, vem sem tardar,</a:t>
            </a:r>
            <a:br>
              <a:rPr sz="4000"/>
            </a:b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Te chama Deus, </a:t>
            </a:r>
            <a:br>
              <a:rPr sz="4000"/>
            </a:b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Ouve-O chamando, sim, </a:t>
            </a:r>
            <a:br>
              <a:rPr sz="4000"/>
            </a:b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Chamando a ti;</a:t>
            </a:r>
            <a:br>
              <a:rPr sz="4000"/>
            </a:b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Tu, que vagas errante </a:t>
            </a:r>
            <a:br>
              <a:rPr sz="4000"/>
            </a:b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Escuta a voz dos céus, </a:t>
            </a:r>
            <a:br>
              <a:rPr sz="4000"/>
            </a:b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Ó escuta a voz de amor.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692280"/>
            <a:ext cx="9144000" cy="4465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Deus espera por ti, </a:t>
            </a:r>
            <a:br>
              <a:rPr sz="4400"/>
            </a:br>
            <a:r>
              <a:rPr b="1" i="1" lang="en-US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Perdido, pródigo, vem;</a:t>
            </a:r>
            <a:br>
              <a:rPr sz="4400"/>
            </a:br>
            <a:r>
              <a:rPr b="1" i="1" lang="en-US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Deus espera por ti, </a:t>
            </a:r>
            <a:br>
              <a:rPr sz="4400"/>
            </a:br>
            <a:r>
              <a:rPr b="1" i="1" lang="en-US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Perdido, pródigo, vem</a:t>
            </a:r>
            <a:br>
              <a:rPr sz="4400"/>
            </a:b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907920"/>
            <a:ext cx="9144000" cy="432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Com paciência e ternura</a:t>
            </a:r>
            <a:br>
              <a:rPr sz="4000"/>
            </a:b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Te chama o Senhor, </a:t>
            </a:r>
            <a:br>
              <a:rPr sz="4000"/>
            </a:b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Ouve-O chamando, sim, </a:t>
            </a:r>
            <a:br>
              <a:rPr sz="4000"/>
            </a:b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Chamando a ti; </a:t>
            </a:r>
            <a:br>
              <a:rPr sz="4000"/>
            </a:b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Vem enquanto te chama o meigo Salvador, Ó escuta a voz de amor!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549000"/>
            <a:ext cx="9144000" cy="4895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Deus espera por ti, </a:t>
            </a:r>
            <a:br>
              <a:rPr sz="4400"/>
            </a:br>
            <a:r>
              <a:rPr b="1" i="1" lang="en-US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Perdido, pródigo, vem;</a:t>
            </a:r>
            <a:br>
              <a:rPr sz="4400"/>
            </a:br>
            <a:r>
              <a:rPr b="1" i="1" lang="en-US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Deus espera por ti, </a:t>
            </a:r>
            <a:br>
              <a:rPr sz="4400"/>
            </a:br>
            <a:r>
              <a:rPr b="1" i="1" lang="en-US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Perdido, pródigo, vem</a:t>
            </a:r>
            <a:br>
              <a:rPr sz="4400"/>
            </a:b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620280"/>
            <a:ext cx="9144000" cy="5545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Lá na casa do Pai, </a:t>
            </a:r>
            <a:br>
              <a:rPr sz="4000"/>
            </a:b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Abundância há de pão; </a:t>
            </a:r>
            <a:br>
              <a:rPr sz="4000"/>
            </a:b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Ouve-O chamando, sim, </a:t>
            </a:r>
            <a:br>
              <a:rPr sz="4000"/>
            </a:b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Chamando a ti;</a:t>
            </a:r>
            <a:br>
              <a:rPr sz="4000"/>
            </a:b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Já está pronta a mesa </a:t>
            </a:r>
            <a:br>
              <a:rPr sz="4000"/>
            </a:b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Com toda a provisão,</a:t>
            </a:r>
            <a:br>
              <a:rPr sz="4000"/>
            </a:b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Ó escuta a voz de amor!</a:t>
            </a: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br>
              <a:rPr sz="4000"/>
            </a:br>
            <a:br>
              <a:rPr sz="4000"/>
            </a:b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P.L.M.</a:t>
            </a:r>
            <a:br>
              <a:rPr sz="4000"/>
            </a:b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765000"/>
            <a:ext cx="9144000" cy="4824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Deus espera por ti, </a:t>
            </a:r>
            <a:br>
              <a:rPr sz="4400"/>
            </a:br>
            <a:r>
              <a:rPr b="1" i="1" lang="en-US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Perdido, pródigo, vem;</a:t>
            </a:r>
            <a:br>
              <a:rPr sz="4400"/>
            </a:br>
            <a:r>
              <a:rPr b="1" i="1" lang="en-US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Deus espera por ti, </a:t>
            </a:r>
            <a:br>
              <a:rPr sz="4400"/>
            </a:br>
            <a:r>
              <a:rPr b="1" i="1" lang="en-US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Perdido, pródigo, vem</a:t>
            </a:r>
            <a:br>
              <a:rPr sz="4400"/>
            </a:b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2005-10-15T21:36:34Z</dcterms:created>
  <dc:creator>Montagna</dc:creator>
  <dc:description/>
  <dc:language>pt-BR</dc:language>
  <cp:lastModifiedBy>Junior</cp:lastModifiedBy>
  <dcterms:modified xsi:type="dcterms:W3CDTF">2005-10-16T13:43:41Z</dcterms:modified>
  <cp:revision>2</cp:revision>
  <dc:subject/>
  <dc:title>76 </dc:title>
</cp:coreProperties>
</file>