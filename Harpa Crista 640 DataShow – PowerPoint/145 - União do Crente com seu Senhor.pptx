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14CE11-0CBA-402A-BD4F-7A610257784A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0" y="0"/>
            <a:ext cx="9144000" cy="546120"/>
            <a:chOff x="0" y="0"/>
            <a:chExt cx="9144000" cy="54612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285840" cy="53352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412920" y="135000"/>
              <a:ext cx="8731080" cy="27468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409680" y="135000"/>
              <a:ext cx="137880" cy="141120"/>
            </a:xfrm>
            <a:prstGeom prst="rect">
              <a:avLst/>
            </a:prstGeom>
            <a:solidFill>
              <a:srgbClr val="ccc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47560" y="0"/>
              <a:ext cx="139680" cy="138240"/>
            </a:xfrm>
            <a:prstGeom prst="rect">
              <a:avLst/>
            </a:prstGeom>
            <a:solidFill>
              <a:srgbClr val="ccc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547560" y="135000"/>
              <a:ext cx="139680" cy="141120"/>
            </a:xfrm>
            <a:prstGeom prst="rect">
              <a:avLst/>
            </a:prstGeom>
            <a:solidFill>
              <a:srgbClr val="9999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274680" y="274680"/>
              <a:ext cx="136440" cy="138240"/>
            </a:xfrm>
            <a:prstGeom prst="rect">
              <a:avLst/>
            </a:prstGeom>
            <a:solidFill>
              <a:srgbClr val="ccc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131760" y="136440"/>
              <a:ext cx="141120" cy="138240"/>
            </a:xfrm>
            <a:prstGeom prst="rect">
              <a:avLst/>
            </a:prstGeom>
            <a:solidFill>
              <a:srgbClr val="0000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09680" y="271440"/>
              <a:ext cx="137880" cy="138240"/>
            </a:xfrm>
            <a:prstGeom prst="rect">
              <a:avLst/>
            </a:prstGeom>
            <a:solidFill>
              <a:srgbClr val="9999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274680" y="409680"/>
              <a:ext cx="136440" cy="136440"/>
            </a:xfrm>
            <a:prstGeom prst="rect">
              <a:avLst/>
            </a:prstGeom>
            <a:solidFill>
              <a:srgbClr val="9999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" name="PlaceHolder 3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57200" y="1980720"/>
            <a:ext cx="8229600" cy="388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9999cc"/>
              </a:buClr>
              <a:buSzPct val="80000"/>
              <a:buFont typeface="Wingdings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7d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9999cc"/>
              </a:buClr>
              <a:buSzPct val="70000"/>
              <a:buFont typeface="Wingdings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7d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dt" idx="3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3505320" cy="685800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1716120" y="1690560"/>
              <a:ext cx="7427880" cy="2533680"/>
            </a:xfrm>
            <a:prstGeom prst="rect">
              <a:avLst/>
            </a:prstGeom>
            <a:solidFill>
              <a:srgbClr val="0000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"/>
            <p:cNvGrpSpPr/>
            <p:nvPr/>
          </p:nvGrpSpPr>
          <p:grpSpPr>
            <a:xfrm>
              <a:off x="0" y="1066680"/>
              <a:ext cx="2867040" cy="3157560"/>
              <a:chOff x="0" y="1066680"/>
              <a:chExt cx="2867040" cy="3157560"/>
            </a:xfrm>
          </p:grpSpPr>
          <p:sp>
            <p:nvSpPr>
              <p:cNvPr id="19" name=""/>
              <p:cNvSpPr/>
              <p:nvPr/>
            </p:nvSpPr>
            <p:spPr>
              <a:xfrm>
                <a:off x="573120" y="3583080"/>
                <a:ext cx="576360" cy="641160"/>
              </a:xfrm>
              <a:prstGeom prst="rect">
                <a:avLst/>
              </a:prstGeom>
              <a:solidFill>
                <a:srgbClr val="9999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1716120" y="1690560"/>
                <a:ext cx="574560" cy="642960"/>
              </a:xfrm>
              <a:prstGeom prst="rect">
                <a:avLst/>
              </a:prstGeom>
              <a:solidFill>
                <a:srgbClr val="cccc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2281320" y="1066680"/>
                <a:ext cx="585720" cy="635040"/>
              </a:xfrm>
              <a:prstGeom prst="rect">
                <a:avLst/>
              </a:prstGeom>
              <a:solidFill>
                <a:srgbClr val="cccc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1141560" y="3583080"/>
                <a:ext cx="583920" cy="641160"/>
              </a:xfrm>
              <a:prstGeom prst="rect">
                <a:avLst/>
              </a:prstGeom>
              <a:solidFill>
                <a:srgbClr val="00007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2281320" y="1690560"/>
                <a:ext cx="585720" cy="642960"/>
              </a:xfrm>
              <a:prstGeom prst="rect">
                <a:avLst/>
              </a:prstGeom>
              <a:solidFill>
                <a:srgbClr val="9999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1141560" y="2324160"/>
                <a:ext cx="583920" cy="633240"/>
              </a:xfrm>
              <a:prstGeom prst="rect">
                <a:avLst/>
              </a:prstGeom>
              <a:solidFill>
                <a:srgbClr val="cccc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0" y="2324160"/>
                <a:ext cx="582480" cy="633240"/>
              </a:xfrm>
              <a:prstGeom prst="rect">
                <a:avLst/>
              </a:prstGeom>
              <a:solidFill>
                <a:srgbClr val="00007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1716120" y="2324160"/>
                <a:ext cx="574560" cy="633240"/>
              </a:xfrm>
              <a:prstGeom prst="rect">
                <a:avLst/>
              </a:prstGeom>
              <a:solidFill>
                <a:srgbClr val="9999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573120" y="2948040"/>
                <a:ext cx="576360" cy="644400"/>
              </a:xfrm>
              <a:prstGeom prst="rect">
                <a:avLst/>
              </a:prstGeom>
              <a:solidFill>
                <a:srgbClr val="cccc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1141560" y="2948040"/>
                <a:ext cx="583920" cy="644400"/>
              </a:xfrm>
              <a:prstGeom prst="rect">
                <a:avLst/>
              </a:prstGeom>
              <a:solidFill>
                <a:srgbClr val="9999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" name="PlaceHolder 1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5AB554-7634-4DBC-8A95-3DA1B41A9A28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2971800" y="1828800"/>
            <a:ext cx="6019920" cy="220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00007d"/>
              </a:buClr>
              <a:buSzPct val="6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9999cc"/>
              </a:buClr>
              <a:buSzPct val="70000"/>
              <a:buFont typeface="Wingdings" charset="2"/>
              <a:buChar char="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00007d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971800" y="1828800"/>
            <a:ext cx="6019920" cy="220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145 </a:t>
            </a:r>
            <a:br>
              <a:rPr sz="2400"/>
            </a:br>
            <a:r>
              <a:rPr b="1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UNIÃO DO CRENTE COM SEU SENHOR</a:t>
            </a:r>
            <a:br>
              <a:rPr sz="2400"/>
            </a:b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39280" y="691920"/>
            <a:ext cx="8147160" cy="50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Te ama, ó Senhor!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desfalece sedenta de amor;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 meu consolo na aflição,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luz perfeita na escuridão;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verdadeiro pão.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11280" y="457200"/>
            <a:ext cx="8075520" cy="58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ama-Te, Senhor, De Ti só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vida e amor!</a:t>
            </a:r>
            <a:br>
              <a:rPr sz="4000"/>
            </a:b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39640" y="549000"/>
            <a:ext cx="8353440" cy="58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Te ama, á Senhor! Almeja sempre andar no Teu temor;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vives já no meu coração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guias-me pela Tua mão;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 minha salvação.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11280" y="457200"/>
            <a:ext cx="8075520" cy="58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ama-Te, Senhor, De Ti só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vida e amor!</a:t>
            </a:r>
            <a:br>
              <a:rPr sz="4000"/>
            </a:b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95280" y="620640"/>
            <a:ext cx="8291520" cy="540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Te ama, á Senhor!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face procura com fervor; Desejo ter a celeste paz,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santo, que satifaz,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salvação veraz.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11280" y="457200"/>
            <a:ext cx="8075520" cy="58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ama-Te, Senhor, De Ti só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vida e amor!</a:t>
            </a:r>
            <a:br>
              <a:rPr sz="4000"/>
            </a:b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10920" y="457200"/>
            <a:ext cx="8281800" cy="58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Te ama, á Senhor!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sofreste incomparável dor;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quero, aqui louvar;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Teus preceitos e leis honrar,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em Ti pensar.</a:t>
            </a:r>
            <a:br>
              <a:rPr sz="40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                       P.L.M.</a:t>
            </a:r>
            <a:br>
              <a:rPr sz="1400"/>
            </a:b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11280" y="457200"/>
            <a:ext cx="8075520" cy="58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ama-Te, Senhor, De Ti só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vida e amor!</a:t>
            </a:r>
            <a:br>
              <a:rPr sz="4000"/>
            </a:b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2005-10-16T00:42:19Z</dcterms:created>
  <dc:creator>Montagna</dc:creator>
  <dc:description/>
  <dc:language>pt-BR</dc:language>
  <cp:lastModifiedBy>Junior</cp:lastModifiedBy>
  <dcterms:modified xsi:type="dcterms:W3CDTF">2005-10-17T10:05:39Z</dcterms:modified>
  <cp:revision>3</cp:revision>
  <dc:subject/>
  <dc:title>145 - UNIÃO DO CRENTE COM SEU SENHOR </dc:title>
</cp:coreProperties>
</file>