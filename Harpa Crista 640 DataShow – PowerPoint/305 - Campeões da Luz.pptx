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90440"/>
            <a:ext cx="7010640" cy="152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523880" y="1905120"/>
            <a:ext cx="701064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51"/>
              </a:spcBef>
              <a:buClr>
                <a:srgbClr val="336666"/>
              </a:buClr>
              <a:buSzPct val="7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51"/>
              </a:spcBef>
              <a:buClr>
                <a:srgbClr val="99cccc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51"/>
              </a:spcBef>
              <a:buClr>
                <a:srgbClr val="cccccc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51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51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51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6294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7636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523520" y="6248520"/>
            <a:ext cx="12956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C7081C-6D20-480D-B363-F7ADDA0B5E94}" type="slidenum">
              <a:rPr b="0" lang="pt-BR" sz="14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 flipV="1">
            <a:off x="1371600" y="304920"/>
            <a:ext cx="0" cy="12952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52280" y="838080"/>
            <a:ext cx="228600" cy="228600"/>
          </a:xfrm>
          <a:prstGeom prst="ellipse">
            <a:avLst/>
          </a:prstGeom>
          <a:solidFill>
            <a:srgbClr val="33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539640" y="838080"/>
            <a:ext cx="228600" cy="228600"/>
          </a:xfrm>
          <a:prstGeom prst="ellipse">
            <a:avLst/>
          </a:prstGeom>
          <a:solidFill>
            <a:srgbClr val="99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927000" y="838080"/>
            <a:ext cx="228600" cy="228600"/>
          </a:xfrm>
          <a:prstGeom prst="ellipse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133360" y="1371600"/>
            <a:ext cx="647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4"/>
          </p:nvPr>
        </p:nvSpPr>
        <p:spPr>
          <a:xfrm>
            <a:off x="7086240" y="6248520"/>
            <a:ext cx="1523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5"/>
          </p:nvPr>
        </p:nvSpPr>
        <p:spPr>
          <a:xfrm>
            <a:off x="38098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6"/>
          </p:nvPr>
        </p:nvSpPr>
        <p:spPr>
          <a:xfrm>
            <a:off x="2209320" y="6248520"/>
            <a:ext cx="12193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BEB37D-A7D7-44F5-A28A-7E5122FE8A65}" type="slidenum">
              <a:rPr b="0" lang="pt-BR" sz="14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905120" y="1219320"/>
            <a:ext cx="0" cy="2057400"/>
          </a:xfrm>
          <a:prstGeom prst="line">
            <a:avLst/>
          </a:prstGeom>
          <a:ln w="349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63440" y="2103480"/>
            <a:ext cx="347760" cy="347760"/>
          </a:xfrm>
          <a:prstGeom prst="ellipse">
            <a:avLst/>
          </a:prstGeom>
          <a:solidFill>
            <a:srgbClr val="33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39800" y="2104920"/>
            <a:ext cx="349200" cy="347760"/>
          </a:xfrm>
          <a:prstGeom prst="ellipse">
            <a:avLst/>
          </a:prstGeom>
          <a:solidFill>
            <a:srgbClr val="99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317600" y="2104920"/>
            <a:ext cx="347760" cy="347760"/>
          </a:xfrm>
          <a:prstGeom prst="ellipse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cccccc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336666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133360" y="1371600"/>
            <a:ext cx="647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sng">
                <a:solidFill>
                  <a:srgbClr val="005856"/>
                </a:solidFill>
                <a:effectLst/>
                <a:uFillTx/>
                <a:latin typeface="comic"/>
              </a:rPr>
              <a:t>305</a:t>
            </a:r>
            <a:br>
              <a:rPr sz="5400"/>
            </a:br>
            <a:r>
              <a:rPr b="0" lang="pt-BR" sz="5400" strike="noStrike" u="sng">
                <a:solidFill>
                  <a:srgbClr val="005856"/>
                </a:solidFill>
                <a:effectLst/>
                <a:uFillTx/>
                <a:latin typeface="comic"/>
              </a:rPr>
              <a:t>Campeões da Luz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split dir="in" orient="vert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520" y="190440"/>
            <a:ext cx="7620120" cy="544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Soldados somos de Jesus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E campeões do bem, da luz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Nos exércitos de Deus,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Batalhamos pelos céus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Cantando vamos combater;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O vil pecado e seu poder;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batalha ganha está;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vitória Deus nos dá.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380520"/>
            <a:ext cx="7391520" cy="537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Breve vamos terminar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batalha aqui,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e pra sempre descansar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com Jesus ali;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todos os que são fiéis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ao bom capitão,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hão de receber lauréis,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como galardão.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371240" y="380520"/>
            <a:ext cx="792468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Levai o escudo, sim, da fé,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pois a peleja dura é,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Mas promessas temos nós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De jamais estarmos sós.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As flechas do mal não temer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Mas combater até vencer;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Olham os campeões p’ros céus,</a:t>
            </a:r>
            <a:br>
              <a:rPr sz="3800"/>
            </a:br>
            <a:r>
              <a:rPr b="0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vitória vem de Deus.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228600"/>
            <a:ext cx="7467840" cy="541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Breve vamos terminar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batalha aqui,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e pra sempre descansar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com Jesus ali;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todos os que são fiéis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ao bom capitão,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hão de receber lauréis,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como galardão.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520" y="304560"/>
            <a:ext cx="723924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Se alguém cansado 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se encontrar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sem forças para pelejar,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o senhor quer te ajudar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vitória alcançar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O mal vencendo avançai,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e hinos a Jesus cantai,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e da salvação falai;</a:t>
            </a:r>
            <a:br>
              <a:rPr sz="3600"/>
            </a:br>
            <a:r>
              <a:rPr b="0" lang="pt-BR" sz="36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almas ao senhor levai.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520" y="304920"/>
            <a:ext cx="7239240" cy="53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Breve vamos terminar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 batalha aqui,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e pra sempre descansar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com Jesus ali;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todos os que são fiéis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ao bom capitão,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hão de receber lauréis,</a:t>
            </a:r>
            <a:br>
              <a:rPr sz="3800"/>
            </a:br>
            <a:r>
              <a:rPr b="0" i="1" lang="pt-BR" sz="3800" strike="noStrike" u="none">
                <a:solidFill>
                  <a:srgbClr val="005856"/>
                </a:solidFill>
                <a:effectLst/>
                <a:uFillTx/>
                <a:latin typeface="comic"/>
              </a:rPr>
              <a:t>como galardão.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2005-09-26T23:37:37Z</dcterms:created>
  <dc:creator>Junior</dc:creator>
  <dc:description/>
  <dc:language>pt-BR</dc:language>
  <cp:lastModifiedBy>User041</cp:lastModifiedBy>
  <dcterms:modified xsi:type="dcterms:W3CDTF">2007-01-14T18:28:30Z</dcterms:modified>
  <cp:revision>2</cp:revision>
  <dc:subject/>
  <dc:title>305 Campeões da Luz</dc:title>
</cp:coreProperties>
</file>