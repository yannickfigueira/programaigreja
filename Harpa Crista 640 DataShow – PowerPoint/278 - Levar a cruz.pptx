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599A9-C68A-49E0-A420-65D964BA5E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C421FC-0414-4A79-8DBB-23D9EC49F0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8E2E4B-4D52-4646-9538-804FA343B30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278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LEVAR A CRUZ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Vais levando só, e mui cansado,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cruz, tua cruz?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sabendo que tens ao teu lado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auxilio do Senhor Jesus?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tenho cargas,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só não posso levar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peço auxílio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bom Salvador!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de cansado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posso mais caminhar,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clamo a meu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me dar o Seu vigor.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 esqueças, que só, ao Calvário, Foi Jesus, foi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derrotou o adversário,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por ti sucumbiu na cruz.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tenho cargas,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só não posso levar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peço auxílio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bom Salvador!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de cansado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posso mais caminhar,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clamo a meu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me dar o Seu vigor.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Cristo, o fiel amigo,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Acharás, acharás,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Escondido, neste bom abrigo,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de Deus, então fruirás.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tenho cargas,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só não posso levar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peço auxílio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bom Salvador!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de cansado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posso mais caminhar,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clamo a meu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me dar o Seu vigor.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2005-12-23T21:41:07Z</dcterms:created>
  <dc:creator>Junior</dc:creator>
  <dc:description/>
  <dc:language>pt-BR</dc:language>
  <cp:lastModifiedBy>Junior</cp:lastModifiedBy>
  <dcterms:modified xsi:type="dcterms:W3CDTF">2005-12-23T21:41:13Z</dcterms:modified>
  <cp:revision>1</cp:revision>
  <dc:subject/>
  <dc:title>278 LEVAR A CRUZ </dc:title>
</cp:coreProperties>
</file>