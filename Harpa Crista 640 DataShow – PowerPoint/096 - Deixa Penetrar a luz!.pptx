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FC3F63-073E-4D37-B2E2-C210547A45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C821DE-8A33-4AF3-A919-B201A519CF6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11B613E-904C-4801-A981-FAD1FE1A800A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96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DEIXA PENETRAR A LUZ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ao inimigo temes combater,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estás em trevas e não tens poder, Que a formosa luz de Deus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Fulgure em ti;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serás feliz assim.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Deixa penetrar a luz!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Deixa penetrar a luz!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 formosa luz de Deus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Fulgure em ti;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serás feliz assim.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a tua fé é fraca no Senhor,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não mostras fruto ou nenhum fervor, Que a formosa luz de Deus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Fulgure em ti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serás feliz assim.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Deixa penetrar a luz!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Deixa penetrar a luz!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 formosa luz de Deus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Fulgure em ti;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serás feliz assim.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na luz estamos, que divina luz!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nos limpa sempre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sangue de Jesus,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Temos claridade em nosso coração,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vivemos nós na luz.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Deixa penetrar a luz!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Deixa penetrar a luz!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 formosa luz de Deus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Fulgure em ti;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serás feliz assim.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de Deus, o Espírito Consolador, Traz a luz do céu, divino resplendor, Penetrando Ele, no teu coração. Viverás então de amor.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Deixa penetrar a luz!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Deixa penetrar a luz!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 formosa luz de Deus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Fulgure em ti;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serás feliz assim.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alegre fores à mansão sem par,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enfrenta as trevas,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vão se afastar,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 formosa luz de Deus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Fulgure em ti,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serás feliz assim.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Deixa penetrar a luz!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Deixa penetrar a luz!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 formosa luz de Deus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Fulgure em ti;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serás feliz assim.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2005-12-23T10:10:41Z</dcterms:created>
  <dc:creator>Junior</dc:creator>
  <dc:description/>
  <dc:language>pt-BR</dc:language>
  <cp:lastModifiedBy>User041</cp:lastModifiedBy>
  <dcterms:modified xsi:type="dcterms:W3CDTF">2006-12-17T18:23:47Z</dcterms:modified>
  <cp:revision>2</cp:revision>
  <dc:subject/>
  <dc:title>96 DEIXA PENETRAR A LUZ </dc:title>
</cp:coreProperties>
</file>