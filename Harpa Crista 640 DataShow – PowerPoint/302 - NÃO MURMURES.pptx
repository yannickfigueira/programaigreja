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ADD3B1-38D3-4276-BF35-613C062F82E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6720E50-0B2C-4662-91A9-51690FD1D39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302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MURMURES: CANTA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mundo murmura-se tanto,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Entre os que cristãos dizem ser;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vez de louvores há pranto,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Fraqueza em lugar de poder.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Murmuram - assim no deserto,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Mara, Israel murmurou;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Não vêem que Deus está perto;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Jamais Seu auxílio negou.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vez de murmurares, canta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Um hino de louvor a Deus;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quer te dar vida santa,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Qual noiva levar-te p'ra os céus.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 vives, irmão, murmurando,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Tal como um escravo do mal;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Deus a tua fé `stá provando,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 não tens razão para tal.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Deus castiga aquele a quem ama,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ti, também não se esqueceu;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Qual pai amoroso te chama,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cuida, sim, do que é Seu.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vez de murmurares, canta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Um hino de louvor a Deus;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quer te dar vida santa,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Qual noiva levar-te p'ra os céus.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mesmo se as ondas rugirem,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revolto e bravio mar,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céus poderás ver se abrirem,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um hino tua alma cantar,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temas ciladas, nem morte,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P'ra cima tu deves olhar;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0 leme segura bem forte,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Até do céu a luz raiar.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vez de murmurares, canta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Um hino de louvor a Deus;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quer te dar vida santa,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Qual noiva levar-te p'ra os céus.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um hino cantar tu puderes,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Nas horas de grande aflição,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Então voarás, se quiseres,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Até a celeste mansão;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Nas asas da águia levado,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Bem perto do mar de cristal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por fim então libertado,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terra, chegar, celestial.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br>
              <a:rPr sz="4400"/>
            </a:br>
            <a:r>
              <a:rPr b="0" lang="pt-B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E.K. e E.C.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vez de murmurares, canta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Um hino de louvor a Deus;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quer te dar vida santa,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Qual noiva levar-te p'ra os céus.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2005-10-19T02:19:03Z</dcterms:created>
  <dc:creator>Montagna</dc:creator>
  <dc:description/>
  <dc:language>pt-BR</dc:language>
  <cp:lastModifiedBy>Conta da Microsoft</cp:lastModifiedBy>
  <dcterms:modified xsi:type="dcterms:W3CDTF">2025-03-26T19:20:59Z</dcterms:modified>
  <cp:revision>3</cp:revision>
  <dc:subject/>
  <dc:title>302 - NÃO MURMURES: CANTA</dc:title>
</cp:coreProperties>
</file>