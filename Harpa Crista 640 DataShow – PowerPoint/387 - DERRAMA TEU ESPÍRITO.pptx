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D50BB6-C594-4E7F-9274-594CB06BDF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1DD679-1049-407E-9198-21CE0F94E6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DA8FA83-6F57-467D-A387-677BF2BBB34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387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DERRAMA TEU ESPÍRITO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Derrama sobre nós o Teu Espírito,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fizeste em Jerusalém;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Tua grei, Ó manda o mesmo fogo,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Indispensável para nós também!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Tua grei, ó manda o mesmo fogo,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Indispensável para nós também!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Derrama sobre nós o Teu Espírito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em casa do centurião,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dá-nos o poder da Tua Palavra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Fazendo a luz brilhar na escuridão.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dá-nos o poder da Tua Palavra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Fazendo a luz brilhar na escuridão.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Derrama sobre nós o Teu Espírito,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dá-nos, hoje, muitas conversões;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deixa-nos sentir poder celeste,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vivifica os nossos corações;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deixa-nos sentir poder celeste,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vivifica os nossos corações.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Derrama sobre nós o Teu Espírito,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aos que sofrem dá Tua proteção;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orar ficamos em amor unidos,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obter a prometida unção,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orar ficamos em amor unidos,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Para obter a prometida unção.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Desperta, Jesus Cristo, os que dormem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mui profundo sono do "jardim";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operaste nos antigos tempos,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Teu poder nos guia até o fim.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operaste nos antigos tempos,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Teu poder nos guia até o fim.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E.J. e F.S.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2005-10-20T02:35:26Z</dcterms:created>
  <dc:creator>Montagna</dc:creator>
  <dc:description/>
  <dc:language>pt-BR</dc:language>
  <cp:lastModifiedBy>Montagna</cp:lastModifiedBy>
  <dcterms:modified xsi:type="dcterms:W3CDTF">2005-10-20T02:36:27Z</dcterms:modified>
  <cp:revision>3</cp:revision>
  <dc:subject/>
  <dc:title>387 - DERRAMA TEU ESPÍRITO </dc:title>
</cp:coreProperties>
</file>