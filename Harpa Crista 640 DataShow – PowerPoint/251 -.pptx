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13130B-0295-484A-9E14-671ABB7736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2C0C65-939C-4CFE-924C-F1E136B1B4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4766E52-90FC-4FA8-8EA8-724C9171A81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251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-360" y="0"/>
            <a:ext cx="889308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outro culto, não faltar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vinde todos pra louvar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nome santo do Senhor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dá vida e fervor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-360" y="0"/>
            <a:ext cx="889308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separamos em amor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Levando a paz do Salvador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breve vinde, não falteis,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pecadores sim, trazei.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-360" y="0"/>
            <a:ext cx="889308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não pudermos reunir,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Veremos santos no porvir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culto do Senhor Jesus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vai haver no Céu de luz.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2006-06-18T20:32:43Z</dcterms:created>
  <dc:creator>User041</dc:creator>
  <dc:description/>
  <dc:language>pt-BR</dc:language>
  <cp:lastModifiedBy>User041</cp:lastModifiedBy>
  <dcterms:modified xsi:type="dcterms:W3CDTF">2006-06-18T20:32:47Z</dcterms:modified>
  <cp:revision>1</cp:revision>
  <dc:subject/>
  <dc:title>251</dc:title>
</cp:coreProperties>
</file>