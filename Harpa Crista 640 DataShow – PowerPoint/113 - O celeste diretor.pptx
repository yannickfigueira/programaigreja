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86FE78-64EA-4FF7-8B05-7E8049AD65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D85B3D-6AA2-42FD-8597-B0CB39DE4D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2AA7E8-E2F7-4B9C-91CC-8565CC49098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113</a:t>
            </a:r>
            <a:br>
              <a:rPr sz="3800"/>
            </a:br>
            <a:r>
              <a:rPr b="1" i="1" lang="pt-BR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CELESTE DIRETOR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 a dia vem guiar-me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Jesus e meu Senhor!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sou meu, pois me compraste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Teu sangue redentor;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a Ti viver unido,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vida até ao fim;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se torne assim verdade,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“Não mais eu, mas Crista em mim”.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se torne assim verdade.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“Não mais eu, mas Crista em mim”.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Cada instante vem guiar-me.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celeste Diretor!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fizeste em mim morada,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és meu Dominador;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transforma minha vida;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Seja meu o Teu querer;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andar, passo por passo, Confiando em Teu poder.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andar, passo por passo, Confiando em Teu poder.  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maior intimidade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mim possível for;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mais ser atraído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Ti, meigo Salvador!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Ah! Que fique em Ti morando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secreto pavilhão,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Escondido, inteiramente,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Ti, minha salvação,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Escondido, inteiramente,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Ti, minha salvação.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2005-12-23T11:18:23Z</dcterms:created>
  <dc:creator>Junior</dc:creator>
  <dc:description/>
  <dc:language>pt-BR</dc:language>
  <cp:lastModifiedBy>Junior</cp:lastModifiedBy>
  <dcterms:modified xsi:type="dcterms:W3CDTF">2005-12-23T11:18:35Z</dcterms:modified>
  <cp:revision>1</cp:revision>
  <dc:subject/>
  <dc:title> 113 O CELESTE DIRETOR</dc:title>
</cp:coreProperties>
</file>