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F1AC70-E073-4DB3-987C-7359114544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49F650-E80A-4F48-8CBE-8EC2F37419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E1011A-7414-452C-9589-9EA24C578F6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553 - Oh! Pai, o Santo Espírito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Pai, o Santo Espírito,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Pedimos, vem nos dar,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que Ele venha já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poder nos outorgar!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Convença-nos de todo o mal,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Console os corações,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Ampare-nos a fé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meio à dor e ás aflições!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Habite nossos corações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sermos templos teus,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Opere conversão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redenção, oh! nosso Deus!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2005-12-26T21:24:47Z</dcterms:created>
  <dc:creator>Junior</dc:creator>
  <dc:description/>
  <dc:language>pt-BR</dc:language>
  <cp:lastModifiedBy>Junior</cp:lastModifiedBy>
  <dcterms:modified xsi:type="dcterms:W3CDTF">2005-12-26T21:24:49Z</dcterms:modified>
  <cp:revision>1</cp:revision>
  <dc:subject/>
  <dc:title>553 - Oh! Pai, o Santo Espírito</dc:title>
</cp:coreProperties>
</file>