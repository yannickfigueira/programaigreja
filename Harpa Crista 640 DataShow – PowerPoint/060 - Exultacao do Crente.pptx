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41AC97-B908-4C03-8F16-7C7927DDAC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ACC276-A949-4BF3-9931-76C1251664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575120-1929-4D92-9E96-B64F2513D61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11280" y="1412640"/>
            <a:ext cx="7989840" cy="36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60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EXULTAÇÃO DO CRENTE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836280"/>
            <a:ext cx="9144000" cy="504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Vinde, cantai e entoai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Louvores a Jesus,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Que, para nossa salvação,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Morreu na amarga cruz,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Seu sangue derramou,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tudo me lavou,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alvo do que a neve me tornou.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53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sangue de'Jesusme lavou,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 lavou!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sangue de Jesus me lavou,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 lavou!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Alegre cantarei louvores ao meu Rei, A meu Senhor Jesus, que me salvou.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-181440" y="549000"/>
            <a:ext cx="9325080" cy="48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Vinde conosco vos unir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guerra contra o mal;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com nosso Salvador,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marcha triunfal,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todos proclamar,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Sua graça e Seu poder.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Seu sangue derramou p'ra nos salvar!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53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sangue de'Jesusme lavou,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 lavou!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sangue de Jesus me lavou,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 lavou!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Alegre cantarei louvores ao meu Rei, A meu Senhor Jesus, que me salvou.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554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Capitão da salvação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Cristo, o Salvador;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 Rei dos reis, o Redentor.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Jesus, nosso Senhor;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tudo vencerá, vitória nos dará;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glória salvos, nos conduzirá.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H.M.W.</a:t>
            </a:r>
            <a:br>
              <a:rPr sz="4000"/>
            </a:b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765000"/>
            <a:ext cx="9144000" cy="511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sangue de'Jesusme lavou,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 lavou!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sangue de Jesus me lavou,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 lavou!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Alegre cantarei louvores ao meu Rei, A meu Senhor Jesus, que me salvou.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2005-10-15T21:05:31Z</dcterms:created>
  <dc:creator>Montagna</dc:creator>
  <dc:description/>
  <dc:language>pt-BR</dc:language>
  <cp:lastModifiedBy>Junior</cp:lastModifiedBy>
  <dcterms:modified xsi:type="dcterms:W3CDTF">2005-10-16T11:31:06Z</dcterms:modified>
  <cp:revision>2</cp:revision>
  <dc:subject/>
  <dc:title>60 </dc:title>
</cp:coreProperties>
</file>