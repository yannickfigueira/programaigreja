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8AD7E7-6A47-4E52-86DA-E35185D864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25BF35-4CFD-45F8-9BCD-733635F545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F30952-F006-4C4A-BC78-3BB9BC7FF35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142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CIDADE CELESTE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Sião celeste, repouso dos santos,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arquiteto se chama o SENHOR; Em ti entraremos, com gozo e canto, Com os que adoram o bom Salvador,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bela planície estás situada,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 majestosa rainha és tu!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pedras preciosas estás adornada; Demonstras a glória de Cristo Jesus.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Cristo Jesus. de Cristo Jesus. Demonstras a glória de Cristo Jesus.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Teus belos caminhos tratados com zelo, E as tuas torres, que vistas farão!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todos os palácios,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Grandioso é o modelo;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ti nós teremos a consolação;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portas do muro são todas formosas;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praça é calçada de ouro que luz;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ti essas coisas são mui gloriosas,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és toda cheia da paz de Jesus!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paz de Jesus, da paz de Jesus.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és toda cheia da paz de Jesus.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151920"/>
            <a:ext cx="9144000" cy="63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haverá em ti noite alguma,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grande luzeiro perpétuo será;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a luz do sol, nem d’estrelas ou lua. A glória de Cristo te alumiará.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neste esplendor, de um sol verdadeiro, Os santos e anjos do céu entrarão,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virá na frente Jesus, o Cordeiro;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Ele pra sempre ali reinarão.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reinarão, ali reinarão,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Ele pra sempre ali reinarão.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grande festa nos é concedida, Com a mesa posta, espera o Senhor,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todos inscritos no livro da vida,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 já da morte não têm mais temor; De todos os que foram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Cristo comprados,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lindo cortejo composto será;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Deus, que há dado o Seu filho amado, Com Cristo na glória, os consolará,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consolará, os consolará,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Cristo na glória, os consolará.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2005-12-23T12:21:23Z</dcterms:created>
  <dc:creator>Junior</dc:creator>
  <dc:description/>
  <dc:language>pt-BR</dc:language>
  <cp:lastModifiedBy>Junior</cp:lastModifiedBy>
  <dcterms:modified xsi:type="dcterms:W3CDTF">2005-12-23T12:21:34Z</dcterms:modified>
  <cp:revision>1</cp:revision>
  <dc:subject/>
  <dc:title>142 A CIDADE CELESTE </dc:title>
</cp:coreProperties>
</file>