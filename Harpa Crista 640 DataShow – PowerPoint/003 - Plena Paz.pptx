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A1AA7D-18AE-449A-A519-FE6675FDC5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A1F419-08E4-4AFA-BEFE-8C16DE9B27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EB8F67-0A8F-46F4-A4F3-3698957D59A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3</a:t>
            </a:r>
            <a:br>
              <a:rPr sz="4800"/>
            </a:br>
            <a:r>
              <a:rPr b="0" lang="pt-BR" sz="48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Plena Paz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609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Plena paz e santo gozo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Tenho em Ti, ó meu Jesus!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Pois eu cri em Tua 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Morte sobre a cruz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No Senhor só confiando 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Neste mundo viverei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Entoando aleluias ao meu Rei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-360" y="0"/>
            <a:ext cx="929628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Oh! Glória ao meu Jesus 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Pois é digno de louvor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É meu Rei, meu bom Pastor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 meu Senhor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Como os anjos que O louvam 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Eu também O louvarei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Entoando aleluias ao meu Rei.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4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O amor de Jesus Cristo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É mui grande para mim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Pois Sua graça me encheu 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De amor sem fim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Meu Jesus foi para a glória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Mas um dia eu O verei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Entoando aleluias ao meu Rei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658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Oh! Glória ao meu Jesus 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Pois é digno de louvor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É meu Rei, meu bom Pastor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 meu Senhor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Como os anjos que O louvam 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Eu também O louvarei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Entoando aleluias ao meu Rei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274680"/>
            <a:ext cx="9144000" cy="551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Este mundo não deseja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Tão bondoso Salvador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Não sabendo agradecer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Seu grande amor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Eu porém, estou gozando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Do favor da Sua lei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Entoando aleluias ao meu Rei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559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Oh! Glória ao meu Jesus 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Pois é digno de louvor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É meu Rei, meu bom Pastor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 meu Senhor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Como os anjos que O louvam 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Eu também O louvarei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Entoando aleluias ao meu Rei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-228960" y="274680"/>
            <a:ext cx="9372600" cy="589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Quando o povo israelita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Com Jesus se consertar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Dando glória 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Ao Seu nome sem cessar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Nesse tempo, céu e terra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Hão de ser a mesma grei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Entoando aleluias ao meu Rei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658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Oh! Glória ao meu Jesus 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Pois é digno de louvor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É meu Rei, meu bom Pastor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 meu Senhor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Como os anjos que O louvam 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Eu também O louvarei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Entoando aleluias ao meu Rei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658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Oh! Glória ao meu Jesus 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Pois é digno de louvor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É meu Rei, meu bom Pastor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 meu Senhor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Como os anjos que O louvam 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Eu também O louvarei</a:t>
            </a:r>
            <a:br>
              <a:rPr sz="4400"/>
            </a:br>
            <a:r>
              <a:rPr b="0" lang="pt-BR" sz="4400" strike="noStrike" u="none">
                <a:solidFill>
                  <a:srgbClr val="ecd9ff"/>
                </a:solidFill>
                <a:effectLst/>
                <a:uFillTx/>
                <a:latin typeface="Lucida Calligraphy"/>
              </a:rPr>
              <a:t>Entoando aleluias ao meu Rei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2005-07-30T01:33:39Z</dcterms:created>
  <dc:creator>Junior</dc:creator>
  <dc:description/>
  <dc:language>pt-BR</dc:language>
  <cp:lastModifiedBy>Junior</cp:lastModifiedBy>
  <dcterms:modified xsi:type="dcterms:W3CDTF">2005-08-21T14:50:55Z</dcterms:modified>
  <cp:revision>2</cp:revision>
  <dc:subject/>
  <dc:title>3 Plena Paz</dc:title>
</cp:coreProperties>
</file>