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solidFill>
          <a:srgbClr val="fff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0" y="0"/>
            <a:ext cx="8686800" cy="4876920"/>
            <a:chOff x="0" y="0"/>
            <a:chExt cx="8686800" cy="4876920"/>
          </a:xfrm>
        </p:grpSpPr>
        <p:sp>
          <p:nvSpPr>
            <p:cNvPr id="1" name=""/>
            <p:cNvSpPr/>
            <p:nvPr/>
          </p:nvSpPr>
          <p:spPr>
            <a:xfrm>
              <a:off x="0" y="0"/>
              <a:ext cx="609480" cy="4876920"/>
            </a:xfrm>
            <a:prstGeom prst="rect">
              <a:avLst/>
            </a:prstGeom>
            <a:solidFill>
              <a:srgbClr val="cccc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" name=""/>
            <p:cNvGrpSpPr/>
            <p:nvPr/>
          </p:nvGrpSpPr>
          <p:grpSpPr>
            <a:xfrm>
              <a:off x="380880" y="1417680"/>
              <a:ext cx="8305920" cy="182520"/>
              <a:chOff x="380880" y="1417680"/>
              <a:chExt cx="8305920" cy="182520"/>
            </a:xfrm>
          </p:grpSpPr>
          <p:sp>
            <p:nvSpPr>
              <p:cNvPr id="3" name=""/>
              <p:cNvSpPr/>
              <p:nvPr/>
            </p:nvSpPr>
            <p:spPr>
              <a:xfrm>
                <a:off x="6858000" y="1417680"/>
                <a:ext cx="1828800" cy="182520"/>
              </a:xfrm>
              <a:prstGeom prst="rect">
                <a:avLst/>
              </a:prstGeom>
              <a:solidFill>
                <a:srgbClr val="b2b2b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" name=""/>
              <p:cNvSpPr/>
              <p:nvPr/>
            </p:nvSpPr>
            <p:spPr>
              <a:xfrm>
                <a:off x="380880" y="1494000"/>
                <a:ext cx="8305920" cy="0"/>
              </a:xfrm>
              <a:prstGeom prst="line">
                <a:avLst/>
              </a:prstGeom>
              <a:ln w="19080">
                <a:solidFill>
                  <a:srgbClr val="330033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2775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200" strike="noStrike" u="none">
                <a:solidFill>
                  <a:srgbClr val="330033"/>
                </a:solidFill>
                <a:effectLst/>
                <a:uFillTx/>
                <a:latin typeface="Times New Roman"/>
              </a:rPr>
              <a:t>Clique para editar o formato do texto do título</a:t>
            </a:r>
            <a:endParaRPr b="0" lang="pt-BR" sz="4200" strike="noStrike" u="none">
              <a:solidFill>
                <a:srgbClr val="330033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914400" y="1599840"/>
            <a:ext cx="77724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b2b2b2"/>
              </a:buClr>
              <a:buSzPct val="9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cccc99"/>
              </a:buClr>
              <a:buSzPct val="7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00"/>
              </a:spcBef>
              <a:buClr>
                <a:srgbClr val="b2b2b2"/>
              </a:buClr>
              <a:buSzPct val="5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00"/>
              </a:spcBef>
              <a:buClr>
                <a:srgbClr val="cccc99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00"/>
              </a:spcBef>
              <a:buClr>
                <a:srgbClr val="cccc99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1"/>
          </p:nvPr>
        </p:nvSpPr>
        <p:spPr>
          <a:xfrm>
            <a:off x="914040" y="6251400"/>
            <a:ext cx="198108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2"/>
          </p:nvPr>
        </p:nvSpPr>
        <p:spPr>
          <a:xfrm>
            <a:off x="3352320" y="624852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3"/>
          </p:nvPr>
        </p:nvSpPr>
        <p:spPr>
          <a:xfrm>
            <a:off x="67816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651DC8F-5DBF-4683-96B8-D4DA3940E688}" type="slidenum">
              <a:rPr b="0" lang="pt-BR" sz="1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0" y="4876920"/>
            <a:ext cx="609480" cy="0"/>
          </a:xfrm>
          <a:prstGeom prst="line">
            <a:avLst/>
          </a:prstGeom>
          <a:ln w="44280">
            <a:solidFill>
              <a:srgbClr val="3300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solidFill>
          <a:srgbClr val="fff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"/>
          <p:cNvGrpSpPr/>
          <p:nvPr/>
        </p:nvGrpSpPr>
        <p:grpSpPr>
          <a:xfrm>
            <a:off x="0" y="0"/>
            <a:ext cx="8763120" cy="5943600"/>
            <a:chOff x="0" y="0"/>
            <a:chExt cx="8763120" cy="5943600"/>
          </a:xfrm>
        </p:grpSpPr>
        <p:sp>
          <p:nvSpPr>
            <p:cNvPr id="12" name=""/>
            <p:cNvSpPr/>
            <p:nvPr/>
          </p:nvSpPr>
          <p:spPr>
            <a:xfrm>
              <a:off x="0" y="0"/>
              <a:ext cx="1752480" cy="4876920"/>
            </a:xfrm>
            <a:prstGeom prst="rect">
              <a:avLst/>
            </a:prstGeom>
            <a:solidFill>
              <a:srgbClr val="cccc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" name=""/>
            <p:cNvGrpSpPr/>
            <p:nvPr/>
          </p:nvGrpSpPr>
          <p:grpSpPr>
            <a:xfrm>
              <a:off x="0" y="3505320"/>
              <a:ext cx="8763120" cy="2438280"/>
              <a:chOff x="0" y="3505320"/>
              <a:chExt cx="8763120" cy="2438280"/>
            </a:xfrm>
          </p:grpSpPr>
          <p:sp>
            <p:nvSpPr>
              <p:cNvPr id="14" name=""/>
              <p:cNvSpPr/>
              <p:nvPr/>
            </p:nvSpPr>
            <p:spPr>
              <a:xfrm>
                <a:off x="990720" y="3505320"/>
                <a:ext cx="7772400" cy="2438280"/>
              </a:xfrm>
              <a:prstGeom prst="rect">
                <a:avLst/>
              </a:prstGeom>
              <a:solidFill>
                <a:srgbClr val="3300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" name=""/>
              <p:cNvSpPr/>
              <p:nvPr/>
            </p:nvSpPr>
            <p:spPr>
              <a:xfrm>
                <a:off x="1038240" y="3733920"/>
                <a:ext cx="7648560" cy="2138400"/>
              </a:xfrm>
              <a:prstGeom prst="rect">
                <a:avLst/>
              </a:prstGeom>
              <a:solidFill>
                <a:srgbClr val="ffffe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" name=""/>
              <p:cNvSpPr/>
              <p:nvPr/>
            </p:nvSpPr>
            <p:spPr>
              <a:xfrm>
                <a:off x="0" y="4876920"/>
                <a:ext cx="990720" cy="0"/>
              </a:xfrm>
              <a:prstGeom prst="line">
                <a:avLst/>
              </a:prstGeom>
              <a:ln w="50760">
                <a:solidFill>
                  <a:srgbClr val="330033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7" name=""/>
            <p:cNvGrpSpPr/>
            <p:nvPr/>
          </p:nvGrpSpPr>
          <p:grpSpPr>
            <a:xfrm>
              <a:off x="635040" y="533520"/>
              <a:ext cx="8077320" cy="304560"/>
              <a:chOff x="635040" y="533520"/>
              <a:chExt cx="8077320" cy="304560"/>
            </a:xfrm>
          </p:grpSpPr>
          <p:sp>
            <p:nvSpPr>
              <p:cNvPr id="18" name=""/>
              <p:cNvSpPr/>
              <p:nvPr/>
            </p:nvSpPr>
            <p:spPr>
              <a:xfrm>
                <a:off x="6273720" y="533520"/>
                <a:ext cx="2438640" cy="304560"/>
              </a:xfrm>
              <a:prstGeom prst="rect">
                <a:avLst/>
              </a:prstGeom>
              <a:solidFill>
                <a:srgbClr val="b2b2b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" name=""/>
              <p:cNvSpPr/>
              <p:nvPr/>
            </p:nvSpPr>
            <p:spPr>
              <a:xfrm>
                <a:off x="635040" y="685800"/>
                <a:ext cx="8077320" cy="0"/>
              </a:xfrm>
              <a:prstGeom prst="line">
                <a:avLst/>
              </a:prstGeom>
              <a:ln w="44280">
                <a:solidFill>
                  <a:srgbClr val="330033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2057040" y="1143000"/>
            <a:ext cx="6629400" cy="2209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330033"/>
                </a:solidFill>
                <a:effectLst/>
                <a:uFillTx/>
                <a:latin typeface="Times New Roman"/>
              </a:rPr>
              <a:t>Clique para editar o formato do texto do título</a:t>
            </a:r>
            <a:endParaRPr b="0" lang="pt-BR" sz="4800" strike="noStrike" u="none">
              <a:solidFill>
                <a:srgbClr val="330033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dt" idx="4"/>
          </p:nvPr>
        </p:nvSpPr>
        <p:spPr>
          <a:xfrm>
            <a:off x="912600" y="6251400"/>
            <a:ext cx="190476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ftr" idx="5"/>
          </p:nvPr>
        </p:nvSpPr>
        <p:spPr>
          <a:xfrm>
            <a:off x="3354120" y="6248520"/>
            <a:ext cx="289548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6"/>
          </p:nvPr>
        </p:nvSpPr>
        <p:spPr>
          <a:xfrm>
            <a:off x="67816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2EF8A9C-03DA-4477-A13D-170404E198A1}" type="slidenum">
              <a:rPr b="0" lang="pt-BR" sz="1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 indent="0" algn="ctr">
              <a:spcBef>
                <a:spcPts val="6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914400" algn="ctr">
              <a:spcBef>
                <a:spcPts val="575"/>
              </a:spcBef>
              <a:buClr>
                <a:srgbClr val="b2b2b2"/>
              </a:buClr>
              <a:buSzPct val="55000"/>
              <a:buFont typeface="Wingdings" charset="2"/>
              <a:buChar char="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371600" algn="ctr">
              <a:spcBef>
                <a:spcPts val="499"/>
              </a:spcBef>
              <a:buClr>
                <a:srgbClr val="cccc99"/>
              </a:buClr>
              <a:buFont typeface="Wingdings" charset="2"/>
              <a:buChar char="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828800" algn="ctr">
              <a:spcBef>
                <a:spcPts val="499"/>
              </a:spcBef>
              <a:buClr>
                <a:srgbClr val="cccc99"/>
              </a:buClr>
              <a:buFont typeface="Wingdings" charset="2"/>
              <a:buChar char="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150920" y="3789360"/>
            <a:ext cx="7524720" cy="201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131 - </a:t>
            </a: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DE VALOR EM VALOR</a:t>
            </a:r>
            <a:br>
              <a:rPr sz="4400"/>
            </a:br>
            <a:endParaRPr b="0" lang="pt-BR" sz="4000" strike="noStrike" u="none">
              <a:solidFill>
                <a:srgbClr val="330033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55280" y="1628640"/>
            <a:ext cx="8147160" cy="266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800"/>
            </a:b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Só em Ti, meu Senhor eu desejo estar, </a:t>
            </a:r>
            <a:br>
              <a:rPr sz="3600"/>
            </a:b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 também receber Tua luz;</a:t>
            </a:r>
            <a:br>
              <a:rPr sz="3600"/>
            </a:b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De valor em valor só por Ti avançar, </a:t>
            </a:r>
            <a:br>
              <a:rPr sz="3600"/>
            </a:b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O me traz junto a Ti, meu Jesus.</a:t>
            </a:r>
            <a:br>
              <a:rPr sz="3600"/>
            </a:br>
            <a:endParaRPr b="0" lang="pt-BR" sz="3600" strike="noStrike" u="none">
              <a:solidFill>
                <a:srgbClr val="330033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55640" y="1557000"/>
            <a:ext cx="7920000" cy="338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Eu desejo, ó Deus, em Jesus habitar;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Pois minh'alma suspira por Ti;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De valor em valor, e na fé aumentar, Para que vejam Cristo em mim.</a:t>
            </a:r>
            <a:br>
              <a:rPr sz="3600"/>
            </a:br>
            <a:endParaRPr b="0" lang="pt-BR" sz="3600" strike="noStrike" u="none">
              <a:solidFill>
                <a:srgbClr val="330033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84000" y="1628640"/>
            <a:ext cx="8459640" cy="28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O caminho, Senhor, faz-me mais conhecer, </a:t>
            </a:r>
            <a:br>
              <a:rPr sz="3600"/>
            </a:b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Que me leva à santa Sião;</a:t>
            </a:r>
            <a:br>
              <a:rPr sz="3600"/>
            </a:b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Por Teu grande favor, e com muito prazer </a:t>
            </a:r>
            <a:br>
              <a:rPr sz="3600"/>
            </a:b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Entrarei na eternal mansão.</a:t>
            </a:r>
            <a:br>
              <a:rPr sz="3600"/>
            </a:br>
            <a:endParaRPr b="0" lang="pt-BR" sz="3600" strike="noStrike" u="none">
              <a:solidFill>
                <a:srgbClr val="330033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55640" y="1557000"/>
            <a:ext cx="7920000" cy="338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Eu desejo, ó Deus, em Jesus habitar;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Pois minh'alma suspira por Ti;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De valor em valor, e na fé aumentar, Para que vejam Cristo em mim.</a:t>
            </a:r>
            <a:br>
              <a:rPr sz="3600"/>
            </a:br>
            <a:endParaRPr b="0" lang="pt-BR" sz="3600" strike="noStrike" u="none">
              <a:solidFill>
                <a:srgbClr val="330033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55280" y="1628280"/>
            <a:ext cx="8388360" cy="324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Tua mão, ó Senhor! </a:t>
            </a:r>
            <a:br>
              <a:rPr sz="3600"/>
            </a:b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Queira me proteger, </a:t>
            </a:r>
            <a:br>
              <a:rPr sz="3600"/>
            </a:b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 dos males daqui me livrar;</a:t>
            </a:r>
            <a:br>
              <a:rPr sz="3600"/>
            </a:b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Na manhã d'esplendor, eu também quero ser</a:t>
            </a:r>
            <a:br>
              <a:rPr sz="3600"/>
            </a:b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Dos fiéis, que vão ressuscitar.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                                                                                                                       P.L.M.</a:t>
            </a:r>
            <a:br>
              <a:rPr sz="1600"/>
            </a:br>
            <a:endParaRPr b="0" lang="pt-BR" sz="1600" strike="noStrike" u="none">
              <a:solidFill>
                <a:srgbClr val="330033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755640" y="1557000"/>
            <a:ext cx="7920000" cy="338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Eu desejo, ó Deus, em Jesus habitar; 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Pois minh'alma suspira por Ti;</a:t>
            </a:r>
            <a:br>
              <a:rPr sz="3600"/>
            </a:br>
            <a:r>
              <a:rPr b="1" i="1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De valor em valor, e na fé aumentar, Para que vejam Cristo em mim.</a:t>
            </a:r>
            <a:br>
              <a:rPr sz="3600"/>
            </a:br>
            <a:endParaRPr b="0" lang="pt-BR" sz="3600" strike="noStrike" u="none">
              <a:solidFill>
                <a:srgbClr val="330033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2005-10-16T00:18:59Z</dcterms:created>
  <dc:creator>Montagna</dc:creator>
  <dc:description/>
  <dc:language>pt-BR</dc:language>
  <cp:lastModifiedBy>Junior</cp:lastModifiedBy>
  <dcterms:modified xsi:type="dcterms:W3CDTF">2005-10-17T09:32:07Z</dcterms:modified>
  <cp:revision>3</cp:revision>
  <dc:subject/>
  <dc:title>131 - DE VALOR EM VALOR </dc:title>
</cp:coreProperties>
</file>