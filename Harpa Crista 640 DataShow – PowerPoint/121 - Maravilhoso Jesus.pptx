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C29D46-D610-4FF3-ABE3-C6F9590814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EB5276-8A0C-4F9D-99AB-D5E8827112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2527726-3453-4EFC-84ED-9276B18671EA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121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MARAVILHOSO É JESUS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66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Maravilhoso é Jesus,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minha vida a luz,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me salvando, me perdoando, Para Sião me conduz.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211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Maravilhoso, sim, maravilhoso!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Cristo, pois salvou-me a mim!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Maravilhoso e mui glorioso,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Cristo, que vive em mim.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41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Nunca podia saber,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é o grande prazer,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Dum que perdido, arrependido,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graça vem receber.  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211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Maravilhoso, sim, maravilhoso!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Cristo, pois salvou-me a mim!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Maravilhoso e mui glorioso,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Cristo, que vive em mim.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410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nas trevas me achou, Eternamente me amou;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Vida abundante, gozo bastante. Tenho por quem me salvou.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211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Maravilhoso, sim, maravilhoso!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Cristo, pois salvou-me a mim!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Maravilhoso e mui glorioso,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Cristo, que vive em mim.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25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é tudo pra mim,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Também será para ti;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Vou caminhando, sempre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louvando,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Ele salvou-me a mim!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211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Maravilhoso, sim, maravilhoso!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Cristo, pois salvou-me a mim!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Maravilhoso e mui glorioso,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Cristo, que vive em mim.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2005-12-04T18:28:54Z</dcterms:created>
  <dc:creator>Junior</dc:creator>
  <dc:description/>
  <dc:language>pt-BR</dc:language>
  <cp:lastModifiedBy>Junior</cp:lastModifiedBy>
  <dcterms:modified xsi:type="dcterms:W3CDTF">2005-12-04T18:29:15Z</dcterms:modified>
  <cp:revision>1</cp:revision>
  <dc:subject/>
  <dc:title>121 MARAVILHOSO É JESUS </dc:title>
</cp:coreProperties>
</file>