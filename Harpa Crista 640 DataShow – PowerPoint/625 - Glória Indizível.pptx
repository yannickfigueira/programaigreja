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138362-4685-42A1-86C2-C0D117FC88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597FD0-12A2-4C9B-A1A8-811F9BCF7D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2B47940-D039-4516-97C3-3B4E6C1F350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625 – Glória Indizível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lido da bela cidade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Situada no Reino de Deus,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Amurada de jaspe luzente,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juncada com áureos troféus.</a:t>
            </a:r>
            <a:br>
              <a:rPr sz="3600"/>
            </a:b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 no meio da praça eis o rio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vida e vigor eternal;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metade da glória celeste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se contou ao mortal.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se contou ao mortal!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se contou ao mortal!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Metade da glória celeste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se contou ao mortal!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4923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lido dos belos palácios,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Jesus foi no Céu preparar,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os santos fiéis, para sempre,</a:t>
            </a:r>
            <a:br>
              <a:rPr sz="3600"/>
            </a:b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 felizes irão habitar;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Nem tristeza, nem dor, nem velhice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Veremos no lar paternal;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metade da glória celeste</a:t>
            </a:r>
            <a:br>
              <a:rPr sz="3600"/>
            </a:b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se contou ao mortal.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se contou ao mortal!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se contou ao mortal!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Metade da glória celeste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se contou ao mortal!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lido das vestes brilhantes,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Das coroas que os crentes terão,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Pai os chamar proclamando: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“Recebei eternal galardão!”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lido que os santos na glória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 gozo e prazer perenal.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metade da glória celeste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se contou ao mortal.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se contou ao mortal!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se contou ao mortal!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Metade da glória celeste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se contou ao mortal!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lido da história bendita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Jesus, o fiel Redentor,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por nós padeceu no Calvário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recebe ao mais vil pecador.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lido do sangue vertido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 todos redime do mal;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metade da glória celeste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se contou ao mortal.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se contou ao mortal!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se contou ao mortal!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Metade da glória celeste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se contou ao mortal!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2005-12-27T15:40:56Z</dcterms:created>
  <dc:creator>Junior</dc:creator>
  <dc:description/>
  <dc:language>pt-BR</dc:language>
  <cp:lastModifiedBy>Junior</cp:lastModifiedBy>
  <dcterms:modified xsi:type="dcterms:W3CDTF">2005-12-27T15:40:58Z</dcterms:modified>
  <cp:revision>1</cp:revision>
  <dc:subject/>
  <dc:title>625 – Glória Indizível</dc:title>
</cp:coreProperties>
</file>