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43CF30-12C6-4DB5-AEB4-3F19332DA5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BDBA8-94C4-46F3-9E59-2FA1EE373D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2505DD-2E6C-4667-9807-A77A4C74108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70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VAI VOLTAR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Aleluia daremos a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virmos nas nuvens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esplendor e de glória vestido,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escolhidos vai arrebatar.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logo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voltar,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povo vem, sim, arrebatar;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breve regressará!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estou no Senhor confiando,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meu ser a Jesus entreguei.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prazeres eu tenho deixado,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Cristo meu gozo achei.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logo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voltar,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povo vem, sim, arrebatar;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breve regressará!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há de ser para ti Sua vinda?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Ela trará gozo ao teu coração?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te fará padecer mais ainda?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Temes que só te trará maldição?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logo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voltar,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povo vem, sim, arrebatar;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breve regressará!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a mim a promessa tem dado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junto dEle, também reinarei;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será meu Jesus proclamado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terra, por todos: "O Rei".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logo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voltar, vai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povo vem, sim, arrebatar;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breve regressará!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2005-12-23T09:45:10Z</dcterms:created>
  <dc:creator>Junior</dc:creator>
  <dc:description/>
  <dc:language>pt-BR</dc:language>
  <cp:lastModifiedBy>Junior</cp:lastModifiedBy>
  <dcterms:modified xsi:type="dcterms:W3CDTF">2005-12-23T09:45:26Z</dcterms:modified>
  <cp:revision>1</cp:revision>
  <dc:subject/>
  <dc:title>70 CRISTO JESUS VAI VOLTAR   </dc:title>
</cp:coreProperties>
</file>