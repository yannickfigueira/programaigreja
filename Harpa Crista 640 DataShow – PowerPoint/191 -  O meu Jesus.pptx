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046E6DA-34E5-4673-878D-57DBA53D5D7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37A360C-2B0C-4AA7-95AF-F3115994D10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ED78BB0-5770-44FF-B9BE-2D631174F98E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191 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MEU JESUS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meu Jesus, por mim, morreu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cruz, com dor horrenda;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Ali em meu lugar sofreu,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Angustia mui tremenda!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Quem poderei no mundo achar.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a meu Jesus vá comparar?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Jesus. Jesus, somente vou amar!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meu Jesus está no céu,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Intercessor potente,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mim, pedindo sempre a Deus.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graça, amor fervente.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Ninguém jamais ao Pai conduz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pecador, senão Jesus;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Jesus, Jesus, a Deus, ó me introduz!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meu Jesus ressuscitou,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corpo glorioso,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Também, por mim, a Deus pagou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Um preço fabuloso!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Qual dos mortais vou encontrar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a meu Jesus vou igualar?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Jesus, Jesus, não posso comparar!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do céu há de voltar,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majestade e glória,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Então Seus anjos irão cantar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hino da vitória, Jesus,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Enfim, vai suplantar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Anticristo, e reinar.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Jesus, Jesus, ó vem me arrebatar!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2005-12-23T14:34:14Z</dcterms:created>
  <dc:creator>Junior</dc:creator>
  <dc:description/>
  <dc:language>pt-BR</dc:language>
  <cp:lastModifiedBy>Junior</cp:lastModifiedBy>
  <dcterms:modified xsi:type="dcterms:W3CDTF">2005-12-23T14:34:21Z</dcterms:modified>
  <cp:revision>1</cp:revision>
  <dc:subject/>
  <dc:title>191  O MEU JESUS </dc:title>
</cp:coreProperties>
</file>