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CF48B8-765F-4139-AA29-2EDB21CA6C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D93F10-D696-4BC8-B6CF-F8DF763854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8BB89A5-70C8-4B0C-AF6E-37ABA38891E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618 - É Nosso o Lar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nosso lar dos céus,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qual não entra o mal,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Morada, junto ao santo Deus,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glória divinal.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mão do amante Pai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conduz-nos para o lar: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Bendito lar que sempre foi de Deus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lugar.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sangue de Jesus já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no-lo assegurou;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sua morte sobre a cruz,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título firmou.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bom Consolador,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penhor da redenção.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o céu nos leva com amor,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 e satisfação.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Consolador sem par aqui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será pra nós,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Até ouvirmos nesse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lar de Cristo a terna voz.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Eternamente, então,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folgando no Senhor,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lar faremos, em canção,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soar o seu louvor.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2005-12-27T14:54:08Z</dcterms:created>
  <dc:creator>Junior</dc:creator>
  <dc:description/>
  <dc:language>pt-BR</dc:language>
  <cp:lastModifiedBy>Junior</cp:lastModifiedBy>
  <dcterms:modified xsi:type="dcterms:W3CDTF">2005-12-27T14:54:11Z</dcterms:modified>
  <cp:revision>1</cp:revision>
  <dc:subject/>
  <dc:title>618 - É Nosso o Lar</dc:title>
</cp:coreProperties>
</file>