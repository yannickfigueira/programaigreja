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535BE-315F-46C6-ABD1-8473FA2379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9EE33-DC6C-4EF3-85E0-BDB2772671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F3E0EE-F65D-4178-BD5B-F093F3D928E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DOS SANTOS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dos santos é o amor de Jesus. Grande é este amor que paz nos produz!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fonte da vida, que nos dá vigor,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o sangue de Cristo vertido em dor!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Vê ali na cruz a graça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potente, que gozo produz!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vê, "eis o Homem" que padece ali, Coberto de sangue, ferido por ti.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Estampa na face tão enorme dor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‘spinhos coroa possui meu Senhor!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Vê ali na cruz a graça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potente, que gozo produz!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cravos, furados tem os pés e as mãos;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Pregado no lenho, em grande aflição; Aberto Seu lado co'a lança Cruel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Sai água e sangue do Emanuel!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Vê ali na cruz a graça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potente, que gozo produz!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Cristo Cumprida foi a obra de amor,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Morreu qual Cordeiro, por ti pecador; Confiando agora na obra da Cruz,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vida nós temos por Cristo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Vê ali na cruz a graça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potente, que gozo produz!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2005-12-23T20:10:09Z</dcterms:created>
  <dc:creator>Junior</dc:creator>
  <dc:description/>
  <dc:language>pt-BR</dc:language>
  <cp:lastModifiedBy>Junior</cp:lastModifiedBy>
  <dcterms:modified xsi:type="dcterms:W3CDTF">2005-12-23T20:10:20Z</dcterms:modified>
  <cp:revision>1</cp:revision>
  <dc:subject/>
  <dc:title>234 O GOZO DOS SANTOS </dc:title>
</cp:coreProperties>
</file>