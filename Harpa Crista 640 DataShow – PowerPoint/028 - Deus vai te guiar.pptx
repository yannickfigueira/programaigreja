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media/image1.png" ContentType="image/png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7281E3E-2876-4BE9-AA23-60CB4AFF6BD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D41244B-E364-4966-9D9D-5B167F1D929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19BD9B1C-1F14-46A9-877E-46D6722DD172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3"/>
    <p:sldLayoutId id="2147483650" r:id="rId4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/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pt-BR" sz="3600" strike="noStrike" u="none">
                <a:solidFill>
                  <a:srgbClr val="c008aa"/>
                </a:solidFill>
                <a:effectLst/>
                <a:uFillTx/>
                <a:latin typeface="comic"/>
              </a:rPr>
              <a:t>28 </a:t>
            </a:r>
            <a:br>
              <a:rPr sz="3600"/>
            </a:br>
            <a:r>
              <a:rPr b="0" i="1" lang="pt-BR" sz="3600" strike="noStrike" u="none">
                <a:solidFill>
                  <a:srgbClr val="c008aa"/>
                </a:solidFill>
                <a:effectLst/>
                <a:uFillTx/>
                <a:latin typeface="comic"/>
              </a:rPr>
              <a:t>DEUS VAI TE GUIAR </a:t>
            </a:r>
            <a:r>
              <a:rPr b="0" lang="pt-BR" sz="3600" strike="noStrike" u="none">
                <a:solidFill>
                  <a:srgbClr val="c008aa"/>
                </a:solidFill>
                <a:effectLst/>
                <a:uFillTx/>
                <a:latin typeface="comic"/>
              </a:rPr>
              <a:t> 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/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0" y="457200"/>
            <a:ext cx="9144000" cy="5562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3600" strike="noStrike" u="none">
                <a:solidFill>
                  <a:srgbClr val="c008aa"/>
                </a:solidFill>
                <a:effectLst/>
                <a:uFillTx/>
                <a:latin typeface="comic"/>
              </a:rPr>
              <a:t>Andas carregado de tristeza e dor, Sem nenhum auxílio, </a:t>
            </a:r>
            <a:br>
              <a:rPr sz="3600"/>
            </a:br>
            <a:r>
              <a:rPr b="0" i="1" lang="en-US" sz="3600" strike="noStrike" u="none">
                <a:solidFill>
                  <a:srgbClr val="c008aa"/>
                </a:solidFill>
                <a:effectLst/>
                <a:uFillTx/>
                <a:latin typeface="comic"/>
              </a:rPr>
              <a:t>Nem um Salvador? </a:t>
            </a:r>
            <a:br>
              <a:rPr sz="3600"/>
            </a:br>
            <a:r>
              <a:rPr b="0" i="1" lang="en-US" sz="3600" strike="noStrike" u="none">
                <a:solidFill>
                  <a:srgbClr val="c008aa"/>
                </a:solidFill>
                <a:effectLst/>
                <a:uFillTx/>
                <a:latin typeface="comic"/>
              </a:rPr>
              <a:t>Ouve a mensagem de teu bom Jesus, </a:t>
            </a:r>
            <a:br>
              <a:rPr sz="3600"/>
            </a:br>
            <a:r>
              <a:rPr b="0" i="1" lang="en-US" sz="3600" strike="noStrike" u="none">
                <a:solidFill>
                  <a:srgbClr val="c008aa"/>
                </a:solidFill>
                <a:effectLst/>
                <a:uFillTx/>
                <a:latin typeface="comic"/>
              </a:rPr>
              <a:t>E tem mais coragem, leva a tua cruz.</a:t>
            </a:r>
            <a:r>
              <a:rPr b="0" lang="en-US" sz="3600" strike="noStrike" u="none">
                <a:solidFill>
                  <a:srgbClr val="c008aa"/>
                </a:solidFill>
                <a:effectLst/>
                <a:uFillTx/>
                <a:latin typeface="comic"/>
              </a:rPr>
              <a:t> 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/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0" y="457200"/>
            <a:ext cx="9144000" cy="5562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3600" strike="noStrike" u="none">
                <a:solidFill>
                  <a:srgbClr val="c008aa"/>
                </a:solidFill>
                <a:effectLst/>
                <a:uFillTx/>
                <a:latin typeface="comic"/>
              </a:rPr>
              <a:t>Deus vai te guiar com Sua forte mão;</a:t>
            </a:r>
            <a:r>
              <a:rPr b="0" i="1" lang="en-US" sz="3600" strike="noStrike" u="none">
                <a:solidFill>
                  <a:srgbClr val="c008aa"/>
                </a:solidFill>
                <a:effectLst/>
                <a:uFillTx/>
                <a:latin typeface="comic"/>
              </a:rPr>
              <a:t> </a:t>
            </a:r>
            <a:br>
              <a:rPr sz="3600"/>
            </a:br>
            <a:r>
              <a:rPr b="1" i="1" lang="en-US" sz="3600" strike="noStrike" u="none">
                <a:solidFill>
                  <a:srgbClr val="c008aa"/>
                </a:solidFill>
                <a:effectLst/>
                <a:uFillTx/>
                <a:latin typeface="comic"/>
              </a:rPr>
              <a:t>Podes descansar na tribulação;</a:t>
            </a:r>
            <a:r>
              <a:rPr b="0" i="1" lang="en-US" sz="3600" strike="noStrike" u="none">
                <a:solidFill>
                  <a:srgbClr val="c008aa"/>
                </a:solidFill>
                <a:effectLst/>
                <a:uFillTx/>
                <a:latin typeface="comic"/>
              </a:rPr>
              <a:t> </a:t>
            </a:r>
            <a:br>
              <a:rPr sz="3600"/>
            </a:br>
            <a:r>
              <a:rPr b="1" i="1" lang="en-US" sz="3600" strike="noStrike" u="none">
                <a:solidFill>
                  <a:srgbClr val="c008aa"/>
                </a:solidFill>
                <a:effectLst/>
                <a:uFillTx/>
                <a:latin typeface="comic"/>
              </a:rPr>
              <a:t>Seja tua vida livre de pesar;</a:t>
            </a:r>
            <a:r>
              <a:rPr b="0" i="1" lang="en-US" sz="3600" strike="noStrike" u="none">
                <a:solidFill>
                  <a:srgbClr val="c008aa"/>
                </a:solidFill>
                <a:effectLst/>
                <a:uFillTx/>
                <a:latin typeface="comic"/>
              </a:rPr>
              <a:t> </a:t>
            </a:r>
            <a:br>
              <a:rPr sz="3600"/>
            </a:br>
            <a:r>
              <a:rPr b="1" i="1" lang="en-US" sz="3600" strike="noStrike" u="none">
                <a:solidFill>
                  <a:srgbClr val="c008aa"/>
                </a:solidFill>
                <a:effectLst/>
                <a:uFillTx/>
                <a:latin typeface="comic"/>
              </a:rPr>
              <a:t>Em tristeza e lida Deus vai te guiar.</a:t>
            </a:r>
            <a:r>
              <a:rPr b="0" i="1" lang="en-US" sz="3600" strike="noStrike" u="none">
                <a:solidFill>
                  <a:srgbClr val="c008aa"/>
                </a:solidFill>
                <a:effectLst/>
                <a:uFillTx/>
                <a:latin typeface="comic"/>
              </a:rPr>
              <a:t>  </a:t>
            </a:r>
            <a:r>
              <a:rPr b="0" lang="en-US" sz="3600" strike="noStrike" u="none">
                <a:solidFill>
                  <a:srgbClr val="c008aa"/>
                </a:solidFill>
                <a:effectLst/>
                <a:uFillTx/>
                <a:latin typeface="comic"/>
              </a:rPr>
              <a:t> 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/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0" y="457200"/>
            <a:ext cx="9144000" cy="5562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3600" strike="noStrike" u="none">
                <a:solidFill>
                  <a:srgbClr val="c008aa"/>
                </a:solidFill>
                <a:effectLst/>
                <a:uFillTx/>
                <a:latin typeface="comic"/>
              </a:rPr>
              <a:t>Toda carga por ti, Ele quer levar; </a:t>
            </a:r>
            <a:br>
              <a:rPr sz="3600"/>
            </a:br>
            <a:r>
              <a:rPr b="0" i="1" lang="en-US" sz="3600" strike="noStrike" u="none">
                <a:solidFill>
                  <a:srgbClr val="c008aa"/>
                </a:solidFill>
                <a:effectLst/>
                <a:uFillTx/>
                <a:latin typeface="comic"/>
              </a:rPr>
              <a:t>Alma dolorida, ouve o Seu falar; Senda espinhosa Ele já andou, </a:t>
            </a:r>
            <a:br>
              <a:rPr sz="3600"/>
            </a:br>
            <a:r>
              <a:rPr b="0" i="1" lang="en-US" sz="3600" strike="noStrike" u="none">
                <a:solidFill>
                  <a:srgbClr val="c008aa"/>
                </a:solidFill>
                <a:effectLst/>
                <a:uFillTx/>
                <a:latin typeface="comic"/>
              </a:rPr>
              <a:t>Morte afrontosa por ti suportou.</a:t>
            </a:r>
            <a:r>
              <a:rPr b="0" lang="en-US" sz="3600" strike="noStrike" u="none">
                <a:solidFill>
                  <a:srgbClr val="c008aa"/>
                </a:solidFill>
                <a:effectLst/>
                <a:uFillTx/>
                <a:latin typeface="comic"/>
              </a:rPr>
              <a:t> 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/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0" y="457200"/>
            <a:ext cx="9144000" cy="5562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3600" strike="noStrike" u="none">
                <a:solidFill>
                  <a:srgbClr val="c008aa"/>
                </a:solidFill>
                <a:effectLst/>
                <a:uFillTx/>
                <a:latin typeface="comic"/>
              </a:rPr>
              <a:t>Deus vai te guiar com Sua forte mão;</a:t>
            </a:r>
            <a:r>
              <a:rPr b="0" i="1" lang="en-US" sz="3600" strike="noStrike" u="none">
                <a:solidFill>
                  <a:srgbClr val="c008aa"/>
                </a:solidFill>
                <a:effectLst/>
                <a:uFillTx/>
                <a:latin typeface="comic"/>
              </a:rPr>
              <a:t> </a:t>
            </a:r>
            <a:br>
              <a:rPr sz="3600"/>
            </a:br>
            <a:r>
              <a:rPr b="1" i="1" lang="en-US" sz="3600" strike="noStrike" u="none">
                <a:solidFill>
                  <a:srgbClr val="c008aa"/>
                </a:solidFill>
                <a:effectLst/>
                <a:uFillTx/>
                <a:latin typeface="comic"/>
              </a:rPr>
              <a:t>Podes descansar na tribulação;</a:t>
            </a:r>
            <a:r>
              <a:rPr b="0" i="1" lang="en-US" sz="3600" strike="noStrike" u="none">
                <a:solidFill>
                  <a:srgbClr val="c008aa"/>
                </a:solidFill>
                <a:effectLst/>
                <a:uFillTx/>
                <a:latin typeface="comic"/>
              </a:rPr>
              <a:t> </a:t>
            </a:r>
            <a:br>
              <a:rPr sz="3600"/>
            </a:br>
            <a:r>
              <a:rPr b="1" i="1" lang="en-US" sz="3600" strike="noStrike" u="none">
                <a:solidFill>
                  <a:srgbClr val="c008aa"/>
                </a:solidFill>
                <a:effectLst/>
                <a:uFillTx/>
                <a:latin typeface="comic"/>
              </a:rPr>
              <a:t>Seja tua vida livre de pesar;</a:t>
            </a:r>
            <a:r>
              <a:rPr b="0" i="1" lang="en-US" sz="3600" strike="noStrike" u="none">
                <a:solidFill>
                  <a:srgbClr val="c008aa"/>
                </a:solidFill>
                <a:effectLst/>
                <a:uFillTx/>
                <a:latin typeface="comic"/>
              </a:rPr>
              <a:t> </a:t>
            </a:r>
            <a:br>
              <a:rPr sz="3600"/>
            </a:br>
            <a:r>
              <a:rPr b="1" i="1" lang="en-US" sz="3600" strike="noStrike" u="none">
                <a:solidFill>
                  <a:srgbClr val="c008aa"/>
                </a:solidFill>
                <a:effectLst/>
                <a:uFillTx/>
                <a:latin typeface="comic"/>
              </a:rPr>
              <a:t>Em tristeza e lida Deus vai te guiar.</a:t>
            </a:r>
            <a:r>
              <a:rPr b="0" i="1" lang="en-US" sz="3600" strike="noStrike" u="none">
                <a:solidFill>
                  <a:srgbClr val="c008aa"/>
                </a:solidFill>
                <a:effectLst/>
                <a:uFillTx/>
                <a:latin typeface="comic"/>
              </a:rPr>
              <a:t>  </a:t>
            </a:r>
            <a:r>
              <a:rPr b="0" lang="en-US" sz="3600" strike="noStrike" u="none">
                <a:solidFill>
                  <a:srgbClr val="c008aa"/>
                </a:solidFill>
                <a:effectLst/>
                <a:uFillTx/>
                <a:latin typeface="comic"/>
              </a:rPr>
              <a:t> 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/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0" y="457200"/>
            <a:ext cx="9144000" cy="5562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3600" strike="noStrike" u="none">
                <a:solidFill>
                  <a:srgbClr val="c008aa"/>
                </a:solidFill>
                <a:effectLst/>
                <a:uFillTx/>
                <a:latin typeface="comic"/>
              </a:rPr>
              <a:t>Se estás tentado, Deus te ajudará, Sempre confiando, te libertará; </a:t>
            </a:r>
            <a:br>
              <a:rPr sz="3600"/>
            </a:br>
            <a:r>
              <a:rPr b="0" i="1" lang="en-US" sz="3600" strike="noStrike" u="none">
                <a:solidFill>
                  <a:srgbClr val="c008aa"/>
                </a:solidFill>
                <a:effectLst/>
                <a:uFillTx/>
                <a:latin typeface="comic"/>
              </a:rPr>
              <a:t>As pisadas segue do teu Salvador, Crendo em Deus, prossegue,</a:t>
            </a:r>
            <a:br>
              <a:rPr sz="3600"/>
            </a:br>
            <a:r>
              <a:rPr b="0" i="1" lang="en-US" sz="3600" strike="noStrike" u="none">
                <a:solidFill>
                  <a:srgbClr val="c008aa"/>
                </a:solidFill>
                <a:effectLst/>
                <a:uFillTx/>
                <a:latin typeface="comic"/>
              </a:rPr>
              <a:t>Seja como for.  </a:t>
            </a:r>
            <a:r>
              <a:rPr b="0" lang="en-US" sz="3600" strike="noStrike" u="none">
                <a:solidFill>
                  <a:srgbClr val="c008aa"/>
                </a:solidFill>
                <a:effectLst/>
                <a:uFillTx/>
                <a:latin typeface="comic"/>
              </a:rPr>
              <a:t> 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/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0" y="457200"/>
            <a:ext cx="9144000" cy="5562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3600" strike="noStrike" u="none">
                <a:solidFill>
                  <a:srgbClr val="c008aa"/>
                </a:solidFill>
                <a:effectLst/>
                <a:uFillTx/>
                <a:latin typeface="comic"/>
              </a:rPr>
              <a:t>Deus vai te guiar com Sua forte mão;</a:t>
            </a:r>
            <a:r>
              <a:rPr b="0" i="1" lang="en-US" sz="3600" strike="noStrike" u="none">
                <a:solidFill>
                  <a:srgbClr val="c008aa"/>
                </a:solidFill>
                <a:effectLst/>
                <a:uFillTx/>
                <a:latin typeface="comic"/>
              </a:rPr>
              <a:t> </a:t>
            </a:r>
            <a:br>
              <a:rPr sz="3600"/>
            </a:br>
            <a:r>
              <a:rPr b="1" i="1" lang="en-US" sz="3600" strike="noStrike" u="none">
                <a:solidFill>
                  <a:srgbClr val="c008aa"/>
                </a:solidFill>
                <a:effectLst/>
                <a:uFillTx/>
                <a:latin typeface="comic"/>
              </a:rPr>
              <a:t>Podes descansar na tribulação;</a:t>
            </a:r>
            <a:r>
              <a:rPr b="0" i="1" lang="en-US" sz="3600" strike="noStrike" u="none">
                <a:solidFill>
                  <a:srgbClr val="c008aa"/>
                </a:solidFill>
                <a:effectLst/>
                <a:uFillTx/>
                <a:latin typeface="comic"/>
              </a:rPr>
              <a:t> </a:t>
            </a:r>
            <a:br>
              <a:rPr sz="3600"/>
            </a:br>
            <a:r>
              <a:rPr b="1" i="1" lang="en-US" sz="3600" strike="noStrike" u="none">
                <a:solidFill>
                  <a:srgbClr val="c008aa"/>
                </a:solidFill>
                <a:effectLst/>
                <a:uFillTx/>
                <a:latin typeface="comic"/>
              </a:rPr>
              <a:t>Seja tua vida livre de pesar;</a:t>
            </a:r>
            <a:r>
              <a:rPr b="0" i="1" lang="en-US" sz="3600" strike="noStrike" u="none">
                <a:solidFill>
                  <a:srgbClr val="c008aa"/>
                </a:solidFill>
                <a:effectLst/>
                <a:uFillTx/>
                <a:latin typeface="comic"/>
              </a:rPr>
              <a:t> </a:t>
            </a:r>
            <a:br>
              <a:rPr sz="3600"/>
            </a:br>
            <a:r>
              <a:rPr b="1" i="1" lang="en-US" sz="3600" strike="noStrike" u="none">
                <a:solidFill>
                  <a:srgbClr val="c008aa"/>
                </a:solidFill>
                <a:effectLst/>
                <a:uFillTx/>
                <a:latin typeface="comic"/>
              </a:rPr>
              <a:t>Em tristeza e lida Deus vai te guiar.</a:t>
            </a:r>
            <a:r>
              <a:rPr b="0" i="1" lang="en-US" sz="3600" strike="noStrike" u="none">
                <a:solidFill>
                  <a:srgbClr val="c008aa"/>
                </a:solidFill>
                <a:effectLst/>
                <a:uFillTx/>
                <a:latin typeface="comic"/>
              </a:rPr>
              <a:t>  </a:t>
            </a:r>
            <a:r>
              <a:rPr b="0" lang="en-US" sz="3600" strike="noStrike" u="none">
                <a:solidFill>
                  <a:srgbClr val="c008aa"/>
                </a:solidFill>
                <a:effectLst/>
                <a:uFillTx/>
                <a:latin typeface="comic"/>
              </a:rPr>
              <a:t> 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2005-12-22T21:36:44Z</dcterms:created>
  <dc:creator>Junior</dc:creator>
  <dc:description/>
  <dc:language>pt-BR</dc:language>
  <cp:lastModifiedBy>Junior</cp:lastModifiedBy>
  <dcterms:modified xsi:type="dcterms:W3CDTF">2006-02-11T19:59:41Z</dcterms:modified>
  <cp:revision>2</cp:revision>
  <dc:subject/>
  <dc:title>28  DEUS VAI TE GUIAR  </dc:title>
</cp:coreProperties>
</file>