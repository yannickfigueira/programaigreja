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551ECF-CD94-4542-AD0A-7E87FC23C8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640693-0D49-4C12-906F-5270553F2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CC3C3F-01B3-4338-81AE-9E908A21892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579 – Por que Te Afliges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por que te afliges, pobre coração?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teu Jesus quer dar consolação.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demais as cargas?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cruel a dor?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para o céu e vê teu lar de amor.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Pesa na consciência teu pecado vil?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para a cruz, Jesus é tão gentil!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precioso sangue Ele já verteu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dar perdão e abrir caminho ao céu.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te comprimem garras de temor,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aflições, confia no Senhor.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protege, triste coração!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conduz ao céu com sua mão!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2005-12-26T22:51:38Z</dcterms:created>
  <dc:creator>Junior</dc:creator>
  <dc:description/>
  <dc:language>pt-BR</dc:language>
  <cp:lastModifiedBy>Junior</cp:lastModifiedBy>
  <dcterms:modified xsi:type="dcterms:W3CDTF">2005-12-26T22:51:50Z</dcterms:modified>
  <cp:revision>1</cp:revision>
  <dc:subject/>
  <dc:title>579 – Por que Te Afliges </dc:title>
</cp:coreProperties>
</file>