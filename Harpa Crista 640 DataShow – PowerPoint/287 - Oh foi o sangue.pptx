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9EC90-E84B-492A-A420-186E65A1D9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895E8F-6E7A-413B-874F-000C34C7EE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B010C3-061A-4E42-BCDB-20455740ED0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287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FOI O SANGUE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foi o sangue do Senhor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salvou, sim, me salvou;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este sangue tem poder,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mancha me lavou.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pra todos tem poder e salvação,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a Ele vem,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Aceitando a remissão;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meu Jesus!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me salvou!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maravilha de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mim mostrou, sim, me mostrou; Jesus sofreu tão grande 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tua vida resgatou.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pra todos tem poder e salvação,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a Ele vem,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Aceitando a remissão;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meu Jesus!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me salvou!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mim não há poder algum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débil 'stou, mereço dó.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por Jesus eu vencerei,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que eu seja pó.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pra todos tem poder e salvação,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a Ele vem,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Aceitando a remissão;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meu Jesus!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me salvou!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Pai me deu o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me guiar, me iluminar,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temerei o tentador,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sempre há de me guardar.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pra todos tem poder e salvação,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a Ele vem,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Aceitando a remissão;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Salvador!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meu Jesus!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me salvou!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2005-12-24T08:50:49Z</dcterms:created>
  <dc:creator>Junior</dc:creator>
  <dc:description/>
  <dc:language>pt-BR</dc:language>
  <cp:lastModifiedBy>Junior</cp:lastModifiedBy>
  <dcterms:modified xsi:type="dcterms:W3CDTF">2005-12-24T08:51:01Z</dcterms:modified>
  <cp:revision>1</cp:revision>
  <dc:subject/>
  <dc:title>287 OH, FOI O SANGUE </dc:title>
</cp:coreProperties>
</file>