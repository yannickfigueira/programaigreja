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A024D-C50B-4095-91D1-6C5307FFA9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9CEF0-E980-4F6F-BA73-CF7DEE9E11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71CE8D-3B9A-4AED-8432-FB7CB3F1AFE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604 – Senhor, os Mensageiros Teus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os mensageiros teus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Irão levar por onde for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da graça ao mundo mau,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fé no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envia obreiros bons,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fé, coragem, zelo e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Fiéis a Ti e ao seu dever,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Leais ao Redentor.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possamos todos nós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do teu perdão falar;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do mal cativo está,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Jesus v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oltar.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2005-12-27T14:32:37Z</dcterms:created>
  <dc:creator>Junior</dc:creator>
  <dc:description/>
  <dc:language>pt-BR</dc:language>
  <cp:lastModifiedBy>Junior</cp:lastModifiedBy>
  <dcterms:modified xsi:type="dcterms:W3CDTF">2005-12-27T14:32:39Z</dcterms:modified>
  <cp:revision>1</cp:revision>
  <dc:subject/>
  <dc:title>604 – Senhor, os Mensageiros Teus</dc:title>
</cp:coreProperties>
</file>