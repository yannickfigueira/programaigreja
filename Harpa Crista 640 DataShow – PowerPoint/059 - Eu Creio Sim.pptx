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media/image1.jpeg" ContentType="image/jpe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3F7836D-90B9-4CFB-82F9-62C1A0378A4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5F39CFE-5435-4496-9E3B-DAEF8C3C498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0E8B6BF-039A-4E6A-8ABA-17D59CCD4375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11280" y="2421000"/>
            <a:ext cx="7989840" cy="201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59</a:t>
            </a:r>
            <a:br>
              <a:rPr sz="4000"/>
            </a:br>
            <a:r>
              <a:rPr b="1" lang="pt-BR" sz="40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EU CREIO, SIM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1125360"/>
            <a:ext cx="9144000" cy="417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Té conhecer o amor sem fim, </a:t>
            </a:r>
            <a:br>
              <a:rPr sz="4400"/>
            </a:br>
            <a:r>
              <a:rPr b="0" lang="en-US" sz="44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Um pecador fui eu;</a:t>
            </a:r>
            <a:br>
              <a:rPr sz="4400"/>
            </a:br>
            <a:r>
              <a:rPr b="0" lang="en-US" sz="44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Em o meu pensar não houve lugar Para Cristo e o céu.</a:t>
            </a:r>
            <a:br>
              <a:rPr sz="4400"/>
            </a:b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1196640"/>
            <a:ext cx="9144000" cy="3311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4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Eu creio, sim, já creio, sim,</a:t>
            </a:r>
            <a:br>
              <a:rPr sz="4400"/>
            </a:br>
            <a:r>
              <a:rPr b="1" lang="en-US" sz="44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Jesus </a:t>
            </a:r>
            <a:r>
              <a:rPr b="1" i="1" lang="en-US" sz="44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morreu por mim;</a:t>
            </a:r>
            <a:br>
              <a:rPr sz="4400"/>
            </a:br>
            <a:r>
              <a:rPr b="1" i="1" lang="en-US" sz="44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Pelo sangue Seu, que Ele verteu, Libertado fui por fim.</a:t>
            </a:r>
            <a:br>
              <a:rPr sz="4400"/>
            </a:b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836640"/>
            <a:ext cx="9144000" cy="367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Pois, quando vi Jesus por mim, Sofrendo sobre a cruz,</a:t>
            </a:r>
            <a:br>
              <a:rPr sz="4400"/>
            </a:br>
            <a:r>
              <a:rPr b="0" lang="en-US" sz="44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O meu coração, sem hesitação, Recebeu o amor e a luz.</a:t>
            </a:r>
            <a:br>
              <a:rPr sz="4400"/>
            </a:b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620280"/>
            <a:ext cx="9144000" cy="4969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4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Eu creio, sim, já creio, sim,</a:t>
            </a:r>
            <a:br>
              <a:rPr sz="4400"/>
            </a:br>
            <a:r>
              <a:rPr b="1" lang="en-US" sz="44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Jesus </a:t>
            </a:r>
            <a:r>
              <a:rPr b="1" i="1" lang="en-US" sz="44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morreu por mim;</a:t>
            </a:r>
            <a:br>
              <a:rPr sz="4400"/>
            </a:br>
            <a:r>
              <a:rPr b="1" i="1" lang="en-US" sz="44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Pelo sangue Seu, que Ele verteu, Libertado fui por fim.</a:t>
            </a:r>
            <a:br>
              <a:rPr sz="4400"/>
            </a:b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1341000"/>
            <a:ext cx="9144000" cy="3313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Com lágrimas, pedi perdão,</a:t>
            </a:r>
            <a:br>
              <a:rPr sz="4400"/>
            </a:br>
            <a:r>
              <a:rPr b="0" lang="en-US" sz="44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E dor, também senti;</a:t>
            </a:r>
            <a:br>
              <a:rPr sz="4400"/>
            </a:br>
            <a:r>
              <a:rPr b="0" lang="en-US" sz="44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Veio, então, Jesus, e a mim falou:</a:t>
            </a:r>
            <a:br>
              <a:rPr sz="4400"/>
            </a:br>
            <a:r>
              <a:rPr b="0" lang="en-US" sz="44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 "Foi por ti que Eu morri".</a:t>
            </a:r>
            <a:br>
              <a:rPr sz="4400"/>
            </a:b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549000"/>
            <a:ext cx="9144000" cy="4824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4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Eu creio, sim, já creio, sim,</a:t>
            </a:r>
            <a:br>
              <a:rPr sz="4400"/>
            </a:br>
            <a:r>
              <a:rPr b="1" lang="en-US" sz="44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Jesus </a:t>
            </a:r>
            <a:r>
              <a:rPr b="1" i="1" lang="en-US" sz="44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morreu por mim;</a:t>
            </a:r>
            <a:br>
              <a:rPr sz="4400"/>
            </a:br>
            <a:r>
              <a:rPr b="1" i="1" lang="en-US" sz="44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Pelo sangue Seu, que Ele verteu, Libertado fui por fim.</a:t>
            </a:r>
            <a:br>
              <a:rPr sz="4400"/>
            </a:b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1052280"/>
            <a:ext cx="9144000" cy="4824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Eu sei que Deus, no Filho Seu,</a:t>
            </a:r>
            <a:br>
              <a:rPr sz="4400"/>
            </a:br>
            <a:r>
              <a:rPr b="0" lang="en-US" sz="44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Me vê perfeito e são;</a:t>
            </a:r>
            <a:br>
              <a:rPr sz="4400"/>
            </a:br>
            <a:r>
              <a:rPr b="0" lang="en-US" sz="44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Não há mais temor, só bendito amor, Gozo no meu coração.</a:t>
            </a:r>
            <a:r>
              <a:rPr b="0" lang="en-US" sz="44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	</a:t>
            </a:r>
            <a:br>
              <a:rPr sz="4400"/>
            </a:br>
            <a:br>
              <a:rPr sz="4400"/>
            </a:br>
            <a:r>
              <a:rPr b="0" lang="en-US" sz="44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	</a:t>
            </a:r>
            <a:r>
              <a:rPr b="0" lang="en-US" sz="44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	</a:t>
            </a:r>
            <a:r>
              <a:rPr b="0" lang="en-US" sz="44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	</a:t>
            </a:r>
            <a:r>
              <a:rPr b="0" lang="en-US" sz="44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	</a:t>
            </a:r>
            <a:r>
              <a:rPr b="0" lang="en-US" sz="44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	</a:t>
            </a:r>
            <a:r>
              <a:rPr b="0" lang="en-US" sz="44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	</a:t>
            </a:r>
            <a:r>
              <a:rPr b="0" lang="en-US" sz="44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	</a:t>
            </a:r>
            <a:r>
              <a:rPr b="0" lang="en-US" sz="44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	</a:t>
            </a:r>
            <a:r>
              <a:rPr b="0" lang="en-US" sz="44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F.V.</a:t>
            </a:r>
            <a:br>
              <a:rPr sz="4400"/>
            </a:b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549360"/>
            <a:ext cx="9144000" cy="496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4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Eu creio, sim, já creio, sim,</a:t>
            </a:r>
            <a:br>
              <a:rPr sz="4400"/>
            </a:br>
            <a:r>
              <a:rPr b="1" lang="en-US" sz="44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Jesus </a:t>
            </a:r>
            <a:r>
              <a:rPr b="1" i="1" lang="en-US" sz="44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morreu por mim;</a:t>
            </a:r>
            <a:br>
              <a:rPr sz="4400"/>
            </a:br>
            <a:r>
              <a:rPr b="1" i="1" lang="en-US" sz="44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Pelo sangue Seu, que Ele verteu, Libertado fui por fim.</a:t>
            </a:r>
            <a:br>
              <a:rPr sz="4400"/>
            </a:b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2005-10-15T21:02:54Z</dcterms:created>
  <dc:creator>Montagna</dc:creator>
  <dc:description/>
  <dc:language>pt-BR</dc:language>
  <cp:lastModifiedBy>Junior</cp:lastModifiedBy>
  <dcterms:modified xsi:type="dcterms:W3CDTF">2005-10-16T11:22:24Z</dcterms:modified>
  <cp:revision>2</cp:revision>
  <dc:subject/>
  <dc:title>59</dc:title>
</cp:coreProperties>
</file>