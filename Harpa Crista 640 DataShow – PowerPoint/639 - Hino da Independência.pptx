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256D51-2A49-4374-9614-5C0CF2598A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B4BEF3-309D-42B6-B7A5-CBD8B98B40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16A01F-33AF-4D85-B615-937571468F3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639 – Hino da Independência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podeis da Pátria filhos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contente a mãe gentil,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raiou a liberdade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horizonte do Brasil!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raiou a liberdade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raiou a liberdade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horizonte do Brasil.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Brava gente brasileira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vá temor servil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ficar a Pátria livre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morrer pelo Brasil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ficar a Pátria livre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morrer pelo Brasil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Mal soou na serra ao longe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grito varonil;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imensos ombros, logo,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cabeça ergue o Brasil!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imensos ombros, logo,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imensos ombros, logo,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cabeça ergue o Brasil.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Brava gente brasileira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vá temor servil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ficar a Pátria livre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morrer pelo Brasil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ficar a Pátria livre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morrer pelo Brasil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grilhões que nos forjava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perfídia astuto ardil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Houve mão mais poderosa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Zombou deles o Brasil.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Houve mão mais poderosa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Houve mão mais poderosa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Zombou deles o Brasil! 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Brava gente brasileira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vá temor servil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ficar a Pátria livre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morrer pelo Brasil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ficar a Pátria livre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morrer pelo Brasil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Parabéns, ó brasileiros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com garbo juvenil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Universo entre as nações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Resplandece a do Brasil.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Universo entre as nações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Universo entre as nações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Resplandece a do Brasil.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Brava gente brasileira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vá temor servil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ficar a Pátria livre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morrer pelo Brasil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ficar a Pátria livre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 morrer pelo Brasil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2005-12-27T15:12:50Z</dcterms:created>
  <dc:creator>Junior</dc:creator>
  <dc:description/>
  <dc:language>pt-BR</dc:language>
  <cp:lastModifiedBy>Junior</cp:lastModifiedBy>
  <dcterms:modified xsi:type="dcterms:W3CDTF">2005-12-27T15:12:52Z</dcterms:modified>
  <cp:revision>1</cp:revision>
  <dc:subject/>
  <dc:title>639 – Hino da Independência</dc:title>
</cp:coreProperties>
</file>