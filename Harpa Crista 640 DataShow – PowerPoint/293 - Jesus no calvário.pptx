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6E324B-B6D7-4B92-A50E-F819572A48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A13EA-69ED-4EE9-BF2A-E4C9373302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787BC5-1EEB-4A3D-8A24-A80C649899B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293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 CALVÁRIO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no Calvário, por mim sofreu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morte da maldição;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ganhou, com o sangue Seu O preço da redenção.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alto da cruz, Jesus exclamou: “Consumado está”, ao espírito rendeu; O sangue verteu, a me expiou,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Unindo-me ao povo Seu.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do Calvário, a cédula foi Cravada que Ele riscou.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véu se rasgou, a porta se abriu, Aberta p’ra Deus ficou.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 eu morri,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Cristo Jesus;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meu “ego” falaz sobre o lenho levou. A noite fugiu, e raiou a luz!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Cristo eu salvo estou.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do Calvário, ao mundo morri; Aqui um estranho fiquei;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vivo mais eu, com Cristo me uni; Que vida excelsa achei!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Cordeiro de Deus minh’alma nevou; O sangue pascoal a culpa tirou,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destruidor minh’alma passou,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Cristo liberto estou.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2005-12-24T08:58:46Z</dcterms:created>
  <dc:creator>Junior</dc:creator>
  <dc:description/>
  <dc:language>pt-BR</dc:language>
  <cp:lastModifiedBy>Junior</cp:lastModifiedBy>
  <dcterms:modified xsi:type="dcterms:W3CDTF">2005-12-24T08:59:20Z</dcterms:modified>
  <cp:revision>1</cp:revision>
  <dc:subject/>
  <dc:title>293 JESUS NO CALVÁRIO </dc:title>
</cp:coreProperties>
</file>