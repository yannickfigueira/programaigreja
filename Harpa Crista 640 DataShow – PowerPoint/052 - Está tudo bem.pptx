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2CF5B0-0271-414E-A693-C2461AE564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EA6A88-3959-467F-9A6D-C0BFC69E07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D7DA977-66A0-41A3-B29F-D4001246BF7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52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ESTÁ BEM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amor de Deus bendito,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tudo bem!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amor é infinito: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está bem!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Esse amor nos tem provado.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Seu Filho muito amado,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Que, por nós, foi imolado.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sim, ‘stá bem!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Cristo, agora, o cetro empunha: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tudo bem!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morreu é quem governa: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está bem!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amor é imutável,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poder inabalável,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cuidado é incansável,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sim, ‘stá bem!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fé canta na tristeza: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tudo bem!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Canta, sim, e com firmeza: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está bem!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se Deus é quem nos guia,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Ternamente nos vigia,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bondade, noite e dia.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sim, até bem!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caminhos escabrosos,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tudo bem!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por mares tormentosos,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está bem!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tudo obedece;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o mesmo permanece!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um só dos Seus esquece!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sim, afã bem!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na vida, quer na morte,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tudo bem!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Quão feliz é nossa sorte!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está bem!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resgatados,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 mundo separados.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por Jesus guardados.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sim, ‘stá bem!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2005-12-22T23:10:11Z</dcterms:created>
  <dc:creator>Junior</dc:creator>
  <dc:description/>
  <dc:language>pt-BR</dc:language>
  <cp:lastModifiedBy>Junior</cp:lastModifiedBy>
  <dcterms:modified xsi:type="dcterms:W3CDTF">2005-12-22T23:14:01Z</dcterms:modified>
  <cp:revision>1</cp:revision>
  <dc:subject/>
  <dc:title>52 TUDO ESTÁ BEM </dc:title>
</cp:coreProperties>
</file>