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F7BF53-C97A-4A00-BFD6-6E924151D1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B079F9-30AE-4056-958E-75DF55E828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D4139F-1234-4231-B1E7-0D80AAAD957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180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FRUIMOS A PAZ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Aonde fruirmos a paz, o amor?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somente em Cristo;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Aonde nós temos poder e vigor?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somente em Cristo.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em Cristo,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sinto em mim um gozo, sem fim;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Inexplicável mas é agradável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 no amor de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Aonde águas vivas nós vamos buscar? Em Cristo, somente em Cristo: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inexplicável mas é agradável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 no amor de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em Cristo,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sinto em mim um gozo, sem fim;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Inexplicável mas é agradável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 no amor de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Aonde havemos nós de repousar?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somente em Cristo;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forças podemos também renovar? Em Crista, somente em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em Cristo,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sinto em mim um gozo, sem fim;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Inexplicável mas é agradável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 no amor de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Aonde achamos imenso poder?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somente em Cristo;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um povo cheio de santo prazer?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somente em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em Cristo,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sinto em mim um gozo, sem fim;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Inexplicável mas é agradável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 no amor de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2005-12-23T13:37:43Z</dcterms:created>
  <dc:creator>Junior</dc:creator>
  <dc:description/>
  <dc:language>pt-BR</dc:language>
  <cp:lastModifiedBy>Junior</cp:lastModifiedBy>
  <dcterms:modified xsi:type="dcterms:W3CDTF">2005-12-23T13:37:53Z</dcterms:modified>
  <cp:revision>1</cp:revision>
  <dc:subject/>
  <dc:title>180 EM CRISTO FRUIMOS A PAZ </dc:title>
</cp:coreProperties>
</file>