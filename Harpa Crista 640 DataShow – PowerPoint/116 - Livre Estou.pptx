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18960" y="1828800"/>
            <a:ext cx="8825040" cy="5029200"/>
            <a:chOff x="318960" y="1828800"/>
            <a:chExt cx="8825040" cy="5029200"/>
          </a:xfrm>
        </p:grpSpPr>
        <p:sp>
          <p:nvSpPr>
            <p:cNvPr id="1" name=""/>
            <p:cNvSpPr/>
            <p:nvPr/>
          </p:nvSpPr>
          <p:spPr>
            <a:xfrm>
              <a:off x="838080" y="4618080"/>
              <a:ext cx="8305920" cy="22399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333360" y="1828800"/>
              <a:ext cx="8810640" cy="5029200"/>
            </a:xfrm>
            <a:custGeom>
              <a:avLst/>
              <a:gdLst/>
              <a:ahLst/>
              <a:rect l="l" t="t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838080" y="4654440"/>
              <a:ext cx="8305920" cy="220356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38080" y="1828800"/>
              <a:ext cx="73137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38080" y="1828800"/>
              <a:ext cx="46080" cy="283356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36640" y="4610160"/>
              <a:ext cx="46080" cy="2247840"/>
            </a:xfrm>
            <a:custGeom>
              <a:avLst/>
              <a:gdLst/>
              <a:ahLst/>
              <a:rect l="l" t="t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318960" y="4610160"/>
              <a:ext cx="45705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18960" y="4610160"/>
              <a:ext cx="47880" cy="22478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10196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dt" idx="1"/>
          </p:nvPr>
        </p:nvSpPr>
        <p:spPr>
          <a:xfrm>
            <a:off x="83772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2"/>
          </p:nvPr>
        </p:nvSpPr>
        <p:spPr>
          <a:xfrm>
            <a:off x="3428640" y="6244920"/>
            <a:ext cx="28954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3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0C93E6-DCE5-4A76-8325-089B1F1DBEA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1" lang="pt-BR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318960" y="1752480"/>
            <a:ext cx="8825040" cy="5129280"/>
            <a:chOff x="318960" y="1752480"/>
            <a:chExt cx="8825040" cy="5129280"/>
          </a:xfrm>
        </p:grpSpPr>
        <p:sp>
          <p:nvSpPr>
            <p:cNvPr id="15" name=""/>
            <p:cNvSpPr/>
            <p:nvPr/>
          </p:nvSpPr>
          <p:spPr>
            <a:xfrm>
              <a:off x="333360" y="1752480"/>
              <a:ext cx="8810640" cy="5105520"/>
            </a:xfrm>
            <a:custGeom>
              <a:avLst/>
              <a:gdLst/>
              <a:ahLst/>
              <a:rect l="l" t="t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006600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38080" y="3809880"/>
              <a:ext cx="8305920" cy="30481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318960" y="3773520"/>
              <a:ext cx="54849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38080" y="1752480"/>
              <a:ext cx="776952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18960" y="3773520"/>
              <a:ext cx="47880" cy="31082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38080" y="1752480"/>
              <a:ext cx="46080" cy="511992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90720" y="190512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1" lang="pt-BR" sz="5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4"/>
          </p:nvPr>
        </p:nvSpPr>
        <p:spPr>
          <a:xfrm>
            <a:off x="99036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5"/>
          </p:nvPr>
        </p:nvSpPr>
        <p:spPr>
          <a:xfrm>
            <a:off x="346860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6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15D5F0-0CA1-44E7-9D7B-22FB750A8B8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1143000" y="2590920"/>
            <a:ext cx="731520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116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4560" y="837720"/>
            <a:ext cx="883908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Eu vagava pela senda de horror,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Oprimido pelo pecado e temor.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Quando o Salvador eu vi,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Sua terna voz ouvi,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Meu Jesus me libertou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Por Seu amor.</a:t>
            </a:r>
            <a:endParaRPr b="1" lang="pt-BR" sz="36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 Livre estou!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Pela graça de Jesus 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estou;</a:t>
            </a:r>
            <a:br>
              <a:rPr sz="4100"/>
            </a:b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 Livre estou!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Aleluia! Pela fé, 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</a:t>
            </a:r>
            <a:endParaRPr b="1" lang="pt-BR" sz="41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04560" y="837720"/>
            <a:ext cx="883908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Eu vagava pela senda de horror,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Não pensando no amor do Salvador;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Eu vagava sem ter luz,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Longe do Senhor Jesus,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Mas liberto,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hoje canto a Deus louvor.</a:t>
            </a:r>
            <a:endParaRPr b="1" lang="pt-BR" sz="36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 Livre estou!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Pela graça de Jesus 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estou;</a:t>
            </a:r>
            <a:br>
              <a:rPr sz="4100"/>
            </a:b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 Livre estou!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Aleluia! Pela fé, 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</a:t>
            </a:r>
            <a:endParaRPr b="1" lang="pt-BR" sz="41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560" y="838080"/>
            <a:ext cx="883908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Eu vagava pela senda de horror,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Mas, agora,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Quero andar com meu Senhor,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Quero ouvir Sua terna voz,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 Segui-lo sempre após,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Glória seja dada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Ao nosso bom Pastor.</a:t>
            </a:r>
            <a:endParaRPr b="1" lang="pt-BR" sz="36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 Livre estou!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Pela graça de Jesus 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estou;</a:t>
            </a:r>
            <a:br>
              <a:rPr sz="4100"/>
            </a:b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 Livre estou!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Aleluia! Pela fé, </a:t>
            </a:r>
            <a:br>
              <a:rPr sz="4100"/>
            </a:br>
            <a:r>
              <a:rPr b="1" i="1" lang="en-US" sz="41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Livre estou!</a:t>
            </a:r>
            <a:endParaRPr b="1" lang="pt-BR" sz="41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>User041</cp:lastModifiedBy>
  <dcterms:modified xsi:type="dcterms:W3CDTF">2006-12-03T18:22:49Z</dcterms:modified>
  <cp:revision>11</cp:revision>
  <dc:subject/>
  <dc:title>Um pendão vos entregou o Rei A vós, soldados seus; Corajosos, pois, em tudo o defendei, Marchando para os céus.</dc:title>
</cp:coreProperties>
</file>