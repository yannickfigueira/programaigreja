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D4B202-1CF7-4FA5-AD47-3700A649F5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34F8A3-7994-430E-B36D-D9D93D8805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BD53D8-3A77-4FD7-8247-0942706C26C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8229600" cy="213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48</a:t>
            </a:r>
            <a:br>
              <a:rPr sz="4400"/>
            </a:br>
            <a:r>
              <a:rPr b="1" i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O DIA DO TRIUNFO DE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0" y="1447560"/>
            <a:ext cx="9144000" cy="47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lá do céu descendo,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Para os Seus, Jesus voltar,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 o clarim de Deus a todos proclamar,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Que chegou o grande dia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Do triunfar do meu Rei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Eu, por sua imensa graça, lá estarei.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0" y="144792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Do triunfar do meu Rei,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Pela graça de Jesus eu lá estarei!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380880" y="380880"/>
            <a:ext cx="8305920" cy="563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Nesse dia, quando os mortos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Hão de a voz de Cristo ouvir,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 dos seus sepulcros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Hão de ressurgir,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Os remidos reunidos, logo aclamarão seu Rei,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E, por sua imensa graça, lá estarei.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0" y="144792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Do triunfar do meu Rei,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Pela graça de Jesus eu lá estarei!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0" y="99036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Pelo mundo, rejeitado foi, Jesus,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meu salvador.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Desprezaram, insultaram meu Senhor,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Mas, faustoso, vem o dia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Do triunfar do meu Rei,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E, por sua imensa graça, lá estarei.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0" y="144792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Do triunfar do meu Rei,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Pela graça de Jesus eu lá estarei!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Em mim mesmo, nada tenho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em que possa confiar,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Mas Jesus morreu na cruz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P’ra me salvar;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Tão somente nEle espero, sim, e sempre esperarei,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Pois, por sua imensa graça, lá estarei.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0" y="144792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Do triunfar do meu Rei,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Quando enfim, chegar o dia,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Pela graça de Jesus eu lá estarei!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2005-07-02T15:19:23Z</dcterms:created>
  <dc:creator>Junior</dc:creator>
  <dc:description/>
  <dc:language>pt-BR</dc:language>
  <cp:lastModifiedBy>User041</cp:lastModifiedBy>
  <dcterms:modified xsi:type="dcterms:W3CDTF">2006-07-30T19:09:05Z</dcterms:modified>
  <cp:revision>2</cp:revision>
  <dc:subject/>
  <dc:title>48 O DIA DO TRIUNFO DE JESUS</dc:title>
</cp:coreProperties>
</file>