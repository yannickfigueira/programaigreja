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293208-3B3A-4828-92AB-55C25FC9A4B1}" type="slidenum"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0" y="0"/>
            <a:ext cx="9148320" cy="6851520"/>
            <a:chOff x="0" y="0"/>
            <a:chExt cx="9148320" cy="6851520"/>
          </a:xfrm>
        </p:grpSpPr>
        <p:sp>
          <p:nvSpPr>
            <p:cNvPr id="43" name=""/>
            <p:cNvSpPr/>
            <p:nvPr/>
          </p:nvSpPr>
          <p:spPr>
            <a:xfrm>
              <a:off x="8007120" y="4168800"/>
              <a:ext cx="114120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548560" y="6022800"/>
              <a:ext cx="59976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015120" y="6689880"/>
              <a:ext cx="13320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" name=""/>
            <p:cNvGrpSpPr/>
            <p:nvPr/>
          </p:nvGrpSpPr>
          <p:grpSpPr>
            <a:xfrm>
              <a:off x="455400" y="0"/>
              <a:ext cx="8092440" cy="6851520"/>
              <a:chOff x="455400" y="0"/>
              <a:chExt cx="8092440" cy="6851520"/>
            </a:xfrm>
          </p:grpSpPr>
          <p:sp>
            <p:nvSpPr>
              <p:cNvPr id="47" name=""/>
              <p:cNvSpPr/>
              <p:nvPr/>
            </p:nvSpPr>
            <p:spPr>
              <a:xfrm>
                <a:off x="4425480" y="0"/>
                <a:ext cx="11376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4901760" y="0"/>
                <a:ext cx="27576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5328720" y="0"/>
                <a:ext cx="53460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5833440" y="0"/>
                <a:ext cx="67752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6262200" y="0"/>
                <a:ext cx="88524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6738480" y="0"/>
                <a:ext cx="109476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7176600" y="0"/>
                <a:ext cx="137124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3806280" y="0"/>
                <a:ext cx="23760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3120480" y="0"/>
                <a:ext cx="47592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484000" y="0"/>
                <a:ext cx="67428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1788480" y="0"/>
                <a:ext cx="91260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1112400" y="0"/>
                <a:ext cx="116964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455400" y="0"/>
                <a:ext cx="133308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"/>
            <p:cNvSpPr/>
            <p:nvPr/>
          </p:nvSpPr>
          <p:spPr>
            <a:xfrm>
              <a:off x="7560" y="4605480"/>
              <a:ext cx="96192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560" y="6175440"/>
              <a:ext cx="36180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7580160" y="0"/>
              <a:ext cx="156168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8000640" y="0"/>
              <a:ext cx="114120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494560" y="0"/>
              <a:ext cx="64728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560" y="0"/>
              <a:ext cx="136188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7560" y="0"/>
              <a:ext cx="93312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560" y="0"/>
              <a:ext cx="42840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0" y="436392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0" y="374004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0" y="498780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"/>
            <p:cNvGrpSpPr/>
            <p:nvPr/>
          </p:nvGrpSpPr>
          <p:grpSpPr>
            <a:xfrm>
              <a:off x="0" y="622440"/>
              <a:ext cx="9140760" cy="2493720"/>
              <a:chOff x="0" y="622440"/>
              <a:chExt cx="9140760" cy="2493720"/>
            </a:xfrm>
          </p:grpSpPr>
          <p:sp>
            <p:nvSpPr>
              <p:cNvPr id="72" name=""/>
              <p:cNvSpPr/>
              <p:nvPr/>
            </p:nvSpPr>
            <p:spPr>
              <a:xfrm>
                <a:off x="0" y="124452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0" y="311616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249228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186840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62244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"/>
            <p:cNvSpPr/>
            <p:nvPr/>
          </p:nvSpPr>
          <p:spPr>
            <a:xfrm>
              <a:off x="0" y="623556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0" y="561168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AD0C5E-13BE-4624-BFCD-ACAA1644DE5B}" type="slidenum"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ccecff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83 – NÃO POSSO EXPLICAR.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Mais perto de Jesus 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Procuro sempre  eu chegar,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Mais belo que o ouro do sol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Nado é a Ti mirar.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pensamento , sonhos,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Tanta glória nunca vi;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Ele é mais belo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 que eu jamais previ!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04560" y="1371600"/>
            <a:ext cx="8381880" cy="315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Não posso explicar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Quão meigo é Jesus;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Mas, face a face, no teu lar,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Eu Te verei, Jesus!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 estrela resplandente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Da manhã é minha luz;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lírio dos vales 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É o bom Senhor Jesus;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Suave e doce é o cheiro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só vem de Ti;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Ele é mais belo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 que eu jamais previ!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80880" y="1295280"/>
            <a:ext cx="8305920" cy="315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Não posso explicar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Quão meigo é Jesus;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Mas, face a face, no teu lar,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Eu Te verei, Jesus!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-360" y="0"/>
            <a:ext cx="93726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 mágoas vêm me pertubar,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bálsamo ele tem;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toma nos Seus braços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E, assim, descanso bem;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 cruz levou Jesus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meu pecado sobre si;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Ele é mais belo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 que eu jamais previ! 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04560" y="1218960"/>
            <a:ext cx="8305560" cy="330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Não posso explicar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Quão meigo é Jesus;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Mas, face a face, no teu lar,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Eu Te verei, Jesus!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2005-01-30T21:09:30Z</dcterms:created>
  <dc:creator>owner</dc:creator>
  <dc:description/>
  <dc:language>pt-BR</dc:language>
  <cp:lastModifiedBy>User041</cp:lastModifiedBy>
  <dcterms:modified xsi:type="dcterms:W3CDTF">2006-10-01T19:13:03Z</dcterms:modified>
  <cp:revision>4</cp:revision>
  <dc:subject/>
  <dc:title>Mais perto de Jesus , procuro sempre  eu chegar, Mais belo que o ouro do sol nado é a Ti mirar. </dc:title>
</cp:coreProperties>
</file>