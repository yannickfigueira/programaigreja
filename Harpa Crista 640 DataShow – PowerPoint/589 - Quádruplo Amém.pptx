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14F5C9-89BD-4AF7-A36B-36CC03C5CC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C174E3-C388-4914-A395-F18DEEF442E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1980720"/>
            <a:ext cx="9144000" cy="342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589 - Quádruplo Amém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Amém, Amém, Amém, Amém!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2005-12-26T23:13:30Z</dcterms:created>
  <dc:creator>Junior</dc:creator>
  <dc:description/>
  <dc:language>pt-BR</dc:language>
  <cp:lastModifiedBy>Junior</cp:lastModifiedBy>
  <dcterms:modified xsi:type="dcterms:W3CDTF">2005-12-26T23:13:33Z</dcterms:modified>
  <cp:revision>1</cp:revision>
  <dc:subject/>
  <dc:title>589 - Quádruplo Amém   Amém, Amém, Amém, Amém!  </dc:title>
</cp:coreProperties>
</file>