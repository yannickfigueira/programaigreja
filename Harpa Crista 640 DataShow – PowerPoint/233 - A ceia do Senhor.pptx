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2D7D51-FAE4-49D9-9C7E-66E116774C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214D01-CEF6-4D3D-B0C0-33AD5A3F80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DBD324-1A96-4D3C-BB38-DDCC54C5CA9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233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CEIA DO SENHOR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Jesus Cristo, aqui estamos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Unidos todos em um lugar,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Tua morte nós relembrarmos,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Tu quiseste por nós provar.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Alegra-nos, é Jesus amado,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Enchendo-nos do Consolador;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grande graça Tu nos tens dado,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somos salvos p'lo Teu amor.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nós sejamos abençoados; Também o pão e o vinho aqui,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P'lo Teu poder sejam consagrados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nos alimentarmos de Ti.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quando todos nos reunirmos,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dia, lá no Teu lar, nos céus,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aleluias, sim, cantaremos,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Eterno hino ao nosso Deus.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2005-12-23T20:07:30Z</dcterms:created>
  <dc:creator>Junior</dc:creator>
  <dc:description/>
  <dc:language>pt-BR</dc:language>
  <cp:lastModifiedBy>Junior</cp:lastModifiedBy>
  <dcterms:modified xsi:type="dcterms:W3CDTF">2005-12-23T20:07:39Z</dcterms:modified>
  <cp:revision>1</cp:revision>
  <dc:subject/>
  <dc:title>233 A CEIA DO SENHOR </dc:title>
</cp:coreProperties>
</file>