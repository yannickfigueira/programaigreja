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B409F8-579F-4831-8457-F1629773DC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D85338-15E7-4296-A4D4-286B601145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DBA707-9859-46B8-9AB8-CD47EAF23A4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473</a:t>
            </a:r>
            <a:br>
              <a:rPr sz="4400"/>
            </a:br>
            <a:r>
              <a:rPr b="1" lang="pt-BR" sz="4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OUTRO BEM NÃO ACHAREI</a:t>
            </a:r>
            <a:r>
              <a:rPr b="0" lang="en-US" sz="4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Que outro bem ansioso buscarei? 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Bem melhor, que Jesus não acharei; 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NEle só para sempre, hei de estar, 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E de coração O amar.</a:t>
            </a:r>
            <a:r>
              <a:rPr b="0" lang="en-US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Outro bem não procurarei,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Outro bem eu não acharei;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Já em mim, esta Jesus,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NEle só vou confiar.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Quem aqui pode me saciar,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Neste mundo enganador?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Só Jesus, Jesus, só Jesus, Jesus, 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Rei meu e fiel Senhor!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 vaidade do mundo acabará,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Tudo aqui a seu tempo findará;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Para sempre somente, há de durar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Quem na luz de Cristo andar.</a:t>
            </a:r>
            <a:r>
              <a:rPr b="0" lang="en-US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Outro bem não procurarei,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Outro bem eu não acharei;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Já em mim, esta Jesus,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NEle só vou confiar.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Quem aqui pode me saciar,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Neste mundo enganador?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Só Jesus, Jesus, só Jesus, Jesus, 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Rei meu e fiel Senhor!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Entre os homens não buscarei a luz;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Não mais vivo, 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Mais vive em mim Jesus; 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Sua graça é bastante para mim,</a:t>
            </a:r>
            <a:br>
              <a:rPr sz="4000"/>
            </a:br>
            <a:r>
              <a:rPr b="0" lang="pt-BR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Não terá no céu, mais fim!</a:t>
            </a:r>
            <a:r>
              <a:rPr b="0" lang="en-US" sz="40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Outro bem não procurarei,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Outro bem eu não acharei;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Já em mim, esta Jesus,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NEle só vou confiar.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Quem aqui pode me saciar,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Neste mundo enganador?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Só Jesus, Jesus, só Jesus, Jesus, </a:t>
            </a:r>
            <a:br>
              <a:rPr sz="3600"/>
            </a:br>
            <a:r>
              <a:rPr b="1" i="1" lang="pt-BR" sz="36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Rei meu e fiel Senhor!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2005-10-21T06:54:20Z</dcterms:created>
  <dc:creator>Montagna</dc:creator>
  <dc:description/>
  <dc:language>pt-BR</dc:language>
  <cp:lastModifiedBy>User041</cp:lastModifiedBy>
  <dcterms:modified xsi:type="dcterms:W3CDTF">2006-04-09T18:57:33Z</dcterms:modified>
  <cp:revision>3</cp:revision>
  <dc:subject/>
  <dc:title>473 - OUTRO BEM NÃO ACHAREI </dc:title>
</cp:coreProperties>
</file>