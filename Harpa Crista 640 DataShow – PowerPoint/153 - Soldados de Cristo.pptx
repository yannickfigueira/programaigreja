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200" strike="noStrike" u="none">
                <a:solidFill>
                  <a:srgbClr val="006633"/>
                </a:solidFill>
                <a:effectLst/>
                <a:uFillTx/>
                <a:latin typeface="Garamond"/>
              </a:rPr>
              <a:t>Clique para editar o formato do texto do título</a:t>
            </a:r>
            <a:endParaRPr b="0" lang="pt-BR" sz="4200" strike="noStrike" u="none">
              <a:solidFill>
                <a:srgbClr val="006633"/>
              </a:solidFill>
              <a:effectLst/>
              <a:uFillTx/>
              <a:latin typeface="Garamond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599840"/>
            <a:ext cx="8229600" cy="453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51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69960" indent="-325440">
              <a:spcBef>
                <a:spcPts val="751"/>
              </a:spcBef>
              <a:buClr>
                <a:srgbClr val="3b812f"/>
              </a:buClr>
              <a:buSzPct val="60000"/>
              <a:buFont typeface="Wingdings" charset="2"/>
              <a:buChar char="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022400" indent="-351000">
              <a:spcBef>
                <a:spcPts val="751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339920" indent="-316080">
              <a:spcBef>
                <a:spcPts val="751"/>
              </a:spcBef>
              <a:buClr>
                <a:srgbClr val="3b812f"/>
              </a:buClr>
              <a:buSzPct val="70000"/>
              <a:buFont typeface="Wingdings" charset="2"/>
              <a:buChar char="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681200" indent="-339840">
              <a:spcBef>
                <a:spcPts val="751"/>
              </a:spcBef>
              <a:buClr>
                <a:srgbClr val="cc9900"/>
              </a:buClr>
              <a:buSzPct val="75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1681200" indent="-339840">
              <a:spcBef>
                <a:spcPts val="751"/>
              </a:spcBef>
              <a:buClr>
                <a:srgbClr val="000000"/>
              </a:buClr>
              <a:buSzPct val="75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1681200" indent="-339840">
              <a:spcBef>
                <a:spcPts val="751"/>
              </a:spcBef>
              <a:buClr>
                <a:srgbClr val="000000"/>
              </a:buClr>
              <a:buSzPct val="75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Garamond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Garamond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Garamond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Garamond"/>
              </a:rPr>
              <a:t>&lt;rodapé&gt;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Garamond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2DC6D75-2BC1-4F33-BA2B-8CD90CAB47B7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Garamond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380880" y="228600"/>
            <a:ext cx="8229600" cy="609480"/>
          </a:xfrm>
          <a:custGeom>
            <a:avLst/>
            <a:gdLst/>
            <a:ahLst/>
            <a:rect l="l" t="t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80">
            <a:solidFill>
              <a:srgbClr val="cc99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"/>
          <p:cNvSpPr/>
          <p:nvPr/>
        </p:nvSpPr>
        <p:spPr>
          <a:xfrm>
            <a:off x="457200" y="6172200"/>
            <a:ext cx="8229600" cy="0"/>
          </a:xfrm>
          <a:prstGeom prst="line">
            <a:avLst/>
          </a:prstGeom>
          <a:ln w="19080">
            <a:solidFill>
              <a:srgbClr val="cc99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914040" y="1523520"/>
            <a:ext cx="7623000" cy="1752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000" strike="noStrike" u="none">
                <a:solidFill>
                  <a:srgbClr val="006633"/>
                </a:solidFill>
                <a:effectLst/>
                <a:uFillTx/>
                <a:latin typeface="Garamond"/>
              </a:rPr>
              <a:t>Clique para editar o formato do texto do título</a:t>
            </a:r>
            <a:endParaRPr b="0" lang="pt-BR" sz="5000" strike="noStrike" u="none">
              <a:solidFill>
                <a:srgbClr val="006633"/>
              </a:solidFill>
              <a:effectLst/>
              <a:uFillTx/>
              <a:latin typeface="Garamond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dt" idx="4"/>
          </p:nvPr>
        </p:nvSpPr>
        <p:spPr>
          <a:xfrm>
            <a:off x="45684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Garamond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Garamond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5"/>
          </p:nvPr>
        </p:nvSpPr>
        <p:spPr>
          <a:xfrm>
            <a:off x="3124080" y="624348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Garamond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Garamond"/>
              </a:rPr>
              <a:t>&lt;rodapé&gt;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Garamond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7BACE3C-8C88-45FD-8637-CE8302075929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Garamond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609480" y="1219320"/>
            <a:ext cx="7925040" cy="914400"/>
          </a:xfrm>
          <a:custGeom>
            <a:avLst/>
            <a:gdLst/>
            <a:ahLst/>
            <a:rect l="l" t="t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560">
            <a:solidFill>
              <a:srgbClr val="cc99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1981080" y="3962520"/>
            <a:ext cx="6512040" cy="0"/>
          </a:xfrm>
          <a:prstGeom prst="line">
            <a:avLst/>
          </a:prstGeom>
          <a:ln w="19080">
            <a:solidFill>
              <a:srgbClr val="cc99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344520" indent="0" algn="ctr">
              <a:spcBef>
                <a:spcPts val="6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671400" algn="ctr">
              <a:spcBef>
                <a:spcPts val="550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023840" algn="ctr">
              <a:spcBef>
                <a:spcPts val="499"/>
              </a:spcBef>
              <a:buClr>
                <a:srgbClr val="3b812f"/>
              </a:buClr>
              <a:buSzPct val="70000"/>
              <a:buFont typeface="Wingdings" charset="2"/>
              <a:buChar char="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341360" algn="ctr">
              <a:spcBef>
                <a:spcPts val="499"/>
              </a:spcBef>
              <a:buClr>
                <a:srgbClr val="cc9900"/>
              </a:buClr>
              <a:buSzPct val="75000"/>
              <a:buFont typeface="Wingdings" charset="2"/>
              <a:buChar char="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1341360">
              <a:spcBef>
                <a:spcPts val="499"/>
              </a:spcBef>
              <a:buClr>
                <a:srgbClr val="000000"/>
              </a:buClr>
              <a:buSzPct val="75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1341360">
              <a:spcBef>
                <a:spcPts val="499"/>
              </a:spcBef>
              <a:buClr>
                <a:srgbClr val="000000"/>
              </a:buClr>
              <a:buSzPct val="75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84360" y="1523880"/>
            <a:ext cx="8208720" cy="197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600" strike="noStrike" u="none">
                <a:solidFill>
                  <a:srgbClr val="000000"/>
                </a:solidFill>
                <a:effectLst/>
                <a:uFillTx/>
                <a:latin typeface="Garamond"/>
              </a:rPr>
              <a:t>	</a:t>
            </a: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Garamond"/>
              </a:rPr>
              <a:t>153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Garamond"/>
              </a:rPr>
              <a:t>SOLDADOS DE CRISTO</a:t>
            </a:r>
            <a:br>
              <a:rPr sz="4400"/>
            </a:br>
            <a:endParaRPr b="0" lang="pt-BR" sz="4400" strike="noStrike" u="none">
              <a:solidFill>
                <a:srgbClr val="006633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39280" y="1268280"/>
            <a:ext cx="8147160" cy="4321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Garamond"/>
              </a:rPr>
              <a:t>Soldados de Cristo que entrastes na lida. Lutai sem desmaio, lutai com valor; </a:t>
            </a:r>
            <a:br>
              <a:rPr sz="3800"/>
            </a:b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Garamond"/>
              </a:rPr>
              <a:t>E o inimigo levai de vencida,</a:t>
            </a:r>
            <a:br>
              <a:rPr sz="3800"/>
            </a:b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Garamond"/>
              </a:rPr>
              <a:t>Dizendo que Cristo é nosso Senhor.</a:t>
            </a:r>
            <a:br>
              <a:rPr sz="3800"/>
            </a:br>
            <a:endParaRPr b="0" lang="pt-BR" sz="3800" strike="noStrike" u="none">
              <a:solidFill>
                <a:srgbClr val="006633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39280" y="1557000"/>
            <a:ext cx="8147160" cy="287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Garamond"/>
              </a:rPr>
              <a:t>Soldados de Cristo, marchai sempre avante,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Garamond"/>
              </a:rPr>
              <a:t>Levando à destra as armas da luz;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Garamond"/>
              </a:rPr>
              <a:t>As almas perdidas buscai triunfantes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Garamond"/>
              </a:rPr>
              <a:t>E prestes, levai-as a Cristo Jesus.</a:t>
            </a:r>
            <a:br>
              <a:rPr sz="3600"/>
            </a:br>
            <a:endParaRPr b="0" lang="pt-BR" sz="3600" strike="noStrike" u="none">
              <a:solidFill>
                <a:srgbClr val="006633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39280" y="1412640"/>
            <a:ext cx="8147160" cy="3384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Garamond"/>
              </a:rPr>
              <a:t>Peleja, ó crente, a santa peleja, </a:t>
            </a:r>
            <a:br>
              <a:rPr sz="3800"/>
            </a:b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Garamond"/>
              </a:rPr>
              <a:t>Prossegue avante por Cristo Jesus; </a:t>
            </a:r>
            <a:br>
              <a:rPr sz="3800"/>
            </a:b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Garamond"/>
              </a:rPr>
              <a:t>E sê mui valente; na frente estejas, Dizendo que Cristo morreu numa cruz.</a:t>
            </a:r>
            <a:br>
              <a:rPr sz="3800"/>
            </a:br>
            <a:endParaRPr b="0" lang="pt-BR" sz="3800" strike="noStrike" u="none">
              <a:solidFill>
                <a:srgbClr val="006633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39280" y="1557000"/>
            <a:ext cx="8147160" cy="287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Garamond"/>
              </a:rPr>
              <a:t>Soldados de Cristo, marchai sempre avante,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Garamond"/>
              </a:rPr>
              <a:t>Levando à destra as armas da luz;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Garamond"/>
              </a:rPr>
              <a:t>As almas perdidas buscai triunfantes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Garamond"/>
              </a:rPr>
              <a:t>E prestes, levai-as a Cristo Jesus.</a:t>
            </a:r>
            <a:br>
              <a:rPr sz="3600"/>
            </a:br>
            <a:endParaRPr b="0" lang="pt-BR" sz="3600" strike="noStrike" u="none">
              <a:solidFill>
                <a:srgbClr val="006633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11280" y="1484280"/>
            <a:ext cx="8075520" cy="2881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Garamond"/>
              </a:rPr>
              <a:t>A aurora se acerca do dia faustoso, </a:t>
            </a:r>
            <a:br>
              <a:rPr sz="3800"/>
            </a:b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Garamond"/>
              </a:rPr>
              <a:t>Em que prêmio terão a fé e o valor; </a:t>
            </a:r>
            <a:br>
              <a:rPr sz="3800"/>
            </a:b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Garamond"/>
              </a:rPr>
              <a:t>E nele, Jesus, galardão grandioso,</a:t>
            </a:r>
            <a:br>
              <a:rPr sz="3800"/>
            </a:b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Garamond"/>
              </a:rPr>
              <a:t>Dará a qualquer que sair vencedor.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Garamond"/>
              </a:rPr>
              <a:t>	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Garamond"/>
              </a:rPr>
              <a:t>J.T.L.</a:t>
            </a:r>
            <a:br>
              <a:rPr sz="3800"/>
            </a:br>
            <a:endParaRPr b="0" lang="pt-BR" sz="1400" strike="noStrike" u="none">
              <a:solidFill>
                <a:srgbClr val="006633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39280" y="1557000"/>
            <a:ext cx="8147160" cy="287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Garamond"/>
              </a:rPr>
              <a:t>Soldados de Cristo, marchai sempre avante,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Garamond"/>
              </a:rPr>
              <a:t>Levando à destra as armas da luz;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Garamond"/>
              </a:rPr>
              <a:t>As almas perdidas buscai triunfantes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Garamond"/>
              </a:rPr>
              <a:t>E prestes, levai-as a Cristo Jesus.</a:t>
            </a:r>
            <a:br>
              <a:rPr sz="3600"/>
            </a:br>
            <a:endParaRPr b="0" lang="pt-BR" sz="3600" strike="noStrike" u="none">
              <a:solidFill>
                <a:srgbClr val="006633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2005-10-16T00:58:45Z</dcterms:created>
  <dc:creator>Montagna</dc:creator>
  <dc:description/>
  <dc:language>pt-BR</dc:language>
  <cp:lastModifiedBy>Junior</cp:lastModifiedBy>
  <dcterms:modified xsi:type="dcterms:W3CDTF">2005-10-17T10:26:26Z</dcterms:modified>
  <cp:revision>2</cp:revision>
  <dc:subject/>
  <dc:title> 153 - SOLDADOS DE CRISTO </dc:title>
</cp:coreProperties>
</file>