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3FFE3B-B416-484D-A0B2-54367DF40B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CB7D9C-3C67-44A7-8ADE-51F6861690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E97FA5-F038-414B-8FC6-5F524AB8EEC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346 - É Meu o Céu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agora, é meu o céu,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rasgou o sagrado véu;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condenação não mais temerei,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meu Redentor sempre louvarei. 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eu descansarei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o nosso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ó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 céu te espera com amor.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mundo eu solitário andei,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Fora de Sodoma o céu avistei,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olhei pra cima, p’ra meu Jesus, Que por mim morreu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sangrenta cruz.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eu descansarei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o nosso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ó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 céu te espera com amor.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sou um soldado pra combater.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Deus irei todo o mal vencer;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bandeira é o sangue de 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vertido foi lá na cruz.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eu descansarei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o nosso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ó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 céu te espera com amor.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um dia eu venha a perecer, Sim, meu coração cesse de bater, Subirei ao céu, sem nenhum temor, Descansado nos braços do Senhor.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eu descansarei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o nosso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ó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 céu te espera com amor.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Ante o trono alegre eu estarei,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Deus irei todo o mal vencer;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Hei de ver as palmas da multIdão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aleluias à Deus, sempre cantarão.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eu descansarei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o nosso Rei;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ó pecador,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no céu te espera com amor.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2005-12-26T18:28:03Z</dcterms:created>
  <dc:creator>Junior</dc:creator>
  <dc:description/>
  <dc:language>pt-BR</dc:language>
  <cp:lastModifiedBy>Junior</cp:lastModifiedBy>
  <dcterms:modified xsi:type="dcterms:W3CDTF">2005-12-26T18:28:05Z</dcterms:modified>
  <cp:revision>1</cp:revision>
  <dc:subject/>
  <dc:title>346 - É Meu o Céu </dc:title>
</cp:coreProperties>
</file>