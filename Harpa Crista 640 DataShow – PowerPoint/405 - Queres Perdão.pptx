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33C36D-26A7-4099-8532-D6ED83E28E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47F9F1-E8BA-4DEC-B573-7EB237FAF1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C1B28A-3004-4BB2-BA81-B2589644FB1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405 – Queres Perdão?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ser salvo, queres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repouso no coração?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farás para teres a luz?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toda a força - Crê em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hoje queres em Cristo crer.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Inda que morto hás de viver;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este mundo enganador,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só em Cristo. teu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crê em Cristo - ei-Lo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meio, chora por ti;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ama; queres a luz?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vitória? - Crê em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Sim! Hoje creio no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minha vida, meu Redentor;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minhas lutas, o Capitão;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Creio em Cristo de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inimigo com seu terror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Ruge em torno com mui furor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desanimes por tua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pra cima - Crê em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nas terríveis provas d’horror,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 avante com teu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guarda da corrupção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liberta da tentação.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2005-12-26T17:09:42Z</dcterms:created>
  <dc:creator>Junior</dc:creator>
  <dc:description/>
  <dc:language>pt-BR</dc:language>
  <cp:lastModifiedBy>Junior</cp:lastModifiedBy>
  <dcterms:modified xsi:type="dcterms:W3CDTF">2005-12-26T17:09:44Z</dcterms:modified>
  <cp:revision>1</cp:revision>
  <dc:subject/>
  <dc:title>405 – Queres Perdão? </dc:title>
</cp:coreProperties>
</file>