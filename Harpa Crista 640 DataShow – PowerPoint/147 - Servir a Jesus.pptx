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2EBC2E-7867-4E91-9181-200BDFE2CFF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B3D84B-9E23-4C04-A7D9-32A4499AF4C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0066"/>
            </a:gs>
            <a:gs pos="100000">
              <a:srgbClr val="ff66cc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50BB500-8251-48E6-AA7C-0910DD2FE2D3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0066"/>
            </a:gs>
            <a:gs pos="100000">
              <a:srgbClr val="ff66cc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36196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500" strike="noStrike" u="none">
                <a:solidFill>
                  <a:srgbClr val="ffccff"/>
                </a:solidFill>
                <a:effectLst/>
                <a:uFillTx/>
                <a:latin typeface="Garamond"/>
              </a:rPr>
              <a:t>147</a:t>
            </a:r>
            <a:br>
              <a:rPr sz="4500"/>
            </a:br>
            <a:r>
              <a:rPr b="0" lang="pt-BR" sz="4500" strike="noStrike" u="none">
                <a:solidFill>
                  <a:srgbClr val="ffccff"/>
                </a:solidFill>
                <a:effectLst/>
                <a:uFillTx/>
                <a:latin typeface="Garamond"/>
              </a:rPr>
              <a:t>Servir a Jesus</a:t>
            </a:r>
            <a:endParaRPr b="0" lang="pt-BR" sz="4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0066"/>
            </a:gs>
            <a:gs pos="100000">
              <a:srgbClr val="ff66cc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0" y="533520"/>
            <a:ext cx="9144000" cy="502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500" strike="noStrike" u="none">
                <a:solidFill>
                  <a:srgbClr val="ffccff"/>
                </a:solidFill>
                <a:effectLst/>
                <a:uFillTx/>
                <a:latin typeface="Garamond"/>
              </a:rPr>
              <a:t>Quero eu servir-Te, ó meu Rei Jesus</a:t>
            </a:r>
            <a:br>
              <a:rPr sz="4500"/>
            </a:br>
            <a:r>
              <a:rPr b="0" lang="pt-BR" sz="4500" strike="noStrike" u="none">
                <a:solidFill>
                  <a:srgbClr val="ffccff"/>
                </a:solidFill>
                <a:effectLst/>
                <a:uFillTx/>
                <a:latin typeface="Garamond"/>
              </a:rPr>
              <a:t>E contigo sempre caminhar na luz,</a:t>
            </a:r>
            <a:br>
              <a:rPr sz="4500"/>
            </a:br>
            <a:r>
              <a:rPr b="0" lang="pt-BR" sz="4500" strike="noStrike" u="none">
                <a:solidFill>
                  <a:srgbClr val="ffccff"/>
                </a:solidFill>
                <a:effectLst/>
                <a:uFillTx/>
                <a:latin typeface="Garamond"/>
              </a:rPr>
              <a:t>Tendo com o povo de Deus comunhão</a:t>
            </a:r>
            <a:br>
              <a:rPr sz="4500"/>
            </a:br>
            <a:r>
              <a:rPr b="0" lang="pt-BR" sz="4500" strike="noStrike" u="none">
                <a:solidFill>
                  <a:srgbClr val="ffccff"/>
                </a:solidFill>
                <a:effectLst/>
                <a:uFillTx/>
                <a:latin typeface="Garamond"/>
              </a:rPr>
              <a:t>E dos meus pecados purificação.</a:t>
            </a:r>
            <a:endParaRPr b="0" lang="pt-BR" sz="4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0066"/>
            </a:gs>
            <a:gs pos="100000">
              <a:srgbClr val="ff66cc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609120"/>
            <a:ext cx="9144000" cy="480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500" strike="noStrike" u="none">
                <a:solidFill>
                  <a:srgbClr val="ffccff"/>
                </a:solidFill>
                <a:effectLst/>
                <a:uFillTx/>
                <a:latin typeface="Garamond"/>
              </a:rPr>
              <a:t>Sim, ó meu Senhor,</a:t>
            </a:r>
            <a:br>
              <a:rPr sz="4500"/>
            </a:br>
            <a:r>
              <a:rPr b="0" lang="pt-BR" sz="4500" strike="noStrike" u="none">
                <a:solidFill>
                  <a:srgbClr val="ffccff"/>
                </a:solidFill>
                <a:effectLst/>
                <a:uFillTx/>
                <a:latin typeface="Garamond"/>
              </a:rPr>
              <a:t>Quero seguir-Te, ó Deus de amor.</a:t>
            </a:r>
            <a:br>
              <a:rPr sz="4500"/>
            </a:br>
            <a:r>
              <a:rPr b="0" lang="pt-BR" sz="4500" strike="noStrike" u="none">
                <a:solidFill>
                  <a:srgbClr val="ffccff"/>
                </a:solidFill>
                <a:effectLst/>
                <a:uFillTx/>
                <a:latin typeface="Garamond"/>
              </a:rPr>
              <a:t>Sempre Te servindo</a:t>
            </a:r>
            <a:br>
              <a:rPr sz="4500"/>
            </a:br>
            <a:r>
              <a:rPr b="0" lang="pt-BR" sz="4500" strike="noStrike" u="none">
                <a:solidFill>
                  <a:srgbClr val="ffccff"/>
                </a:solidFill>
                <a:effectLst/>
                <a:uFillTx/>
                <a:latin typeface="Garamond"/>
              </a:rPr>
              <a:t>E também dando a Ti louvor.</a:t>
            </a:r>
            <a:endParaRPr b="0" lang="pt-BR" sz="4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0066"/>
            </a:gs>
            <a:gs pos="100000">
              <a:srgbClr val="ff66cc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761760"/>
            <a:ext cx="9144000" cy="4724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500" strike="noStrike" u="none">
                <a:solidFill>
                  <a:srgbClr val="ffccff"/>
                </a:solidFill>
                <a:effectLst/>
                <a:uFillTx/>
                <a:latin typeface="Garamond"/>
              </a:rPr>
              <a:t>No Teu bom serviço tenho eu prazer</a:t>
            </a:r>
            <a:br>
              <a:rPr sz="4500"/>
            </a:br>
            <a:r>
              <a:rPr b="0" lang="pt-BR" sz="4500" strike="noStrike" u="none">
                <a:solidFill>
                  <a:srgbClr val="ffccff"/>
                </a:solidFill>
                <a:effectLst/>
                <a:uFillTx/>
                <a:latin typeface="Garamond"/>
              </a:rPr>
              <a:t>Nele muita graça eu vou receber;</a:t>
            </a:r>
            <a:br>
              <a:rPr sz="4500"/>
            </a:br>
            <a:r>
              <a:rPr b="0" lang="pt-BR" sz="4500" strike="noStrike" u="none">
                <a:solidFill>
                  <a:srgbClr val="ffccff"/>
                </a:solidFill>
                <a:effectLst/>
                <a:uFillTx/>
                <a:latin typeface="Garamond"/>
              </a:rPr>
              <a:t>Sempre falarei assim do Teu amor</a:t>
            </a:r>
            <a:br>
              <a:rPr sz="4500"/>
            </a:br>
            <a:r>
              <a:rPr b="0" lang="pt-BR" sz="4500" strike="noStrike" u="none">
                <a:solidFill>
                  <a:srgbClr val="ffccff"/>
                </a:solidFill>
                <a:effectLst/>
                <a:uFillTx/>
                <a:latin typeface="Garamond"/>
              </a:rPr>
              <a:t>E Te glorificarei, meu Salvador.</a:t>
            </a:r>
            <a:endParaRPr b="0" lang="pt-BR" sz="4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0066"/>
            </a:gs>
            <a:gs pos="100000">
              <a:srgbClr val="ff66cc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533520"/>
            <a:ext cx="9144000" cy="5029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500" strike="noStrike" u="none">
                <a:solidFill>
                  <a:srgbClr val="ffccff"/>
                </a:solidFill>
                <a:effectLst/>
                <a:uFillTx/>
                <a:latin typeface="Garamond"/>
              </a:rPr>
              <a:t>Sim, ó meu Senhor,</a:t>
            </a:r>
            <a:br>
              <a:rPr sz="4500"/>
            </a:br>
            <a:r>
              <a:rPr b="0" lang="pt-BR" sz="4500" strike="noStrike" u="none">
                <a:solidFill>
                  <a:srgbClr val="ffccff"/>
                </a:solidFill>
                <a:effectLst/>
                <a:uFillTx/>
                <a:latin typeface="Garamond"/>
              </a:rPr>
              <a:t>Quero seguir-Te, ó Deus de amor.</a:t>
            </a:r>
            <a:br>
              <a:rPr sz="4500"/>
            </a:br>
            <a:r>
              <a:rPr b="0" lang="pt-BR" sz="4500" strike="noStrike" u="none">
                <a:solidFill>
                  <a:srgbClr val="ffccff"/>
                </a:solidFill>
                <a:effectLst/>
                <a:uFillTx/>
                <a:latin typeface="Garamond"/>
              </a:rPr>
              <a:t>Sempre Te servindo</a:t>
            </a:r>
            <a:br>
              <a:rPr sz="4500"/>
            </a:br>
            <a:r>
              <a:rPr b="0" lang="pt-BR" sz="4500" strike="noStrike" u="none">
                <a:solidFill>
                  <a:srgbClr val="ffccff"/>
                </a:solidFill>
                <a:effectLst/>
                <a:uFillTx/>
                <a:latin typeface="Garamond"/>
              </a:rPr>
              <a:t>E também dando a Ti louvor.</a:t>
            </a:r>
            <a:endParaRPr b="0" lang="pt-BR" sz="4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0066"/>
            </a:gs>
            <a:gs pos="100000">
              <a:srgbClr val="ff66cc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533520"/>
            <a:ext cx="9144000" cy="5333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500" strike="noStrike" u="none">
                <a:solidFill>
                  <a:srgbClr val="ffccff"/>
                </a:solidFill>
                <a:effectLst/>
                <a:uFillTx/>
                <a:latin typeface="Garamond"/>
              </a:rPr>
              <a:t>Desça Tua graça sobre mim Senhor,</a:t>
            </a:r>
            <a:br>
              <a:rPr sz="4500"/>
            </a:br>
            <a:r>
              <a:rPr b="0" lang="pt-BR" sz="4500" strike="noStrike" u="none">
                <a:solidFill>
                  <a:srgbClr val="ffccff"/>
                </a:solidFill>
                <a:effectLst/>
                <a:uFillTx/>
                <a:latin typeface="Garamond"/>
              </a:rPr>
              <a:t>Para trabalhar com mais e mais fervor</a:t>
            </a:r>
            <a:br>
              <a:rPr sz="4500"/>
            </a:br>
            <a:r>
              <a:rPr b="0" lang="pt-BR" sz="4500" strike="noStrike" u="none">
                <a:solidFill>
                  <a:srgbClr val="ffccff"/>
                </a:solidFill>
                <a:effectLst/>
                <a:uFillTx/>
                <a:latin typeface="Garamond"/>
              </a:rPr>
              <a:t>Dá-me entendimento e veraz saber</a:t>
            </a:r>
            <a:br>
              <a:rPr sz="4500"/>
            </a:br>
            <a:r>
              <a:rPr b="0" lang="pt-BR" sz="4500" strike="noStrike" u="none">
                <a:solidFill>
                  <a:srgbClr val="ffccff"/>
                </a:solidFill>
                <a:effectLst/>
                <a:uFillTx/>
                <a:latin typeface="Garamond"/>
              </a:rPr>
              <a:t>Para alegre, eu fazer o Teu querer.</a:t>
            </a:r>
            <a:br>
              <a:rPr sz="4500"/>
            </a:br>
            <a:endParaRPr b="0" lang="pt-BR" sz="4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0066"/>
            </a:gs>
            <a:gs pos="100000">
              <a:srgbClr val="ff66cc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762120"/>
            <a:ext cx="9144000" cy="49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500" strike="noStrike" u="none">
                <a:solidFill>
                  <a:srgbClr val="ffccff"/>
                </a:solidFill>
                <a:effectLst/>
                <a:uFillTx/>
                <a:latin typeface="Garamond"/>
              </a:rPr>
              <a:t>Sim, ó meu Senhor,</a:t>
            </a:r>
            <a:br>
              <a:rPr sz="4500"/>
            </a:br>
            <a:r>
              <a:rPr b="0" lang="pt-BR" sz="4500" strike="noStrike" u="none">
                <a:solidFill>
                  <a:srgbClr val="ffccff"/>
                </a:solidFill>
                <a:effectLst/>
                <a:uFillTx/>
                <a:latin typeface="Garamond"/>
              </a:rPr>
              <a:t>Quero seguir-Te, ó Deus de amor.</a:t>
            </a:r>
            <a:br>
              <a:rPr sz="4500"/>
            </a:br>
            <a:r>
              <a:rPr b="0" lang="pt-BR" sz="4500" strike="noStrike" u="none">
                <a:solidFill>
                  <a:srgbClr val="ffccff"/>
                </a:solidFill>
                <a:effectLst/>
                <a:uFillTx/>
                <a:latin typeface="Garamond"/>
              </a:rPr>
              <a:t>Sempre Te servindo</a:t>
            </a:r>
            <a:br>
              <a:rPr sz="4500"/>
            </a:br>
            <a:r>
              <a:rPr b="0" lang="pt-BR" sz="4500" strike="noStrike" u="none">
                <a:solidFill>
                  <a:srgbClr val="ffccff"/>
                </a:solidFill>
                <a:effectLst/>
                <a:uFillTx/>
                <a:latin typeface="Garamond"/>
              </a:rPr>
              <a:t>E também dando a Ti louvor.</a:t>
            </a:r>
            <a:endParaRPr b="0" lang="pt-BR" sz="4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0066"/>
            </a:gs>
            <a:gs pos="100000">
              <a:srgbClr val="ff66cc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380880"/>
            <a:ext cx="9144000" cy="510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500" strike="noStrike" u="none">
                <a:solidFill>
                  <a:srgbClr val="ffccff"/>
                </a:solidFill>
                <a:effectLst/>
                <a:uFillTx/>
                <a:latin typeface="Garamond"/>
              </a:rPr>
              <a:t>Só em Ti confio, meu Senhor e Rei</a:t>
            </a:r>
            <a:br>
              <a:rPr sz="4500"/>
            </a:br>
            <a:r>
              <a:rPr b="0" lang="pt-BR" sz="4500" strike="noStrike" u="none">
                <a:solidFill>
                  <a:srgbClr val="ffccff"/>
                </a:solidFill>
                <a:effectLst/>
                <a:uFillTx/>
                <a:latin typeface="Garamond"/>
              </a:rPr>
              <a:t>Só em Ti vitória eu alcançarei</a:t>
            </a:r>
            <a:br>
              <a:rPr sz="4500"/>
            </a:br>
            <a:r>
              <a:rPr b="0" lang="pt-BR" sz="4500" strike="noStrike" u="none">
                <a:solidFill>
                  <a:srgbClr val="ffccff"/>
                </a:solidFill>
                <a:effectLst/>
                <a:uFillTx/>
                <a:latin typeface="Garamond"/>
              </a:rPr>
              <a:t>E contigo quero sempre aqui viver,</a:t>
            </a:r>
            <a:br>
              <a:rPr sz="4500"/>
            </a:br>
            <a:r>
              <a:rPr b="0" lang="pt-BR" sz="4500" strike="noStrike" u="none">
                <a:solidFill>
                  <a:srgbClr val="ffccff"/>
                </a:solidFill>
                <a:effectLst/>
                <a:uFillTx/>
                <a:latin typeface="Garamond"/>
              </a:rPr>
              <a:t>Té que pra Sião, me venhas receber</a:t>
            </a:r>
            <a:endParaRPr b="0" lang="pt-BR" sz="4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cc0066"/>
            </a:gs>
            <a:gs pos="100000">
              <a:srgbClr val="ff66cc"/>
            </a:gs>
          </a:gsLst>
          <a:path path="rect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304920"/>
            <a:ext cx="9144000" cy="5333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500" strike="noStrike" u="none">
                <a:solidFill>
                  <a:srgbClr val="ffccff"/>
                </a:solidFill>
                <a:effectLst/>
                <a:uFillTx/>
                <a:latin typeface="Garamond"/>
              </a:rPr>
              <a:t>Sim, ó meu Senhor,</a:t>
            </a:r>
            <a:br>
              <a:rPr sz="4500"/>
            </a:br>
            <a:r>
              <a:rPr b="0" lang="pt-BR" sz="4500" strike="noStrike" u="none">
                <a:solidFill>
                  <a:srgbClr val="ffccff"/>
                </a:solidFill>
                <a:effectLst/>
                <a:uFillTx/>
                <a:latin typeface="Garamond"/>
              </a:rPr>
              <a:t>Quero seguir-Te, ó Deus de amor.</a:t>
            </a:r>
            <a:br>
              <a:rPr sz="4500"/>
            </a:br>
            <a:r>
              <a:rPr b="0" lang="pt-BR" sz="4500" strike="noStrike" u="none">
                <a:solidFill>
                  <a:srgbClr val="ffccff"/>
                </a:solidFill>
                <a:effectLst/>
                <a:uFillTx/>
                <a:latin typeface="Garamond"/>
              </a:rPr>
              <a:t>Sempre Te servindo</a:t>
            </a:r>
            <a:br>
              <a:rPr sz="4500"/>
            </a:br>
            <a:r>
              <a:rPr b="0" lang="pt-BR" sz="4500" strike="noStrike" u="none">
                <a:solidFill>
                  <a:srgbClr val="ffccff"/>
                </a:solidFill>
                <a:effectLst/>
                <a:uFillTx/>
                <a:latin typeface="Garamond"/>
              </a:rPr>
              <a:t>E também dando a Ti louvor.</a:t>
            </a:r>
            <a:endParaRPr b="0" lang="pt-BR" sz="4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2005-09-26T22:14:31Z</dcterms:created>
  <dc:creator>Junior</dc:creator>
  <dc:description/>
  <dc:language>pt-BR</dc:language>
  <cp:lastModifiedBy>Junior</cp:lastModifiedBy>
  <dcterms:modified xsi:type="dcterms:W3CDTF">2005-09-26T22:23:23Z</dcterms:modified>
  <cp:revision>2</cp:revision>
  <dc:subject/>
  <dc:title>147 Servir a Jesus</dc:title>
</cp:coreProperties>
</file>