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B10822-90E1-4901-AE8D-8EBFD42E2D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76F5A3-E99C-44A1-98BB-0CE0310E7F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848D58-6CC7-4A55-B27E-852C2EC3AFF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535 – Tú És Fiel, Senhor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ás fiel, Senhor, meu Pai celeste: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Pleno poder aos teus filhos darás.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mudaste: tu nunca faltaste: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Tal como eras, tu sempre serás.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fiel, Senhor!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fiel,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após dia, com bênçãos sem fim,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mercê me sustenta e me guarda.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fiel, Senhor, fiel a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Flores e frutos, montanhas e mares,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Sol, Lua, estrelas no céu a brilhar: Tudo criaste na terra e nos ares.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Universo vem pois te louvar!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fiel, Senhor!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fiel,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após dia, com bênçãos sem fim,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mercê me sustenta e me guarda.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fiel, Senhor, fiel a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Pleno perdão tu dás: paz, segurança: Cada momento me guias,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no porvir, oh! que doce esperança: Desfrutarei do teu rico favor!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fiel, Senhor!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fiel,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após dia, com bênçãos sem fim,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mercê me sustenta e me guarda.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fiel, Senhor, fiel a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2005-12-26T20:15:38Z</dcterms:created>
  <dc:creator>Junior</dc:creator>
  <dc:description/>
  <dc:language>pt-BR</dc:language>
  <cp:lastModifiedBy>Junior</cp:lastModifiedBy>
  <dcterms:modified xsi:type="dcterms:W3CDTF">2005-12-26T20:15:40Z</dcterms:modified>
  <cp:revision>1</cp:revision>
  <dc:subject/>
  <dc:title>535 – Tú És Fiel, Senhor</dc:title>
</cp:coreProperties>
</file>