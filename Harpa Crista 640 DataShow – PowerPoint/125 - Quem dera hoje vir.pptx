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solidFill>
          <a:srgbClr val="fff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0" y="0"/>
            <a:ext cx="8686800" cy="4876920"/>
            <a:chOff x="0" y="0"/>
            <a:chExt cx="8686800" cy="4876920"/>
          </a:xfrm>
        </p:grpSpPr>
        <p:sp>
          <p:nvSpPr>
            <p:cNvPr id="1" name=""/>
            <p:cNvSpPr/>
            <p:nvPr/>
          </p:nvSpPr>
          <p:spPr>
            <a:xfrm>
              <a:off x="0" y="0"/>
              <a:ext cx="609480" cy="4876920"/>
            </a:xfrm>
            <a:prstGeom prst="rect">
              <a:avLst/>
            </a:prstGeom>
            <a:solidFill>
              <a:srgbClr val="cccc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" name=""/>
            <p:cNvGrpSpPr/>
            <p:nvPr/>
          </p:nvGrpSpPr>
          <p:grpSpPr>
            <a:xfrm>
              <a:off x="380880" y="1417680"/>
              <a:ext cx="8305920" cy="182520"/>
              <a:chOff x="380880" y="1417680"/>
              <a:chExt cx="8305920" cy="182520"/>
            </a:xfrm>
          </p:grpSpPr>
          <p:sp>
            <p:nvSpPr>
              <p:cNvPr id="3" name=""/>
              <p:cNvSpPr/>
              <p:nvPr/>
            </p:nvSpPr>
            <p:spPr>
              <a:xfrm>
                <a:off x="6858000" y="1417680"/>
                <a:ext cx="1828800" cy="182520"/>
              </a:xfrm>
              <a:prstGeom prst="rect">
                <a:avLst/>
              </a:prstGeom>
              <a:solidFill>
                <a:srgbClr val="b2b2b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pt-B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" name=""/>
              <p:cNvSpPr/>
              <p:nvPr/>
            </p:nvSpPr>
            <p:spPr>
              <a:xfrm>
                <a:off x="380880" y="1494000"/>
                <a:ext cx="8305920" cy="0"/>
              </a:xfrm>
              <a:prstGeom prst="line">
                <a:avLst/>
              </a:prstGeom>
              <a:ln w="19080">
                <a:solidFill>
                  <a:srgbClr val="330033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14400" y="27756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200" strike="noStrike" u="none">
                <a:solidFill>
                  <a:srgbClr val="330033"/>
                </a:solidFill>
                <a:effectLst/>
                <a:uFillTx/>
                <a:latin typeface="Times New Roman"/>
              </a:rPr>
              <a:t>Clique para editar o formato do texto do título</a:t>
            </a:r>
            <a:endParaRPr b="0" lang="pt-BR" sz="4200" strike="noStrike" u="none">
              <a:solidFill>
                <a:srgbClr val="330033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914400" y="1599840"/>
            <a:ext cx="7772400" cy="453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b2b2b2"/>
              </a:buClr>
              <a:buSzPct val="9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00"/>
              </a:spcBef>
              <a:buClr>
                <a:srgbClr val="cccc99"/>
              </a:buClr>
              <a:buSzPct val="7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00"/>
              </a:spcBef>
              <a:buClr>
                <a:srgbClr val="b2b2b2"/>
              </a:buClr>
              <a:buSzPct val="5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00"/>
              </a:spcBef>
              <a:buClr>
                <a:srgbClr val="cccc99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00"/>
              </a:spcBef>
              <a:buClr>
                <a:srgbClr val="cccc99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1"/>
          </p:nvPr>
        </p:nvSpPr>
        <p:spPr>
          <a:xfrm>
            <a:off x="914040" y="6251400"/>
            <a:ext cx="198108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2"/>
          </p:nvPr>
        </p:nvSpPr>
        <p:spPr>
          <a:xfrm>
            <a:off x="3352320" y="624852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3"/>
          </p:nvPr>
        </p:nvSpPr>
        <p:spPr>
          <a:xfrm>
            <a:off x="67816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30DB2EF-EBFF-4563-9DBC-B0E13EEF4247}" type="slidenum">
              <a:rPr b="0" lang="pt-BR" sz="1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0" y="4876920"/>
            <a:ext cx="609480" cy="0"/>
          </a:xfrm>
          <a:prstGeom prst="line">
            <a:avLst/>
          </a:prstGeom>
          <a:ln w="44280">
            <a:solidFill>
              <a:srgbClr val="3300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bg>
      <p:bgPr>
        <a:solidFill>
          <a:srgbClr val="fff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"/>
          <p:cNvGrpSpPr/>
          <p:nvPr/>
        </p:nvGrpSpPr>
        <p:grpSpPr>
          <a:xfrm>
            <a:off x="0" y="0"/>
            <a:ext cx="8686800" cy="4876920"/>
            <a:chOff x="0" y="0"/>
            <a:chExt cx="8686800" cy="4876920"/>
          </a:xfrm>
        </p:grpSpPr>
        <p:sp>
          <p:nvSpPr>
            <p:cNvPr id="1" name=""/>
            <p:cNvSpPr/>
            <p:nvPr/>
          </p:nvSpPr>
          <p:spPr>
            <a:xfrm>
              <a:off x="0" y="0"/>
              <a:ext cx="609480" cy="4876920"/>
            </a:xfrm>
            <a:prstGeom prst="rect">
              <a:avLst/>
            </a:prstGeom>
            <a:solidFill>
              <a:srgbClr val="cccc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" name=""/>
            <p:cNvGrpSpPr/>
            <p:nvPr/>
          </p:nvGrpSpPr>
          <p:grpSpPr>
            <a:xfrm>
              <a:off x="380880" y="1417680"/>
              <a:ext cx="8305920" cy="182520"/>
              <a:chOff x="380880" y="1417680"/>
              <a:chExt cx="8305920" cy="182520"/>
            </a:xfrm>
          </p:grpSpPr>
          <p:sp>
            <p:nvSpPr>
              <p:cNvPr id="3" name=""/>
              <p:cNvSpPr/>
              <p:nvPr/>
            </p:nvSpPr>
            <p:spPr>
              <a:xfrm>
                <a:off x="6858000" y="1417680"/>
                <a:ext cx="1828800" cy="182520"/>
              </a:xfrm>
              <a:prstGeom prst="rect">
                <a:avLst/>
              </a:prstGeom>
              <a:solidFill>
                <a:srgbClr val="b2b2b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pt-B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"/>
              <p:cNvSpPr/>
              <p:nvPr/>
            </p:nvSpPr>
            <p:spPr>
              <a:xfrm>
                <a:off x="380880" y="1494000"/>
                <a:ext cx="8305920" cy="0"/>
              </a:xfrm>
              <a:prstGeom prst="line">
                <a:avLst/>
              </a:prstGeom>
              <a:ln w="19080">
                <a:solidFill>
                  <a:srgbClr val="330033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914400" y="27756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200" strike="noStrike" u="none">
                <a:solidFill>
                  <a:srgbClr val="330033"/>
                </a:solidFill>
                <a:effectLst/>
                <a:uFillTx/>
                <a:latin typeface="Times New Roman"/>
              </a:rPr>
              <a:t>Clique para editar o formato do texto do título</a:t>
            </a:r>
            <a:endParaRPr b="0" lang="pt-BR" sz="4200" strike="noStrike" u="none">
              <a:solidFill>
                <a:srgbClr val="330033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914400" y="1599840"/>
            <a:ext cx="7772400" cy="453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b2b2b2"/>
              </a:buClr>
              <a:buSzPct val="9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00"/>
              </a:spcBef>
              <a:buClr>
                <a:srgbClr val="cccc99"/>
              </a:buClr>
              <a:buSzPct val="7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00"/>
              </a:spcBef>
              <a:buClr>
                <a:srgbClr val="b2b2b2"/>
              </a:buClr>
              <a:buSzPct val="5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00"/>
              </a:spcBef>
              <a:buClr>
                <a:srgbClr val="cccc99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00"/>
              </a:spcBef>
              <a:buClr>
                <a:srgbClr val="cccc99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4"/>
          </p:nvPr>
        </p:nvSpPr>
        <p:spPr>
          <a:xfrm>
            <a:off x="914040" y="6251400"/>
            <a:ext cx="198108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5"/>
          </p:nvPr>
        </p:nvSpPr>
        <p:spPr>
          <a:xfrm>
            <a:off x="3352320" y="624852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6"/>
          </p:nvPr>
        </p:nvSpPr>
        <p:spPr>
          <a:xfrm>
            <a:off x="67816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305E52D-7828-45CB-80CB-368CEC68CA40}" type="slidenum">
              <a:rPr b="0" lang="pt-BR" sz="1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0" y="4876920"/>
            <a:ext cx="609480" cy="0"/>
          </a:xfrm>
          <a:prstGeom prst="line">
            <a:avLst/>
          </a:prstGeom>
          <a:ln w="44280">
            <a:solidFill>
              <a:srgbClr val="3300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solidFill>
          <a:srgbClr val="fff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"/>
          <p:cNvGrpSpPr/>
          <p:nvPr/>
        </p:nvGrpSpPr>
        <p:grpSpPr>
          <a:xfrm>
            <a:off x="0" y="0"/>
            <a:ext cx="8763120" cy="5943600"/>
            <a:chOff x="0" y="0"/>
            <a:chExt cx="8763120" cy="5943600"/>
          </a:xfrm>
        </p:grpSpPr>
        <p:sp>
          <p:nvSpPr>
            <p:cNvPr id="21" name=""/>
            <p:cNvSpPr/>
            <p:nvPr/>
          </p:nvSpPr>
          <p:spPr>
            <a:xfrm>
              <a:off x="0" y="0"/>
              <a:ext cx="1752480" cy="4876920"/>
            </a:xfrm>
            <a:prstGeom prst="rect">
              <a:avLst/>
            </a:prstGeom>
            <a:solidFill>
              <a:srgbClr val="cccc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2" name=""/>
            <p:cNvGrpSpPr/>
            <p:nvPr/>
          </p:nvGrpSpPr>
          <p:grpSpPr>
            <a:xfrm>
              <a:off x="0" y="3505320"/>
              <a:ext cx="8763120" cy="2438280"/>
              <a:chOff x="0" y="3505320"/>
              <a:chExt cx="8763120" cy="2438280"/>
            </a:xfrm>
          </p:grpSpPr>
          <p:sp>
            <p:nvSpPr>
              <p:cNvPr id="23" name=""/>
              <p:cNvSpPr/>
              <p:nvPr/>
            </p:nvSpPr>
            <p:spPr>
              <a:xfrm>
                <a:off x="990720" y="3505320"/>
                <a:ext cx="7772400" cy="2438280"/>
              </a:xfrm>
              <a:prstGeom prst="rect">
                <a:avLst/>
              </a:prstGeom>
              <a:solidFill>
                <a:srgbClr val="3300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pt-B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" name=""/>
              <p:cNvSpPr/>
              <p:nvPr/>
            </p:nvSpPr>
            <p:spPr>
              <a:xfrm>
                <a:off x="1038240" y="3733920"/>
                <a:ext cx="7648560" cy="2138400"/>
              </a:xfrm>
              <a:prstGeom prst="rect">
                <a:avLst/>
              </a:prstGeom>
              <a:solidFill>
                <a:srgbClr val="ffffe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pt-B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" name=""/>
              <p:cNvSpPr/>
              <p:nvPr/>
            </p:nvSpPr>
            <p:spPr>
              <a:xfrm>
                <a:off x="0" y="4876920"/>
                <a:ext cx="990720" cy="0"/>
              </a:xfrm>
              <a:prstGeom prst="line">
                <a:avLst/>
              </a:prstGeom>
              <a:ln w="50760">
                <a:solidFill>
                  <a:srgbClr val="330033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6" name=""/>
            <p:cNvGrpSpPr/>
            <p:nvPr/>
          </p:nvGrpSpPr>
          <p:grpSpPr>
            <a:xfrm>
              <a:off x="635040" y="533520"/>
              <a:ext cx="8077320" cy="304560"/>
              <a:chOff x="635040" y="533520"/>
              <a:chExt cx="8077320" cy="304560"/>
            </a:xfrm>
          </p:grpSpPr>
          <p:sp>
            <p:nvSpPr>
              <p:cNvPr id="27" name=""/>
              <p:cNvSpPr/>
              <p:nvPr/>
            </p:nvSpPr>
            <p:spPr>
              <a:xfrm>
                <a:off x="6273720" y="533520"/>
                <a:ext cx="2438640" cy="304560"/>
              </a:xfrm>
              <a:prstGeom prst="rect">
                <a:avLst/>
              </a:prstGeom>
              <a:solidFill>
                <a:srgbClr val="b2b2b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pt-B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" name=""/>
              <p:cNvSpPr/>
              <p:nvPr/>
            </p:nvSpPr>
            <p:spPr>
              <a:xfrm>
                <a:off x="635040" y="685800"/>
                <a:ext cx="8077320" cy="0"/>
              </a:xfrm>
              <a:prstGeom prst="line">
                <a:avLst/>
              </a:prstGeom>
              <a:ln w="44280">
                <a:solidFill>
                  <a:srgbClr val="330033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2057040" y="1143000"/>
            <a:ext cx="6629400" cy="2209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800" strike="noStrike" u="none">
                <a:solidFill>
                  <a:srgbClr val="330033"/>
                </a:solidFill>
                <a:effectLst/>
                <a:uFillTx/>
                <a:latin typeface="Times New Roman"/>
              </a:rPr>
              <a:t>Clique para editar o formato do texto do título</a:t>
            </a:r>
            <a:endParaRPr b="0" lang="pt-BR" sz="4800" strike="noStrike" u="none">
              <a:solidFill>
                <a:srgbClr val="330033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dt" idx="7"/>
          </p:nvPr>
        </p:nvSpPr>
        <p:spPr>
          <a:xfrm>
            <a:off x="912600" y="6251400"/>
            <a:ext cx="190476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ftr" idx="8"/>
          </p:nvPr>
        </p:nvSpPr>
        <p:spPr>
          <a:xfrm>
            <a:off x="335412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sldNum" idx="9"/>
          </p:nvPr>
        </p:nvSpPr>
        <p:spPr>
          <a:xfrm>
            <a:off x="67816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26040EB-23CF-4388-AA30-6CC359409408}" type="slidenum">
              <a:rPr b="0" lang="pt-BR" sz="1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7200" indent="0" algn="ctr">
              <a:spcBef>
                <a:spcPts val="6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914400" algn="ctr">
              <a:spcBef>
                <a:spcPts val="575"/>
              </a:spcBef>
              <a:buClr>
                <a:srgbClr val="b2b2b2"/>
              </a:buClr>
              <a:buSzPct val="55000"/>
              <a:buFont typeface="Wingdings" charset="2"/>
              <a:buChar char="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371600" algn="ctr">
              <a:spcBef>
                <a:spcPts val="499"/>
              </a:spcBef>
              <a:buClr>
                <a:srgbClr val="cccc99"/>
              </a:buClr>
              <a:buFont typeface="Wingdings" charset="2"/>
              <a:buChar char="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828800" algn="ctr">
              <a:spcBef>
                <a:spcPts val="499"/>
              </a:spcBef>
              <a:buClr>
                <a:srgbClr val="cccc99"/>
              </a:buClr>
              <a:buFont typeface="Wingdings" charset="2"/>
              <a:buChar char="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692000" y="3716280"/>
            <a:ext cx="6629400" cy="2209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800" strike="noStrike" u="none">
                <a:solidFill>
                  <a:srgbClr val="330033"/>
                </a:solidFill>
                <a:effectLst/>
                <a:uFillTx/>
                <a:latin typeface="Times New Roman"/>
              </a:rPr>
              <a:t>125</a:t>
            </a:r>
            <a:br>
              <a:rPr sz="4800"/>
            </a:br>
            <a:r>
              <a:rPr b="0" lang="pt-BR" sz="4800" strike="noStrike" u="none">
                <a:solidFill>
                  <a:srgbClr val="330033"/>
                </a:solidFill>
                <a:effectLst/>
                <a:uFillTx/>
                <a:latin typeface="Times New Roman"/>
              </a:rPr>
              <a:t>Quem dera hoje vir</a:t>
            </a:r>
            <a:endParaRPr b="0" lang="pt-BR" sz="4800" strike="noStrike" u="none">
              <a:solidFill>
                <a:srgbClr val="330033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0" y="1255680"/>
            <a:ext cx="9144000" cy="5602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Vem, outra vez, nosso Salvador;</a:t>
            </a:r>
            <a:br>
              <a:rPr sz="3800"/>
            </a:b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Quem dera hoje vir!</a:t>
            </a:r>
            <a:br>
              <a:rPr sz="3800"/>
            </a:b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Para reinar com poder e amor!</a:t>
            </a:r>
            <a:br>
              <a:rPr sz="3800"/>
            </a:b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Quem dera hoje vir!</a:t>
            </a:r>
            <a:br>
              <a:rPr sz="3800"/>
            </a:b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Já por Sua Esposa, vem esta vez;</a:t>
            </a:r>
            <a:br>
              <a:rPr sz="3800"/>
            </a:b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Que O espera em oração;</a:t>
            </a:r>
            <a:br>
              <a:rPr sz="3800"/>
            </a:b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Fora do mundo de entremez;</a:t>
            </a:r>
            <a:br>
              <a:rPr sz="3800"/>
            </a:b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Quem dera hoje vir!</a:t>
            </a:r>
            <a:br>
              <a:rPr sz="3800"/>
            </a:br>
            <a:endParaRPr b="0" lang="pt-BR" sz="3800" strike="noStrike" u="none">
              <a:solidFill>
                <a:srgbClr val="330033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0" y="1341360"/>
            <a:ext cx="9144000" cy="4378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Glória, glória, gozo sem fim, trará;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Glória, glória, ao coroar o Rei;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Glória, glória, nos arrebatará;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Glória, glória! Cristo vem outra vez!</a:t>
            </a:r>
            <a:br>
              <a:rPr sz="3800"/>
            </a:br>
            <a:endParaRPr b="0" lang="pt-BR" sz="3800" strike="noStrike" u="none">
              <a:solidFill>
                <a:srgbClr val="330033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1628640"/>
            <a:ext cx="9144000" cy="5445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Terminará o poder do mal; </a:t>
            </a:r>
            <a:br>
              <a:rPr sz="3800"/>
            </a:b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Quem dera hoje ser!</a:t>
            </a:r>
            <a:br>
              <a:rPr sz="3800"/>
            </a:b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Começará o prazer sem igual;</a:t>
            </a:r>
            <a:br>
              <a:rPr sz="3800"/>
            </a:b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Quem dera hoje ser!</a:t>
            </a:r>
            <a:br>
              <a:rPr sz="3800"/>
            </a:b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Todos os mortos em Cristo serão Arrebatados por seu Senhor; </a:t>
            </a:r>
            <a:br>
              <a:rPr sz="3800"/>
            </a:b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Quando estas glórias aqui virão? </a:t>
            </a:r>
            <a:br>
              <a:rPr sz="3800"/>
            </a:b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Quem dera hoje ser!</a:t>
            </a:r>
            <a:br>
              <a:rPr sz="3800"/>
            </a:br>
            <a:endParaRPr b="0" lang="pt-BR" sz="3800" strike="noStrike" u="none">
              <a:solidFill>
                <a:srgbClr val="330033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0" y="1267920"/>
            <a:ext cx="9144000" cy="446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800" strike="noStrike" u="none">
                <a:solidFill>
                  <a:srgbClr val="330033"/>
                </a:solidFill>
                <a:effectLst/>
                <a:uFillTx/>
                <a:latin typeface="Times New Roman"/>
              </a:rPr>
              <a:t>Glória, glória, gozo sem fim, trará; </a:t>
            </a:r>
            <a:br>
              <a:rPr sz="3800"/>
            </a:br>
            <a:r>
              <a:rPr b="1" i="1" lang="en-US" sz="3800" strike="noStrike" u="none">
                <a:solidFill>
                  <a:srgbClr val="330033"/>
                </a:solidFill>
                <a:effectLst/>
                <a:uFillTx/>
                <a:latin typeface="Times New Roman"/>
              </a:rPr>
              <a:t>Glória, glória, ao coroar o Rei; </a:t>
            </a:r>
            <a:br>
              <a:rPr sz="3800"/>
            </a:br>
            <a:r>
              <a:rPr b="1" i="1" lang="en-US" sz="3800" strike="noStrike" u="none">
                <a:solidFill>
                  <a:srgbClr val="330033"/>
                </a:solidFill>
                <a:effectLst/>
                <a:uFillTx/>
                <a:latin typeface="Times New Roman"/>
              </a:rPr>
              <a:t>Glória, glória, nos arrebatará;</a:t>
            </a:r>
            <a:br>
              <a:rPr sz="3800"/>
            </a:br>
            <a:r>
              <a:rPr b="1" i="1" lang="en-US" sz="3800" strike="noStrike" u="none">
                <a:solidFill>
                  <a:srgbClr val="330033"/>
                </a:solidFill>
                <a:effectLst/>
                <a:uFillTx/>
                <a:latin typeface="Times New Roman"/>
              </a:rPr>
              <a:t>Glória, glória! Cristo vem outra vez!</a:t>
            </a:r>
            <a:br>
              <a:rPr sz="3800"/>
            </a:br>
            <a:endParaRPr b="0" lang="pt-BR" sz="3800" strike="noStrike" u="none">
              <a:solidFill>
                <a:srgbClr val="330033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0" y="1746000"/>
            <a:ext cx="9144000" cy="5111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Em santidade nos deve achar,</a:t>
            </a:r>
            <a:br>
              <a:rPr sz="3800"/>
            </a:b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Eis quEle pode vir.</a:t>
            </a:r>
            <a:br>
              <a:rPr sz="3800"/>
            </a:b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Todos, velando, com gozo e paz,</a:t>
            </a:r>
            <a:br>
              <a:rPr sz="3800"/>
            </a:b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Eis quEle pode vir. </a:t>
            </a:r>
            <a:br>
              <a:rPr sz="3800"/>
            </a:b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Multiplicados os sinais estão;</a:t>
            </a:r>
            <a:br>
              <a:rPr sz="3800"/>
            </a:b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No oriente se vê o alvor;</a:t>
            </a:r>
            <a:br>
              <a:rPr sz="3800"/>
            </a:b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Breve, os crentes subirão;</a:t>
            </a:r>
            <a:br>
              <a:rPr sz="3800"/>
            </a:b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Quem dera hoje vir!</a:t>
            </a:r>
            <a:br>
              <a:rPr sz="3800"/>
            </a:br>
            <a:endParaRPr b="0" lang="pt-BR" sz="3800" strike="noStrike" u="none">
              <a:solidFill>
                <a:srgbClr val="330033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0" y="1196640"/>
            <a:ext cx="9144000" cy="432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800" strike="noStrike" u="none">
                <a:solidFill>
                  <a:srgbClr val="330033"/>
                </a:solidFill>
                <a:effectLst/>
                <a:uFillTx/>
                <a:latin typeface="Times New Roman"/>
              </a:rPr>
              <a:t>Glória, glória, gozo sem fim, trará; </a:t>
            </a:r>
            <a:br>
              <a:rPr sz="3800"/>
            </a:br>
            <a:r>
              <a:rPr b="1" i="1" lang="en-US" sz="3800" strike="noStrike" u="none">
                <a:solidFill>
                  <a:srgbClr val="330033"/>
                </a:solidFill>
                <a:effectLst/>
                <a:uFillTx/>
                <a:latin typeface="Times New Roman"/>
              </a:rPr>
              <a:t>Glória, glória, ao coroar o Rei; </a:t>
            </a:r>
            <a:br>
              <a:rPr sz="3800"/>
            </a:br>
            <a:r>
              <a:rPr b="1" i="1" lang="en-US" sz="3800" strike="noStrike" u="none">
                <a:solidFill>
                  <a:srgbClr val="330033"/>
                </a:solidFill>
                <a:effectLst/>
                <a:uFillTx/>
                <a:latin typeface="Times New Roman"/>
              </a:rPr>
              <a:t>Glória, glória, nos arrebatará;</a:t>
            </a:r>
            <a:br>
              <a:rPr sz="3800"/>
            </a:br>
            <a:r>
              <a:rPr b="1" i="1" lang="en-US" sz="3800" strike="noStrike" u="none">
                <a:solidFill>
                  <a:srgbClr val="330033"/>
                </a:solidFill>
                <a:effectLst/>
                <a:uFillTx/>
                <a:latin typeface="Times New Roman"/>
              </a:rPr>
              <a:t>Glória, glória! Cristo vem outra vez!</a:t>
            </a:r>
            <a:br>
              <a:rPr sz="3800"/>
            </a:br>
            <a:endParaRPr b="0" lang="pt-BR" sz="3800" strike="noStrike" u="none">
              <a:solidFill>
                <a:srgbClr val="330033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2005-10-15T23:55:13Z</dcterms:created>
  <dc:creator>Montagna</dc:creator>
  <dc:description/>
  <dc:language>pt-BR</dc:language>
  <cp:lastModifiedBy>Junior</cp:lastModifiedBy>
  <dcterms:modified xsi:type="dcterms:W3CDTF">2005-10-16T21:28:08Z</dcterms:modified>
  <cp:revision>3</cp:revision>
  <dc:subject/>
  <dc:title>125 – Quem dera hoje vir</dc:title>
</cp:coreProperties>
</file>