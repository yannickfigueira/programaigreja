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633AD8-C6AD-4013-9A4A-DF7132098D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9B0411-9C19-4C3F-9C5E-456E78CBEB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1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3720" y="6245280"/>
            <a:ext cx="289404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5280"/>
            <a:ext cx="21322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19F7FEA7-2856-43E1-BB62-21890D70C8F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NÃO ENTRA PECADO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não entra pecado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Fadiga, tristeza, nem dor;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coração quebrantado,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todos são cheios de amor,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nuvens da vida terrestre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podem a glória ofuscar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reino de gozo celeste,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quis p'ra mim preparar!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eu p'ra linda cidade,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dará um lugar,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Co'os crentes de todas idades,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Deus hei de sempre louvar.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tenho muitas saudades,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glórias que lá hei de ver;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vou ter,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vir meu Senhor,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Rodeado de grande esplendor!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Pagar não é necessário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casa, que lá hei de ter;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eternal vestuário,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nunca vai se romper.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viverei em pobreza,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Aflito no meu santo lar,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há bastante riqueza,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qual poderei desfrutar.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eu p'ra linda cidade,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dará um lugar,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Co'os crentes de todas idades,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Deus hei de sempre louvar.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tenho muitas saudades,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glórias que lá hei de ver;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vou ter,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vir meu Senhor,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Rodeado de grande esplendor!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o luto é banido,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Enterros não hão de passar;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Sepulcros jamais são erguidos,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mortos não vou encontrar.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velhos serão transformados;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Mudados nós vamos ficar,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Quais astros por Deus espalhados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para sempre brilhar.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eu p'ra linda cidade,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dará um lugar,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Co'os crentes de todas idades,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Deus hei de sempre louvar.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tenho muitas saudades,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glórias que lá hei de ver;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vou ter,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vir meu Senhor,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Rodeado de grande esplendor!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2005-10-21T03:49:12Z</dcterms:created>
  <dc:creator>Montagna</dc:creator>
  <dc:description/>
  <dc:language>pt-BR</dc:language>
  <cp:lastModifiedBy/>
  <dcterms:modified xsi:type="dcterms:W3CDTF">2025-08-10T19:36:08Z</dcterms:modified>
  <cp:revision>4</cp:revision>
  <dc:subject/>
  <dc:title>422 - NO CÉU NÃO ENTRA PECADO </dc:title>
</cp:coreProperties>
</file>