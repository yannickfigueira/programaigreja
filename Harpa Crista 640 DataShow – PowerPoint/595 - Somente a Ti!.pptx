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B2386-E685-4674-8D48-F0EDA33876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142DD-F5E3-47C9-8846-7769A0A792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D19BD6-D388-4985-BCD2-435D3F52148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595 – Somente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tenho, ó Deus, no céu aí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Senão a ti - somente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ninguém adoro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Além de ti, somente a 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Rocha deste coração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tu, Senhor, e meu quinhão.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olhar guiar-me-ás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glória me receberás.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2005-12-26T23:25:26Z</dcterms:created>
  <dc:creator>Junior</dc:creator>
  <dc:description/>
  <dc:language>pt-BR</dc:language>
  <cp:lastModifiedBy>Junior</cp:lastModifiedBy>
  <dcterms:modified xsi:type="dcterms:W3CDTF">2005-12-26T23:25:38Z</dcterms:modified>
  <cp:revision>1</cp:revision>
  <dc:subject/>
  <dc:title>595 – Somente a Ti! </dc:title>
</cp:coreProperties>
</file>