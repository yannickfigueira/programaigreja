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E2E2B-9B38-4A9D-8767-B044D84196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CECC25-D71A-414B-A72C-12DCD40293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3DE06F-8B1F-45B6-817E-2D57F4C3A2D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485 – Andando para o céu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'Stou andando para o céu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os santos já estão: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'Stou alegre e satisfeito!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pátria é Sião,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Morte lá não entrará;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ali será!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Glória! Aleluia!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desejo é estar no céu;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‘Stou alegre é satisfeito;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Glória! AleluIa!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desejo é estar no céu;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ali será!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'Stou andando para o céu,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as ruas de ouro são;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'Stou alegre e satisfeito!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ali feliz mansão,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Jesus lá estará!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ali será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'Stou andando para o céu,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reina gozo e paz,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‘Stou alegre e satisfeito!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santo e veraz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crente ali terá,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ali será!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‘Stou andando para o céu,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ver meu Salvador;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‘Stou alegre e satisfeito!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Cantarei o Seu louvor,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minh’alma alegre está;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ali será!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2005-12-24T19:31:18Z</dcterms:created>
  <dc:creator>Junior</dc:creator>
  <dc:description/>
  <dc:language>pt-BR</dc:language>
  <cp:lastModifiedBy>Junior</cp:lastModifiedBy>
  <dcterms:modified xsi:type="dcterms:W3CDTF">2005-12-24T19:31:19Z</dcterms:modified>
  <cp:revision>1</cp:revision>
  <dc:subject/>
  <dc:title>485 – Andando para o céu</dc:title>
</cp:coreProperties>
</file>