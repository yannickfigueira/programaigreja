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6FBC7A-58EE-4EF0-9ADD-7D8B25BCA9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B082647-59AB-43F1-8BBE-1375A99C228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621 - Juntos, no Céu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Iremos juntos viver no Céu;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Felizes vamos ser.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Felizes lá no Céu,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Iremos juntos viver no Céu: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e eu!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2005-12-27T14:57:08Z</dcterms:created>
  <dc:creator>Junior</dc:creator>
  <dc:description/>
  <dc:language>pt-BR</dc:language>
  <cp:lastModifiedBy>Junior</cp:lastModifiedBy>
  <dcterms:modified xsi:type="dcterms:W3CDTF">2005-12-27T14:57:09Z</dcterms:modified>
  <cp:revision>1</cp:revision>
  <dc:subject/>
  <dc:title>621 - Juntos, no Céu     Iremos juntos viver no Céu;  Felizes vamos ser.  Felizes lá no Céu,  Iremos juntos viver no Céu:  Jesus e eu! </dc:title>
</cp:coreProperties>
</file>