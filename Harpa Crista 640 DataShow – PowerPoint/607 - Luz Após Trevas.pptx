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DA7E8E-5FB5-4672-9061-A0EB74B630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24D37D-496F-40E7-8EC5-B2C6A1331C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810214A-441D-4C74-8D25-3C0BB6B7081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607 - Luz Após Trevas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Luz após trevas, glória após luz,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Ganho após perda, trono após cruz,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após luta, fruto após flor,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Riso após pranto, gozo após 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Crente após ímpio, justo após réu,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 após ira, vista após véu,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Sol após chuva, mel após sal,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Lar após lida, bem após mal.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Perto após longe, Cristo após eu,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Vida após tumba, terra após Céu,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paz, vida, fé, trono e luz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isso eu tenho, crendo em Jesus.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2005-12-27T14:37:30Z</dcterms:created>
  <dc:creator>Junior</dc:creator>
  <dc:description/>
  <dc:language>pt-BR</dc:language>
  <cp:lastModifiedBy>Junior</cp:lastModifiedBy>
  <dcterms:modified xsi:type="dcterms:W3CDTF">2005-12-27T14:37:33Z</dcterms:modified>
  <cp:revision>1</cp:revision>
  <dc:subject/>
  <dc:title>607 - Luz Após Trevas</dc:title>
</cp:coreProperties>
</file>