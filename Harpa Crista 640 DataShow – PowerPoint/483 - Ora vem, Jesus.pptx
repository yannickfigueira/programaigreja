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CED566-7B1B-4486-BAC7-98567BCA30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191F52-E9C3-4334-AECD-CD167B9E87F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286B52E-A125-4DE2-8549-2D119A0FD9E8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483 – Ora vem, Jesus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Disse Jesus, eis que presto Eu venho,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Trago comigo, também galardão;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Venho do céu com a glória que tenho,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vigiai firmes na oração!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Ora vem Jesus, gloriosa luz,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Ainda nós Te esperamos; ora vem Jesus!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ver-Te, sedentos bradamos: Oh! Senhor Jesus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Ti velando estamos; ora vem, Jesus!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 Disse Jesus, eis que presto Eu venho,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os remidos pro céu levarei, E em lugar do opróbrio do lenho, Uma coroa pra eles darei!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 Disse Jesus, eis que presto Eu venho,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minha Igreja vou arrebatar;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Hoje buscai-Me com todo o empenho,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que Eu possa vos preparar!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2005-12-24T19:33:00Z</dcterms:created>
  <dc:creator>Junior</dc:creator>
  <dc:description/>
  <dc:language>pt-BR</dc:language>
  <cp:lastModifiedBy>Junior</cp:lastModifiedBy>
  <dcterms:modified xsi:type="dcterms:W3CDTF">2005-12-24T19:33:03Z</dcterms:modified>
  <cp:revision>1</cp:revision>
  <dc:subject/>
  <dc:title>483 – Ora vem, Jesus </dc:title>
</cp:coreProperties>
</file>