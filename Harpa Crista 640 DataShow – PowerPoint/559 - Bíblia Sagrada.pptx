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8A97AA-CDA1-4BA2-BF5D-3013A9AD5F8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107493-9915-473A-871C-898B59D91C8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6DCDC37-21AE-4CA4-A034-38649A1799FB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209680"/>
            <a:ext cx="9144000" cy="147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559 - Bíblia Sagrada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Bíblia Sagrada,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És a Palavra de Deus: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És o mapa da jornada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Dos que seguem para o Céu.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És a carta enviada,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o Atalaia tem na mão: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És as velas da jangada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Dos que levam a salvação.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Livro de amor,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Livro que nos dá prazer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Salvador,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Espírito e no saber.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Livro bendito!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em ti pode habitar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Palavra de amor,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dos lábios do Senhor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Saiu para em ti falar.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Bíblia Sagrada,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És o livro de fulgor,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És a jóia rejeitada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vituperador.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És o livro para a senda,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Contra o horror da corrução.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És o livro que nos manda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Falar desta salvação.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Além do véu,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Estás, livro do Senhor,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Livro do Céu,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transforma o pecador.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Livro Sagrado!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Bem-aventurados sao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que cantam o louvor,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registras com amor,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 nossa salvação.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Bíblia Sagrada,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És a luz do meu Brasil,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És a lança e a espada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Deste povo varonil.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És dos dedos, o brilhante,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És do jardim, a linda flor,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És a luz mais radiante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nos mostra o Salvador.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vens de Deus,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Livro santo de Jesus.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Dos altos céus,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Revelaste a nós a Cruz.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Livro que faia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poder do Salvador,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Livro que nos revelou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2005-12-26T21:45:19Z</dcterms:created>
  <dc:creator>Junior</dc:creator>
  <dc:description/>
  <dc:language>pt-BR</dc:language>
  <cp:lastModifiedBy>Junior</cp:lastModifiedBy>
  <dcterms:modified xsi:type="dcterms:W3CDTF">2005-12-26T21:45:20Z</dcterms:modified>
  <cp:revision>1</cp:revision>
  <dc:subject/>
  <dc:title>559 - Bíblia Sagrada </dc:title>
</cp:coreProperties>
</file>