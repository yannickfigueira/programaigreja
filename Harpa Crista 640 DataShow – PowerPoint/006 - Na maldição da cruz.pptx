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D309CD-3D0A-4A5F-B3C2-3B628E7A18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05D875-ED3C-45A8-81C3-6568EE4CF4B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CBA8E3A-E87F-4D58-8AEB-7B738F771C0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6</a:t>
            </a:r>
            <a:br>
              <a:rPr sz="4400"/>
            </a:br>
            <a:r>
              <a:rPr b="0" lang="pt-BR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NA MALDIÇÃO DA CRUZ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25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Tu na maldição da cruz,</a:t>
            </a:r>
            <a:r>
              <a:rPr b="0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  </a:t>
            </a:r>
            <a:br>
              <a:rPr sz="4400"/>
            </a:br>
            <a:r>
              <a:rPr b="0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Elevaste o Teu amor, </a:t>
            </a:r>
            <a:r>
              <a:rPr b="0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  </a:t>
            </a:r>
            <a:br>
              <a:rPr sz="4400"/>
            </a:br>
            <a:r>
              <a:rPr b="0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Em rogar, Senhor Jesus:</a:t>
            </a:r>
            <a:r>
              <a:rPr b="0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 </a:t>
            </a:r>
            <a:br>
              <a:rPr sz="4400"/>
            </a:br>
            <a:r>
              <a:rPr b="0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“Pai, perdoa ao transgressor".</a:t>
            </a:r>
            <a:r>
              <a:rPr b="0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Queres, queres, com vigor, Muitas almas despertar; </a:t>
            </a:r>
            <a:br>
              <a:rPr sz="4400"/>
            </a:br>
            <a:r>
              <a:rPr b="1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Queres, queres, ó Senhor! Transformar, remir, curar; </a:t>
            </a:r>
            <a:br>
              <a:rPr sz="4400"/>
            </a:br>
            <a:r>
              <a:rPr b="1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Oh! Sim! Oh! Sim! </a:t>
            </a:r>
            <a:br>
              <a:rPr sz="4400"/>
            </a:br>
            <a:r>
              <a:rPr b="1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Queres todos renovar.</a:t>
            </a:r>
            <a:r>
              <a:rPr b="0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33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O Maligno tentador </a:t>
            </a:r>
            <a:br>
              <a:rPr sz="4400"/>
            </a:br>
            <a:r>
              <a:rPr b="0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E o autor da perdição, </a:t>
            </a:r>
            <a:r>
              <a:rPr b="0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Do pecado, mal e dor, </a:t>
            </a:r>
            <a:br>
              <a:rPr sz="4400"/>
            </a:br>
            <a:r>
              <a:rPr b="0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Da doença e da aflição.</a:t>
            </a:r>
            <a:r>
              <a:rPr b="0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Queres, queres, com vigor, Muitas almas despertar; </a:t>
            </a:r>
            <a:br>
              <a:rPr sz="4400"/>
            </a:br>
            <a:r>
              <a:rPr b="1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Queres, queres, ó Senhor! Transformar, remir, curar; </a:t>
            </a:r>
            <a:br>
              <a:rPr sz="4400"/>
            </a:br>
            <a:r>
              <a:rPr b="1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Oh! Sim! Oh! Sim! </a:t>
            </a:r>
            <a:br>
              <a:rPr sz="4400"/>
            </a:br>
            <a:r>
              <a:rPr b="1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Queres todos renovar.</a:t>
            </a:r>
            <a:r>
              <a:rPr b="0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Tu levaste, ó bom Jesus,</a:t>
            </a:r>
            <a:r>
              <a:rPr b="0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O pecado, o mal e a dor,</a:t>
            </a:r>
            <a:r>
              <a:rPr b="0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E a doença sobre a cruz;</a:t>
            </a:r>
            <a:r>
              <a:rPr b="0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És o grande Salvador!</a:t>
            </a:r>
            <a:r>
              <a:rPr b="0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 </a:t>
            </a:r>
            <a:r>
              <a:rPr b="0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Queres, queres, com vigor, Muitas almas despertar; </a:t>
            </a:r>
            <a:br>
              <a:rPr sz="4400"/>
            </a:br>
            <a:r>
              <a:rPr b="1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Queres, queres, ó Senhor! Transformar, remir, curar; </a:t>
            </a:r>
            <a:br>
              <a:rPr sz="4400"/>
            </a:br>
            <a:r>
              <a:rPr b="1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Oh! Sim! Oh! Sim! </a:t>
            </a:r>
            <a:br>
              <a:rPr sz="4400"/>
            </a:br>
            <a:r>
              <a:rPr b="1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Queres todos renovar.</a:t>
            </a:r>
            <a:r>
              <a:rPr b="0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Deus é bom, quer sempre o bem Do oprimido pecador;</a:t>
            </a:r>
            <a:r>
              <a:rPr b="0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 </a:t>
            </a:r>
            <a:br>
              <a:rPr sz="4400"/>
            </a:br>
            <a:r>
              <a:rPr b="0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Mal nenhum, em Si, Deus tem;</a:t>
            </a:r>
            <a:r>
              <a:rPr b="0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“Deus é luz, Deus é amor!”</a:t>
            </a:r>
            <a:r>
              <a:rPr b="0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Queres, queres, com vigor, Muitas almas despertar; </a:t>
            </a:r>
            <a:br>
              <a:rPr sz="4400"/>
            </a:br>
            <a:r>
              <a:rPr b="1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Queres, queres, ó Senhor! Transformar, remir, curar; </a:t>
            </a:r>
            <a:br>
              <a:rPr sz="4400"/>
            </a:br>
            <a:r>
              <a:rPr b="1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Oh! Sim! Oh! Sim! </a:t>
            </a:r>
            <a:br>
              <a:rPr sz="4400"/>
            </a:br>
            <a:r>
              <a:rPr b="1" i="1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Queres todos renovar.</a:t>
            </a:r>
            <a:r>
              <a:rPr b="0" lang="en-US" sz="4400" strike="noStrike" u="none">
                <a:solidFill>
                  <a:srgbClr val="00005c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2005-12-22T17:04:51Z</dcterms:created>
  <dc:creator>Junior</dc:creator>
  <dc:description/>
  <dc:language>pt-BR</dc:language>
  <cp:lastModifiedBy>Junior</cp:lastModifiedBy>
  <dcterms:modified xsi:type="dcterms:W3CDTF">2006-01-14T18:56:35Z</dcterms:modified>
  <cp:revision>2</cp:revision>
  <dc:subject/>
  <dc:title>6 NA MALDIÇÃO DA CRUZ</dc:title>
</cp:coreProperties>
</file>