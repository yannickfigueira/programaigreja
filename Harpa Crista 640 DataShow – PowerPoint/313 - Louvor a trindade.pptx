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752AC-FDF4-494E-8717-7092FD0C65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3000F-07C0-492F-BF6E-B832A28A86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19EFB9-EC65-4759-AF40-67C1C3A53CB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LOUVOR À TRINDADE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Pai Eterno dai louvor,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Filho Seu também,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celestial Consolador,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 p’ra sempre. amém!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2005-12-24T09:01:56Z</dcterms:created>
  <dc:creator>Junior</dc:creator>
  <dc:description/>
  <dc:language>pt-BR</dc:language>
  <cp:lastModifiedBy>Junior</cp:lastModifiedBy>
  <dcterms:modified xsi:type="dcterms:W3CDTF">2005-12-24T09:02:11Z</dcterms:modified>
  <cp:revision>1</cp:revision>
  <dc:subject/>
  <dc:title>313 LOUVOR À TRINDADE </dc:title>
</cp:coreProperties>
</file>