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887E17-0799-4987-BA1A-C52C76EF046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53DDD8-A895-43A1-AF57-458559DBDEA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5C36D65-ADE6-4F75-B8E5-FFF5AFBE3685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39640" y="1915920"/>
            <a:ext cx="8064720" cy="216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290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ESPÍRITO VEM DERRAMAR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746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Senhor, nós esperamos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escutes a oração;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Nós, Teus servos, já clamamos,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humilde coração.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581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Espírito, vem, derrama,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Sobre cada coração!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no crente, que a Ti clama,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Vem, confirma a petição.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746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Deixa o fogo do Espírito,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nos corações arder,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P'ra que tudo que é finito,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Jamais possa se reter.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581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Espírito, vem, derrama,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Sobre cada coração!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no crente, que a Ti clama,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Vem, confirma a petição.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Senhor, me purifica,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Tira o mal que está em mim,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minh' alma santifica,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me guarda até o fim.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581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Espírito, vem, derrama,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Sobre cada coração!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no crente, que a Ti clama,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Vem, confirma a petição.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746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Dá-nos mais da Tua graça,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enche-nos do Teu poder,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Teu templo, ó Deus, se faça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Tua voz se perceber.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581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Espírito, vem, derrama,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Sobre cada coração!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no crente, que a Ti clama,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Vem, confirma a petição.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581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Dá-nos dons do Teu Espírito;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Faz milagres, á Senhor,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P'ra que tudo, que tens dito,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Cumpra-se, meu Redentor.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5891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Dou-te graças, Rei da glória,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ouviste a petição;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Belos hinos de vitória,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Tu deste ao coração.</a:t>
            </a: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S.N.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2005-10-18T22:04:43Z</dcterms:created>
  <dc:creator>Montagna</dc:creator>
  <dc:description/>
  <dc:language>pt-BR</dc:language>
  <cp:lastModifiedBy>Montagna</cp:lastModifiedBy>
  <dcterms:modified xsi:type="dcterms:W3CDTF">2005-10-18T22:09:27Z</dcterms:modified>
  <cp:revision>4</cp:revision>
  <dc:subject/>
  <dc:title>290-TEU ESPÍRITO VEM DERRAMAR</dc:title>
</cp:coreProperties>
</file>