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67AA98-8623-4C76-B834-ECE3341EBE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0CA282-1E6E-4F4D-BCD0-EE2B2876EB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9C1C9FF-C93B-4F3E-95C9-FEBE8DEDFCE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012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284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BENDITO CRISTO, EIS-ME AQUI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Tal como sou, vou decidir,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 outro eu não posso ir;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me convidas para vir,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Bendito Cristo, eis-me aqui. 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Tal como sou, sem demorar,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mal, querendo me livrar;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podes Tu me perdoar: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Bendito Cristo, eis-me aqui.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Tal como sou, em aflição,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Exposto à morte, e perdição, Buscando vida e perdão,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Bendito Cristo, eis-me aqui. 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Tal como sou, Teu grande amor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vence, e busco Teu favor, Servir-Te quero com valor,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Bendito Cristo, eis-me aqui.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2005-12-24T08:42:14Z</dcterms:created>
  <dc:creator>Junior</dc:creator>
  <dc:description/>
  <dc:language>pt-BR</dc:language>
  <cp:lastModifiedBy>Junior</cp:lastModifiedBy>
  <dcterms:modified xsi:type="dcterms:W3CDTF">2005-12-24T08:42:29Z</dcterms:modified>
  <cp:revision>1</cp:revision>
  <dc:subject/>
  <dc:title>284 BENDITO CRISTO, EIS-ME AQUI </dc:title>
</cp:coreProperties>
</file>