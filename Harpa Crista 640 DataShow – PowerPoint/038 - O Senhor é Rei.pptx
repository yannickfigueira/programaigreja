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33C201-2F5D-464C-BB6F-7D95754474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FF6A40-379B-46F0-A38F-5120E409CB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B770C9-1338-4CA2-8DDC-4361F9824B9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38</a:t>
            </a:r>
            <a:br>
              <a:rPr sz="3600"/>
            </a:b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É REI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Proclamei a todo o mundo que o Senhor é Rei!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Proclamai! Proclamai!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Proclamei que suave e doce é Sua santa lei!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Proclamai! Proclamai!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Proclamai como Ele se chama Salvador Jesus,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Ele por nós morreu na ensangüentada cruz,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Ele - o Cordeiro - sobre o trono está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Deus de toda graça, que de graça tudo dá.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Proclama! a todo o mundo 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 Senhor é Rei!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2800"/>
            </a:b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Proclamai! Proclamai!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2800"/>
            </a:b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Proclama! que suave e doce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Sua santa lei!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Proclamai! Proclamai!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Proclamei que reina em graça nosso Salvador!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Proclamei! Proclamei!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cetro de Seu reino ele tem o amor!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Proclamei! Proclamei!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Anunciei aos tristes que Ele vive lá;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 todos os cansados que descanso Ele dá;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Contei aos pecadores que Ele veio salvar,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todos os cativos que Ele os pode libertar.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Proclamei que Ele, do céu em breve descerá! Proclamei! Proclamei!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todos os Seus santos aparecerá!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Proclamei! Proclamei!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Que, sem demora, venham todos se render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com amor, em tudo e Cristo obedecer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estejam todos prontos quando Ele voltar, </a:t>
            </a:r>
            <a:br>
              <a:rPr sz="2800"/>
            </a:b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alegres, naquele dia, “Rei dos reis”, o aclamar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 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2005-12-22T22:20:02Z</dcterms:created>
  <dc:creator>Junior</dc:creator>
  <dc:description/>
  <dc:language>pt-BR</dc:language>
  <cp:lastModifiedBy>Junior</cp:lastModifiedBy>
  <dcterms:modified xsi:type="dcterms:W3CDTF">2005-12-22T22:20:18Z</dcterms:modified>
  <cp:revision>1</cp:revision>
  <dc:subject/>
  <dc:title>38 O SENHOR É REI </dc:title>
</cp:coreProperties>
</file>