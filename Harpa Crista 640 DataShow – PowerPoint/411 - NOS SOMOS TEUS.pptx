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DFF702-5FCE-4034-BC62-08A877E4AC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7E8E36-C742-4339-AED9-6368B59938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F8EF8A-C385-4A13-9FAD-D049A6A6BFE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411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SOMOS TEUS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Filho do eterno Deus, nós somos Teus!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Compraste-nos, Jesus, por Tua cruz,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Rendemo-nos, Senhor, cheios de fé e amor;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somos Teus, Filho de Deus!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caminho, ó Deus que leva ao céu,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Faze-nos percorrer até morrer.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tem que recear todo o que nele andar;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és, Senhor, o bom Pastor.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nos quis salvar vamos louvar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voz e coração, em santa união,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Aceita, pois, Senhor, nosso veraz louvor!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Graças, oh! Deus, que somos Teus!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2005-10-21T10:05:15Z</dcterms:created>
  <dc:creator>Montagna</dc:creator>
  <dc:description/>
  <dc:language>pt-BR</dc:language>
  <cp:lastModifiedBy>Montagna</cp:lastModifiedBy>
  <dcterms:modified xsi:type="dcterms:W3CDTF">2005-10-21T10:05:30Z</dcterms:modified>
  <cp:revision>2</cp:revision>
  <dc:subject/>
  <dc:title>411 - NOS SOMOS TEUS</dc:title>
</cp:coreProperties>
</file>