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ACE1EB-ECAF-431C-836E-294DFD6B9F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BF3F22-A223-43E1-B360-373118E55C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6115DE-03A8-464F-981D-6A74C0374D1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635 – Eis o Brasil em Tuas Mãos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nosso Rei e Redentor,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atender-nos a oração;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o supremo Protetor,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Brasil em tua mão.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compreensão e bênçãos mil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que dirigem a nação;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Põe neles zelo mais febril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Lei e retidão.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 Pai, quando, enfim, voltar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 para dar-nos galardão,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os remidos lá na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ao Brasil a salvação.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2005-12-27T15:26:33Z</dcterms:created>
  <dc:creator>Junior</dc:creator>
  <dc:description/>
  <dc:language>pt-BR</dc:language>
  <cp:lastModifiedBy>Junior</cp:lastModifiedBy>
  <dcterms:modified xsi:type="dcterms:W3CDTF">2005-12-27T15:26:35Z</dcterms:modified>
  <cp:revision>1</cp:revision>
  <dc:subject/>
  <dc:title>635 – Eis o Brasil em Tuas Mãos </dc:title>
</cp:coreProperties>
</file>