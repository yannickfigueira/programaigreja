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7242120" cy="1981080"/>
            <a:chOff x="0" y="0"/>
            <a:chExt cx="7242120" cy="1981080"/>
          </a:xfrm>
        </p:grpSpPr>
        <p:sp>
          <p:nvSpPr>
            <p:cNvPr id="1" name=""/>
            <p:cNvSpPr/>
            <p:nvPr/>
          </p:nvSpPr>
          <p:spPr>
            <a:xfrm>
              <a:off x="0" y="925560"/>
              <a:ext cx="7122960" cy="1055520"/>
            </a:xfrm>
            <a:custGeom>
              <a:avLst/>
              <a:gdLst/>
              <a:ahLst/>
              <a:rect l="l" t="t" r="r" b="b"/>
              <a:pathLst>
                <a:path w="4806" h="665">
                  <a:moveTo>
                    <a:pt x="4800" y="299"/>
                  </a:moveTo>
                  <a:lnTo>
                    <a:pt x="0" y="665"/>
                  </a:lnTo>
                  <a:lnTo>
                    <a:pt x="0" y="0"/>
                  </a:lnTo>
                  <a:lnTo>
                    <a:pt x="4806" y="1"/>
                  </a:lnTo>
                  <a:lnTo>
                    <a:pt x="4800" y="153"/>
                  </a:lnTo>
                  <a:lnTo>
                    <a:pt x="4800" y="299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6a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0"/>
              <a:ext cx="7242120" cy="1903320"/>
            </a:xfrm>
            <a:custGeom>
              <a:avLst/>
              <a:gdLst/>
              <a:ahLst/>
              <a:rect l="l" t="t" r="r" b="b"/>
              <a:pathLst>
                <a:path w="4562" h="1199">
                  <a:moveTo>
                    <a:pt x="4560" y="932"/>
                  </a:moveTo>
                  <a:lnTo>
                    <a:pt x="0" y="1199"/>
                  </a:lnTo>
                  <a:lnTo>
                    <a:pt x="0" y="0"/>
                  </a:lnTo>
                  <a:lnTo>
                    <a:pt x="4562" y="0"/>
                  </a:lnTo>
                  <a:lnTo>
                    <a:pt x="4560" y="932"/>
                  </a:lnTo>
                  <a:lnTo>
                    <a:pt x="4560" y="932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8c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cc66"/>
              </a:buClr>
              <a:buSzPct val="8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cc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cc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C0FE679-8D63-4020-9F3C-5913850B480E}" type="slidenum"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"/>
          <p:cNvGrpSpPr/>
          <p:nvPr/>
        </p:nvGrpSpPr>
        <p:grpSpPr>
          <a:xfrm>
            <a:off x="0" y="0"/>
            <a:ext cx="8458200" cy="5943600"/>
            <a:chOff x="0" y="0"/>
            <a:chExt cx="8458200" cy="5943600"/>
          </a:xfrm>
        </p:grpSpPr>
        <p:sp>
          <p:nvSpPr>
            <p:cNvPr id="9" name=""/>
            <p:cNvSpPr/>
            <p:nvPr/>
          </p:nvSpPr>
          <p:spPr>
            <a:xfrm>
              <a:off x="0" y="2286000"/>
              <a:ext cx="8183520" cy="3657600"/>
            </a:xfrm>
            <a:custGeom>
              <a:avLst/>
              <a:gdLst/>
              <a:ahLst/>
              <a:rect l="l" t="t" r="r" b="b"/>
              <a:pathLst>
                <a:path w="5155" h="2304">
                  <a:moveTo>
                    <a:pt x="5154" y="1769"/>
                  </a:moveTo>
                  <a:lnTo>
                    <a:pt x="0" y="2304"/>
                  </a:lnTo>
                  <a:lnTo>
                    <a:pt x="0" y="1252"/>
                  </a:lnTo>
                  <a:lnTo>
                    <a:pt x="5155" y="0"/>
                  </a:lnTo>
                  <a:lnTo>
                    <a:pt x="5155" y="1416"/>
                  </a:lnTo>
                  <a:lnTo>
                    <a:pt x="5154" y="1769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60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0" y="0"/>
              <a:ext cx="8458200" cy="5856120"/>
            </a:xfrm>
            <a:custGeom>
              <a:avLst/>
              <a:gdLst/>
              <a:ahLst/>
              <a:rect l="l" t="t" r="r" b="b"/>
              <a:pathLst>
                <a:path w="5328" h="3689">
                  <a:moveTo>
                    <a:pt x="5311" y="3209"/>
                  </a:moveTo>
                  <a:lnTo>
                    <a:pt x="0" y="3689"/>
                  </a:lnTo>
                  <a:lnTo>
                    <a:pt x="0" y="9"/>
                  </a:lnTo>
                  <a:lnTo>
                    <a:pt x="5328" y="0"/>
                  </a:lnTo>
                  <a:lnTo>
                    <a:pt x="5311" y="3209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8c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" name="PlaceHolder 1"/>
          <p:cNvSpPr>
            <a:spLocks noGrp="1"/>
          </p:cNvSpPr>
          <p:nvPr>
            <p:ph type="dt" idx="4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6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8CC5FA6-5DF3-4259-974B-9E398A60B6FB}" type="slidenum"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title"/>
          </p:nvPr>
        </p:nvSpPr>
        <p:spPr>
          <a:xfrm>
            <a:off x="685800" y="1767960"/>
            <a:ext cx="7772400" cy="173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5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cc66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cc66"/>
              </a:buClr>
              <a:buFont typeface="Wingdings" charset="2"/>
              <a:buChar char="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85800" y="1767960"/>
            <a:ext cx="7772400" cy="173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172</a:t>
            </a:r>
            <a:br>
              <a:rPr sz="4800"/>
            </a:br>
            <a:r>
              <a:rPr b="1" lang="pt-BR" sz="4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Ó VEM TE ENTREGAR</a:t>
            </a:r>
            <a:br>
              <a:rPr sz="4800"/>
            </a:br>
            <a:endParaRPr b="0" lang="pt-BR" sz="48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24000" y="274320"/>
            <a:ext cx="83628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Ó pecador, cansado e abatido,</a:t>
            </a:r>
            <a:br>
              <a:rPr sz="3200"/>
            </a:b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que neste mundo vagas, sem consolação! </a:t>
            </a:r>
            <a:br>
              <a:rPr sz="3200"/>
            </a:b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Se queres ser, de graça, revestido,</a:t>
            </a:r>
            <a:br>
              <a:rPr sz="3200"/>
            </a:b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Aceita Cristo, e Sua salvação.</a:t>
            </a:r>
            <a:br>
              <a:rPr sz="3200"/>
            </a:br>
            <a:endParaRPr b="0" lang="pt-BR" sz="32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24000" y="274680"/>
            <a:ext cx="83628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Ó vem te entregar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Ao grande Salvador,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Que veio te salvar,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 te espera, cheio de amor.</a:t>
            </a:r>
            <a:br>
              <a:rPr sz="3600"/>
            </a:br>
            <a:endParaRPr b="0" lang="pt-BR" sz="36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95280" y="274680"/>
            <a:ext cx="829152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Ó pecador, se estás desanimado, </a:t>
            </a:r>
            <a:br>
              <a:rPr sz="3200"/>
            </a:b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porque o mal domina todo o teu ser, </a:t>
            </a:r>
            <a:br>
              <a:rPr sz="3200"/>
            </a:b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O crê em Cristo, o crucificado, </a:t>
            </a:r>
            <a:br>
              <a:rPr sz="3200"/>
            </a:b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 contra o vício tu terás poder.</a:t>
            </a:r>
            <a:br>
              <a:rPr sz="3200"/>
            </a:br>
            <a:endParaRPr b="0" lang="pt-BR" sz="32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95280" y="274680"/>
            <a:ext cx="829152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O pecador, por que não te entregas </a:t>
            </a:r>
            <a:br>
              <a:rPr sz="3200"/>
            </a:b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A Jesus Cristo, o bondoso Salvador? </a:t>
            </a:r>
            <a:br>
              <a:rPr sz="3200"/>
            </a:b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Que, vindo a morte, grato te carrega </a:t>
            </a:r>
            <a:br>
              <a:rPr sz="3200"/>
            </a:b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Ao Paraíso, ao país de amor!</a:t>
            </a:r>
            <a:br>
              <a:rPr sz="3200"/>
            </a:br>
            <a:endParaRPr b="0" lang="pt-BR" sz="32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24000" y="274320"/>
            <a:ext cx="83628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Se comoção tu sentes em tu'alma, </a:t>
            </a:r>
            <a:br>
              <a:rPr sz="3200"/>
            </a:b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 queres hoje receber a salvação, </a:t>
            </a:r>
            <a:br>
              <a:rPr sz="3200"/>
            </a:b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Aceita Cristo, com fé e com calma,</a:t>
            </a:r>
            <a:br>
              <a:rPr sz="3200"/>
            </a:b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	</a:t>
            </a: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Vem te entregar, de todo o coração.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	</a:t>
            </a:r>
            <a:br>
              <a:rPr sz="1600"/>
            </a:b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	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                                                                                                           P.L.M.</a:t>
            </a:r>
            <a:br>
              <a:rPr sz="1600"/>
            </a:br>
            <a:endParaRPr b="0" lang="pt-BR" sz="16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2005-10-16T01:51:09Z</dcterms:created>
  <dc:creator>Montagna</dc:creator>
  <dc:description/>
  <dc:language>pt-BR</dc:language>
  <cp:lastModifiedBy>Junior</cp:lastModifiedBy>
  <dcterms:modified xsi:type="dcterms:W3CDTF">2005-10-17T13:14:03Z</dcterms:modified>
  <cp:revision>2</cp:revision>
  <dc:subject/>
  <dc:title>172 - Ó VEM TE ENTREGAR </dc:title>
</cp:coreProperties>
</file>