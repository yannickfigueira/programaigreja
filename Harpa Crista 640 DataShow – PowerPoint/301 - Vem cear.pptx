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1CF47E-7EE7-4E0F-BB05-5846167836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11F4A8-47D4-48FA-A91A-AE11543E52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736C30-1D65-450D-B27A-46604D8AEBE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301 – “VEM CEAR”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304920" y="3808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Cristo já nos preparou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Um manjar que nos comprou,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E, agora, nos convida a cear;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Com celestial maná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de graça Deus te dá,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Vem, faminto, tua alma saciar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380880" y="456840"/>
            <a:ext cx="82296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cear, o Mestre chama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Mesmo hoje tu te podes saciar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Poucos pães multiplicou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Água em vinho transformou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Vem, faminto, a Jesus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304920" y="533520"/>
            <a:ext cx="8610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Eis discípulos a voltar,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Sem os peixes apanhar,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Mas Jesus os manda outra vez partir;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Ao tornar a praia então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Vêem no fogo peixe e pão,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Jesus  que os convida a cear vir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228600" y="304560"/>
            <a:ext cx="8229600" cy="518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cear, o Mestre chama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Mesmo hoje tu te podes saciar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Poucos pães multiplicou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Água em vinho transformou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Vem, faminto, a Jesus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228600" y="3808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Quem sedento se achar,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Venha a Cristo sem tardar,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Pois o vinho sem mistura Ele dá;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também dá vida ao pão,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nos traz consolação;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Eis que tudo preparado já está.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228600" y="380880"/>
            <a:ext cx="822960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cear, o Mestre chama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Mesmo hoje tu te podes saciar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Poucos pães multiplicou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Água e vinho transformou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Vem, faminto, a Jesus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304920" y="457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Breve Cristo vai descer,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a noiva receber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lugar ao lado do Senhor Jesus;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Quem a fome suportou,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a sede já passou,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Lá no céu irá cear em Santa luz.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228600" y="30456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cear, o Mestre chama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Mesmo hoje tu te podes saciar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Poucos pães multiplicou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Água e vinho transformou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Vem, faminto, a Jesus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cear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2005-06-27T23:42:40Z</dcterms:created>
  <dc:creator>Junior</dc:creator>
  <dc:description/>
  <dc:language>pt-BR</dc:language>
  <cp:lastModifiedBy>Junior</cp:lastModifiedBy>
  <dcterms:modified xsi:type="dcterms:W3CDTF">2005-06-27T23:42:49Z</dcterms:modified>
  <cp:revision>1</cp:revision>
  <dc:subject/>
  <dc:title>301 – “VEM CEAR”</dc:title>
</cp:coreProperties>
</file>