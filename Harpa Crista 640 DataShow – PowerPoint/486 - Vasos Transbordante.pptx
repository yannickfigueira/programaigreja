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67544F-704C-4762-A98E-10972A7150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2ED795-2041-4D5E-A541-A03627578C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C6DE15-0BFF-4F51-897F-74404FBD5AE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486 - Vasos Transbordante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vazio vaso 'stá teu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receber de Deus a salvação?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Jesus teu vaso poderá encher,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bençãos que dão poder.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encher teu vaso até transbordar;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tua vida possa governar,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Põe teu sacrifício hoje sobre o altar;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 as bênçãos descer sem cessar.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vida abundante tu receberás,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constantemente em Deus te alegrarás,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ribeiro d’água, o Senhor quer ver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deserto florescer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encher teu vaso até transbordar;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tua vida possa governar,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Põe teu sacrifício hoje sobre o altar;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 as bênçãos descer sem cessar.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precisa vasos para encher.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vazios vasos que irão conter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 Sua graça, brasas do altar,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fogo espalhar.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encher teu vaso até transbordar;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tua vida possa governar,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Põe teu sacrifício hoje sobre o altar;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 as bênçãos descer sem cessar.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2005-12-24T19:29:07Z</dcterms:created>
  <dc:creator>Junior</dc:creator>
  <dc:description/>
  <dc:language>pt-BR</dc:language>
  <cp:lastModifiedBy>Junior</cp:lastModifiedBy>
  <dcterms:modified xsi:type="dcterms:W3CDTF">2006-02-19T20:36:52Z</dcterms:modified>
  <cp:revision>2</cp:revision>
  <dc:subject/>
  <dc:title>486 - Vasos Transbordante </dc:title>
</cp:coreProperties>
</file>