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E687FD-5BE7-466E-9DF7-34383BD20D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852DA9-4444-4D47-8E0B-26FA139237E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611 - Cristo, Comandante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br>
              <a:rPr sz="4000"/>
            </a:b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avante! manda o General;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avante! guerra contra o mal!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Firmes, fortes, nunca vacilar!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os seus fiéis irão ganhar.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2005-12-27T14:42:20Z</dcterms:created>
  <dc:creator>Junior</dc:creator>
  <dc:description/>
  <dc:language>pt-BR</dc:language>
  <cp:lastModifiedBy>Junior</cp:lastModifiedBy>
  <dcterms:modified xsi:type="dcterms:W3CDTF">2005-12-27T14:42:22Z</dcterms:modified>
  <cp:revision>1</cp:revision>
  <dc:subject/>
  <dc:title>611 - Cristo, Comandante      Sempre avante! manda o General; Sempre avante! guerra contra o mal! Firmes, fortes, nunca vacilar!  Pois os seus fiéis irão ganhar. </dc:title>
</cp:coreProperties>
</file>