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F16F91-3071-4DA8-8991-9ADD41B1E0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07C4A3-7630-4509-B4BD-DCBA567FC6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57C9D0F-799B-43A1-BF3D-D6121D45F41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133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ROL DO LIVRO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nome, por inteiro,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Escrito está nos céus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livro do Cordeiro,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livro do bom Deus,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Teremos a vitória, olhando no Senhor; Por isso, damos glórias e gran louvor.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nome escrito, irmão,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Está por Deus,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livro da vida,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rol dos filhos Seus,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nome escrito, irmão,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Está nos céus;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glória, aleluia! Amém.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nome escrito, irmão,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Está por Deus,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livro da vida,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rol dos filhos Seus,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nome escrito, irmão,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Está nos céus;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glória, aleluia! Amém.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Alegres nós andamos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graça do Senhor;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nela nós achamos poder consolador! De Cristo recebemos, ajuda e vigor; Avante, pois marchemos,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mais temor.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nome escrito, irmão,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Está por Deus,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livro da vida,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rol dos filhos Seus,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nome escrito, irmão,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Está nos céus;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glória, aleluia! Amém.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criaturas, somos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Remidas por Jesus,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qual eleitos fomos,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desfrutar a luz,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temos, por herança,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nos altos céus,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a esperança de ver a Deus.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nome escrito, irmão,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Está por Deus,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livro da vida,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rol dos filhos Seus,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nome escrito, irmão,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Está nos céus;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glória, aleluia! Amém.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Contentes, levantemos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olhos para os céus,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Escritos nós já temos,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nomes, lá por Deus;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Sentindo grande gozo,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Servindo ao Senhor,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Todo-poderoso, ao Redentor.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nome escrito, irmão,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Está por Deus,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livro da vida,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rol dos filhos Seus,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nome escrito, irmão,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Está nos céus;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glória, aleluia! Amém.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2005-12-23T11:49:20Z</dcterms:created>
  <dc:creator>Junior</dc:creator>
  <dc:description/>
  <dc:language>pt-BR</dc:language>
  <cp:lastModifiedBy>Junior</cp:lastModifiedBy>
  <dcterms:modified xsi:type="dcterms:W3CDTF">2005-12-23T11:49:34Z</dcterms:modified>
  <cp:revision>1</cp:revision>
  <dc:subject/>
  <dc:title> 133 NO ROL DO LIVRO</dc:title>
</cp:coreProperties>
</file>