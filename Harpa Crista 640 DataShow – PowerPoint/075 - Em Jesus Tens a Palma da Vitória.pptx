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78B167-B41D-4B47-B79C-4C60B2473E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558482-8981-4AAE-AEB9-C3A3622782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323C89-EA85-4611-8000-7B3DF8CC87E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197000"/>
            <a:ext cx="9144000" cy="25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75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JESUS TENS 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</a:t>
            </a: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PALMA DA VITÓRIA</a:t>
            </a:r>
            <a:r>
              <a:rPr b="1" i="1" lang="pt-BR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764640"/>
            <a:ext cx="9144000" cy="42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Tentado, não cedas, ceder é pecar,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Melhor e mais nobre, será triunfar,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Coragem, ó crente, domina o teu mal.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Deus pode livrar-te de queda fatal.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1125360"/>
            <a:ext cx="914400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Jesus tens a palma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vitória, minh'alma;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também doce calma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Pelo sangue da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620640"/>
            <a:ext cx="9144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Evita o pecado,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Procura agradar a Deus,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 quem deves no corpo exaltar;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Não manches teus lábios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Com impura voz;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Defende tua alma do vício atroz.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765000"/>
            <a:ext cx="9144000" cy="468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Jesus tens a palma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vitória, minh'alma;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também doce calma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Pelo sangue da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1196640"/>
            <a:ext cx="9144000" cy="431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Sê manso e benigno, qual morto até. 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 rocha eterna, firma tua fé;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Veraz é teu dito: de Deus é teu ser?</a:t>
            </a: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T'espera a coroa, tu podes vencer.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P.L.M.</a:t>
            </a:r>
            <a:br>
              <a:rPr sz="4000"/>
            </a:b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404640"/>
            <a:ext cx="9144000" cy="540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Em Jesus tens a palma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 vitória, minh'alma;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 também doce calma </a:t>
            </a:r>
            <a:br>
              <a:rPr sz="4000"/>
            </a:br>
            <a:r>
              <a:rPr b="1" i="1" lang="en-US" sz="4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Pelo sangue da cruz!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2005-10-15T21:33:04Z</dcterms:created>
  <dc:creator>Montagna</dc:creator>
  <dc:description/>
  <dc:language>pt-BR</dc:language>
  <cp:lastModifiedBy>Junior</cp:lastModifiedBy>
  <dcterms:modified xsi:type="dcterms:W3CDTF">2005-10-16T13:26:46Z</dcterms:modified>
  <cp:revision>2</cp:revision>
  <dc:subject/>
  <dc:title>75 </dc:title>
</cp:coreProperties>
</file>