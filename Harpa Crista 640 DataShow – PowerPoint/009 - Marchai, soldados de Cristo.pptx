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D92EE4-1A9A-45A1-8061-D6D337E285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84B1D-905D-482A-A0C7-5BB445E23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97ADE0-57F8-4FFE-8D69-65270AC35DA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Soldados de Cristo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 soldados de Cristo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marchai e enfrentai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inimigo do bem e da luz;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Soldados avançai!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avançar, não recuar;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temor, com valor,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lutai, pois Cristo vai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vanguarda, avançai!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soldados, bem alto erguei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pavilhão da salvação;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Belial, firmes, ousados, vencei;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Vencei a corrupção.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avançar, não recuar;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temor, com valor,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lutai, pois Cristo vai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vanguarda, avançai!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Vossa armadura de guerra tomai,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elmo, sim, da salvação: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espada: a Bíblia levai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vencereis, então.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56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avançar, não recuar;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temor, com valor,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lutai, pois Cristo vai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vanguarda, avançai!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avante,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Confiando em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Fortes sereis por Seu amor,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 invictos, soldados da luz,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o vencedor.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5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avançar, não recuar;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temor, com valor,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Marchai, lutai, pois Cristo vai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vanguarda, avançai!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2005-10-12T12:08:14Z</dcterms:created>
  <dc:creator>Junior</dc:creator>
  <dc:description/>
  <dc:language>pt-BR</dc:language>
  <cp:lastModifiedBy>Junior</cp:lastModifiedBy>
  <dcterms:modified xsi:type="dcterms:W3CDTF">2005-10-17T13:59:38Z</dcterms:modified>
  <cp:revision>2</cp:revision>
  <dc:subject/>
  <dc:title>9 Marchai, Soldados de Cristo</dc:title>
</cp:coreProperties>
</file>