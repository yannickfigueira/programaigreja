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4AD70B-1E2C-44D9-B7E6-07EB0E7754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1E2314-F7AC-46BB-8CB8-8D72E840A6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7A7025-562B-424B-A5A3-97E788CAFF9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563 – Sempre Feliz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Feliz, eu sou feliz, feliz,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sempre mui feliz!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Cristo veio e me salvou,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coração lavou.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Feliz, eu sou feliz,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sempre mui feliz!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Feliz, eu sou feliz, feliz,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sempre mui feliz!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2005-12-26T22:09:34Z</dcterms:created>
  <dc:creator>Junior</dc:creator>
  <dc:description/>
  <dc:language>pt-BR</dc:language>
  <cp:lastModifiedBy>Junior</cp:lastModifiedBy>
  <dcterms:modified xsi:type="dcterms:W3CDTF">2005-12-26T22:09:37Z</dcterms:modified>
  <cp:revision>1</cp:revision>
  <dc:subject/>
  <dc:title>563 – Sempre Feliz  </dc:title>
</cp:coreProperties>
</file>