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271D6E-391A-4FF6-83FB-90BC54522B1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B4DE89-DDDE-40DA-A33C-A979CD8E576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64F08B20-DD06-4186-B2FE-45E2A77AE101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211</a:t>
            </a:r>
            <a:br>
              <a:rPr sz="4000"/>
            </a:br>
            <a:r>
              <a:rPr b="1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DEUS</a:t>
            </a:r>
            <a:r>
              <a:rPr b="0" lang="pt-BR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Vem, enquanto Deus te chama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tu sentes Seu amor,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do céu poder derrama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Pra salvar o pecador!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Deus, a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Entregar teu coração;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terás Sua luz...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perfeita salvação!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 da vida tens o fardo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tu’alma triste está,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Crê em Deus, não sejas tardo,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Jesus te salvará!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Deus, a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Entregar teu coração;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terás Sua luz...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perfeita salvação!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Neste mundo vais andando,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Sem tranqüilidade e paz;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- Volta a Deus, mas confiando,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feliz então serás.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Deus, a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Entregar teu coração;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terás Sua luz...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perfeita salvação!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Cristo, que te espera,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Não demores, pecador!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Nos Seus braços Deus quisera Receber-te com amor!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59436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Vem a Deus, a Jesus,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Entregar teu coração;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terás Sua luz...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perfeita salvação!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2005-12-23T18:15:47Z</dcterms:created>
  <dc:creator>Junior</dc:creator>
  <dc:description/>
  <dc:language>pt-BR</dc:language>
  <cp:lastModifiedBy>Junior</cp:lastModifiedBy>
  <dcterms:modified xsi:type="dcterms:W3CDTF">2005-12-23T18:15:56Z</dcterms:modified>
  <cp:revision>1</cp:revision>
  <dc:subject/>
  <dc:title>211 VEM A DEUS </dc:title>
</cp:coreProperties>
</file>