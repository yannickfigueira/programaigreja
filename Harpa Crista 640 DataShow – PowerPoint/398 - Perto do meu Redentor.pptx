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005138-6D49-4C56-94BA-AAF56AAD72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96409C-E41E-443A-B352-F71BD2B717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9A611A5-1AED-47E3-8CD3-64CE07ECAFB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398 – Perto do meu Redentor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Desejo estar em um lugar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perto do meu Redentor;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eu posso descansar,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amparo e Seu amor.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perto do meu Redentor,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Seguro abrigo encontrarei;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guardará do tentador,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eu nada temerei.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Ninguém me poderá tirar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paz que frui o coração;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bondoso vai me dar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mais segura proteção.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perto do meu Redentor,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Seguro abrigo encontrarei;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guardará do tentador,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eu nada temerei.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Tristezas, nem temor terei,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Estando perto de Jesus;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Envolto sempre me verei,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fulgor, com Sua luz.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perto do meu Redentor,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Seguro abrigo encontrarei;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guardará do tentador,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eu nada temerei.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2005-12-26T17:17:45Z</dcterms:created>
  <dc:creator>Junior</dc:creator>
  <dc:description/>
  <dc:language>pt-BR</dc:language>
  <cp:lastModifiedBy>Junior</cp:lastModifiedBy>
  <dcterms:modified xsi:type="dcterms:W3CDTF">2005-12-26T17:17:47Z</dcterms:modified>
  <cp:revision>1</cp:revision>
  <dc:subject/>
  <dc:title>398 – Perto do meu Redentor </dc:title>
</cp:coreProperties>
</file>