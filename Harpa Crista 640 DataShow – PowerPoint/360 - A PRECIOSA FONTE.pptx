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82C3DF-63CA-4E86-A9E5-CCFB189200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B75F8D-B814-4B2A-A908-20A635AACB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64314B-1BB2-4EBD-B666-EF9F5573EF5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360</a:t>
            </a:r>
            <a:br>
              <a:rPr sz="4400"/>
            </a:b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PRECIOSA FONTE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à fonte sanadora,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abriu o Salvador,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Cujas águas sedutoras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Têm um divinal sabor.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todos corre, sim!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sanadora!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Deus, me sara a mim!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Nesta fonte, que nos sara,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Encontrei real perdão;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Minha veste fez-se clara,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purificação.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todos corre, sim!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sanadora!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Deus, me sara a mim!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Nesta fonte, que nos cura,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Deu-me Cristo, salvação;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Sã tornou minh'alma e pura,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lhe deu consolação.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todos corre, sim!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sanadora!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Deus, me sara a mim!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Vem à fonte que te cura;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Hoje vem purificar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tu'alma, que impura,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no céu não pode entrar.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 todos corre, sim!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Preciosa fonte sanadora! </a:t>
            </a:r>
            <a:br>
              <a:rPr sz="4000"/>
            </a:b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Glória a Deus, me sara a mim!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2005-10-20T02:09:11Z</dcterms:created>
  <dc:creator>Montagna</dc:creator>
  <dc:description/>
  <dc:language>pt-BR</dc:language>
  <cp:lastModifiedBy>Montagna</cp:lastModifiedBy>
  <dcterms:modified xsi:type="dcterms:W3CDTF">2005-10-20T02:13:34Z</dcterms:modified>
  <cp:revision>3</cp:revision>
  <dc:subject/>
  <dc:title>360 - A PRECIOSA FONTE</dc:title>
</cp:coreProperties>
</file>