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6220EF-CDF8-4585-9F68-79981447B2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D3388B-97CA-4B52-A50E-ABD6F5E73F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0A116B-9408-48F6-BF57-B8CF06F8ED5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188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DO CÉU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sei, muitos não podem compreender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feliz é o meu viver;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Entrar na Canaã de santo prazer,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gozo do céu para mim;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Entrar na Canaã de santo prazer,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lindos acordes celestes ouvir,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Evangelho que recebi;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Confiar em Jesus e segui-Lo aqui,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gozo do céu para mim;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Confiar em Jesus e segui-Lo aqui,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Possuir o meu ser transformado em luz Ter o ‘spírito de Jesus,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Negar a mim mesmo e tomar minha cruz,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gozo do céu para mim;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Negar a mim mesmo e tomar minha cruz,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mim.  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vida eterna, em Cristo, gozar,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é “lá de cima” buscar,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Deixar meu Jesus em minha alma reinar,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gozo do céu para mim;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Deixar meu Jesus em minh'alma reinar,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gozo do céu para mim.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2005-12-23T14:23:56Z</dcterms:created>
  <dc:creator>Junior</dc:creator>
  <dc:description/>
  <dc:language>pt-BR</dc:language>
  <cp:lastModifiedBy>Junior</cp:lastModifiedBy>
  <dcterms:modified xsi:type="dcterms:W3CDTF">2005-12-23T14:24:15Z</dcterms:modified>
  <cp:revision>1</cp:revision>
  <dc:subject/>
  <dc:title>188 O GOZO DO CÉU </dc:title>
</cp:coreProperties>
</file>