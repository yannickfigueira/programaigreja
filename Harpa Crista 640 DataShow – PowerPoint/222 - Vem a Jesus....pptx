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F7338D-FA28-417E-8CFD-35CE6901C7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E2181D-7C4B-48BF-B28E-599658605C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1C56DE-405B-4B02-A85A-BD03E0D5B5B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222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Ó PERDIDO!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Jesus; ó perdido,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 como estás;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sangue na cruz vertido,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Dar-te-á graça e paz.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sem demora;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crê no Filho de Deus!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te salva agora,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te guiar para o céu.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que demoras ainda,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 tua vida a Jesus?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quando tudo aqui finda,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há de ser tua luz?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sem demora;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crê no Filho de Deus!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te salva agora,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te guiar para o céu.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mundo quer enganar-te,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 tua alma perder,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Triste será a tua parte;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Além t'espera o sofrer.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sem demora;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crê no Filho de Deus!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te salva agora,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te guiar para o céu.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As horas passam depressa,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jamais as terás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 tua vida aqui cessa,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tua alma estará?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sem demora;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crê no Filho de Deus!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te salva agora,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te guiar para o céu.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Portas abertas aos libertos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de luz sempre estão;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os anjos assertos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ver tua entrada estarão!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sem demora;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crê no Filho de Deus!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te salva agora,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te guiar para o céu.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2005-12-23T19:27:33Z</dcterms:created>
  <dc:creator>Junior</dc:creator>
  <dc:description/>
  <dc:language>pt-BR</dc:language>
  <cp:lastModifiedBy>Junior</cp:lastModifiedBy>
  <dcterms:modified xsi:type="dcterms:W3CDTF">2005-12-23T19:27:42Z</dcterms:modified>
  <cp:revision>1</cp:revision>
  <dc:subject/>
  <dc:title>222 VEM A JESUS, Ó PERDIDO! </dc:title>
</cp:coreProperties>
</file>