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1F933C-897F-4420-911E-547D6FE576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D42379-8B86-4EE0-970E-63EE4BF7D6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60889A-398D-4444-B4F3-8BA88980CC9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DA TUA CRUZ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Senhor, sou Teu - Tua voz ouvi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chamar-me, com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Mais, de Ti, mais perto eu quero estar,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bendito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estar, ó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Leva-me, ó meu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seguir-Te só, me consagro 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Constrangido pelo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alegre, já me declaro Teu,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servir-Te a Ti,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estar, ó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Leva-me, ó meu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pura e santa delicie é,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Teus santos pés me achar,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viva e reverente fé,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Salvador falar.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estar, ó Salvador!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perto, perto da Tua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Leva-me, ó meu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2005-12-22T23:31:07Z</dcterms:created>
  <dc:creator>Junior</dc:creator>
  <dc:description/>
  <dc:language>pt-BR</dc:language>
  <cp:lastModifiedBy>Junior</cp:lastModifiedBy>
  <dcterms:modified xsi:type="dcterms:W3CDTF">2005-12-22T23:31:19Z</dcterms:modified>
  <cp:revision>1</cp:revision>
  <dc:subject/>
  <dc:title>55 MAIS PERTO DA TUA CRUZ </dc:title>
</cp:coreProperties>
</file>