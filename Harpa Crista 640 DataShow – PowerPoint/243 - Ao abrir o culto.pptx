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7A81B5-418B-44DA-8155-1FC5BAD9A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92AC95-3C43-47BA-B253-5C41C6CFFB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856F05-F459-4A5E-B9BB-185F181AD4A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243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ABRIR O CULTO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abrimos este culto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Teu nome, á Jesus Cristo!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pequeno e ao adulto,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Luz divina vem dar por ato;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Gozaremos em Tua face,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Cordeiro ressuscitadol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doçura, sim, nos enlaces,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ouvir o que nos for dado.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nos manda Tua Palavra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Teu Espírito Santo,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peito um fogo lavra,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enxuga também o pranto;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Pai, nós Te suplicamos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Nova vida pra Tua Igreja;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não tardes, pois desejamos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pureza em nós Tu vejas.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Abençoa, ó Deus Santo,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Teus servos em todo o mundo;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Abençoa o nosso canto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 vida aos moribundos;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Abençoa aos cordeirinhos,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família dos Teus amados,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ave, que no seu ninho.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seus filhos bem abrigados.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2005-12-23T20:52:18Z</dcterms:created>
  <dc:creator>Junior</dc:creator>
  <dc:description/>
  <dc:language>pt-BR</dc:language>
  <cp:lastModifiedBy>Junior</cp:lastModifiedBy>
  <dcterms:modified xsi:type="dcterms:W3CDTF">2005-12-23T20:52:29Z</dcterms:modified>
  <cp:revision>1</cp:revision>
  <dc:subject/>
  <dc:title>243 AO ABRIR O CULTO </dc:title>
</cp:coreProperties>
</file>