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D7794C-6F3D-455F-A589-4475127C65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A43E2-AA4B-4898-92D3-747DEA1470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92ABF0-D9C0-4F1F-9C8A-212732BE320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BENIGNO SALVADOR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Benigno Salvador!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Tua aprovação,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Consagra em doce amor esta feliz união,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sobre os noivos faz descer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que lhes é mister.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Fá-los em paz andar unidos no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vida aqui passar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terno e santo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Ligados no amor de Deus;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 juntos para os céus.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digna-Te reger sua casa como Rei; Seus corações manter dóceis, à Tua lei;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Livra-os de toda a tentação,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Consola-os na tribulação.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Salvador cumprir a nossa petição, Podemos descobrir nesta bendita união A sombra do celeste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salvos e seu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2005-12-23T14:54:53Z</dcterms:created>
  <dc:creator>Junior</dc:creator>
  <dc:description/>
  <dc:language>pt-BR</dc:language>
  <cp:lastModifiedBy>Junior</cp:lastModifiedBy>
  <dcterms:modified xsi:type="dcterms:W3CDTF">2005-12-23T14:55:05Z</dcterms:modified>
  <cp:revision>1</cp:revision>
  <dc:subject/>
  <dc:title>195 BENIGNO SALVADOR </dc:title>
</cp:coreProperties>
</file>