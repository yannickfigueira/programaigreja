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783258-61F3-4EE6-9722-9944587F0B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745716-8733-4DCF-BACC-F0E5D45A42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8C310C-8D1F-4220-8645-48EBF783C0C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431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CHAMA O PECADOR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chama, chama,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 com muito amor,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"Hoje vem a Mim, pecador!"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dá teu coração,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Manchado já por mal atroz;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hoje, vem! Bela ocasião!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queres vir a esta voz?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Aceitarás ao Salvador?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teu Senhor, e benfeitor;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chama já, vem sem tardar,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Aceitarás o Salvador?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Aceitarás o Salvador?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chama, chama,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 com muito amor;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"Hoje vem a Mim, pecador!"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t'esperar está Jesus,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quer te dar amor sem par;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tardes mais, vem para luz,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ouves tu Jesus chamar?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Aceitarás ao Salvador?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teu Senhor, e benfeitor;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chama já, vem sem tardar,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Aceitarás o Salvador?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Aceitarás o Salvador?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chama, chama,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 com muito amor;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"Hoje vem a Mim, pecador!"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Amanhã? Não viverás...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lavar... teu coração?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Tempo feliz tu perderás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não terás mais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Aceitarás ao Salvador?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teu Senhor, e benfeitor;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chama já, vem sem tardar,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Aceitarás o Salvador?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Aceitarás o Salvador?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2005-10-21T04:09:07Z</dcterms:created>
  <dc:creator>Montagna</dc:creator>
  <dc:description/>
  <dc:language>pt-BR</dc:language>
  <cp:lastModifiedBy>Montagna</cp:lastModifiedBy>
  <dcterms:modified xsi:type="dcterms:W3CDTF">2005-10-21T04:09:42Z</dcterms:modified>
  <cp:revision>3</cp:revision>
  <dc:subject/>
  <dc:title>431 - CRISTO CHAMA O PECADOR</dc:title>
</cp:coreProperties>
</file>