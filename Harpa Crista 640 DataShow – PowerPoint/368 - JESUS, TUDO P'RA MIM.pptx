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F4A2FC-8C4D-48FC-83CA-0893BDC931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DBF7C-41C8-4E72-A92C-CB21F1C5F3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ACB7FB-3D0B-4560-B200-981B15592B9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368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TUDO P'RA MIM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estava no pecado, perdido, triste e só;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diferença agora, Jesus de mim tem dó;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hoje só confio na graça que me deu;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 Seu amor conheço e ando para o céu.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tudo é p'ra mim,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culpa me livrou,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e paz eterna,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p'ra mim ganhou;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tudo é p'ra mim,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mostrou Seu imenso amor,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santo nome do amado Salvador!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Estou p'ra o mundo morto,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vivo p'ra Jesus;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Ele é o piloto que certo, me conduz;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Bíblia é que me ensina,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na cruz padeceu;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Comprou-me com Seu sangue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Sua paz me deu.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tudo é p'ra mim,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culpa me livrou,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e paz eterna,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p'ra mim ganhou;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tudo é p'ra mim,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mostrou Seu imenso amor,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santo nome do amado Salvador!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perto vou chegando do glorioso lar;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preparou morada, onde irei habitar,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santifica, ajuda-me a lutar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 a vil injustiça e,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mesmo me negar.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3600"/>
            </a:b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I.A.F.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tudo é p'ra mim,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culpa me livrou,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e paz eterna,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p'ra mim ganhou;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tudo é p'ra mim,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mostrou Seu imenso amor,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santo nome do amado Salvador!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2005-10-20T20:07:40Z</dcterms:created>
  <dc:creator>Montagna</dc:creator>
  <dc:description/>
  <dc:language>pt-BR</dc:language>
  <cp:lastModifiedBy>Montagna</cp:lastModifiedBy>
  <dcterms:modified xsi:type="dcterms:W3CDTF">2005-10-20T20:07:59Z</dcterms:modified>
  <cp:revision>2</cp:revision>
  <dc:subject/>
  <dc:title>368 - JESUS, TUDO P'RA MIM</dc:title>
</cp:coreProperties>
</file>