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B5FAA8-25FE-4041-B936-B89D9F1011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37B82-25E9-4A86-B897-769AB9A51B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974C36-0321-453E-9264-83FCC5C540C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336 – Oração de Elias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Elias no Carmelo orou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insistência a Deus;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Curvado ao pó, com fé clamou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chuva lá dos céus.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Chuva, manda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do Santo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 chuva forte, Salvador: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lgreja faz descer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de poder.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Vai, servo meu, do monte olhar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nuvens negras vêm;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pode agora Deus mandar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a nós também.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Chuva, manda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do Santo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 chuva forte, Salvador: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lgreja faz descer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de poder.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Uma nuvem surge qual uma mão,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horizonte além,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longe ouve-se um trovão: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muita chuva vem.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Chuva, manda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do Santo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 chuva forte, Salvador: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lgreja faz descer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de poder.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crente frio, vai buscar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Deus em 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tua vida consagrar,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receber a unção.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Chuva, manda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do Santo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 chuva forte, Salvador: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lgreja faz descer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chuva de poder.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2005-12-26T18:49:46Z</dcterms:created>
  <dc:creator>Junior</dc:creator>
  <dc:description/>
  <dc:language>pt-BR</dc:language>
  <cp:lastModifiedBy>Junior</cp:lastModifiedBy>
  <dcterms:modified xsi:type="dcterms:W3CDTF">2005-12-26T18:49:47Z</dcterms:modified>
  <cp:revision>1</cp:revision>
  <dc:subject/>
  <dc:title>336 – Oração de Elias </dc:title>
</cp:coreProperties>
</file>