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54D27A-79F6-42E1-B2FA-2D1F4C4CF2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C26F37-D33D-4D33-9EA7-06830ACD84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AD8D4E-46B5-46D7-B688-BD14F0FEA1E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453 – Deus é o Mesmo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Como é bom dos tempos primitivos lembrar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dos avivamentos de que ouvimos falar;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quer nos dar mais fervor espiritual,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Seu povo mandar o poder pentecostal.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Deus é o mesmo hoje como então,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cura, batiza, e nos dá salvação.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Abundante é aqui a vida espiritual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que recebem poder pentecostal!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Como é bom dos crentes primitivos lembrar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ferventes orações, o seu alegre cantar,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os ouviu e sempre os livrou do mal,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também os encheu de poder pentecostal!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Deus é o mesmo hoje como então,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cura, batiza, e nos dá salvação.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Abundante é aqui a vida espiritual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que recebem poder pentecostal!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Alguns dizem: "Mudado tudo hoje está".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eu sei que meu Deus nunca jamais mudará;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permanecerá qual farol eternal,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Enviando ao Seu povo poder pentecostal!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Deus é o mesmo hoje como então,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cura, batiza, e nos dá salvação.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Abundante é aqui a vida espiritual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que recebem poder pentecostal!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2005-12-26T15:23:04Z</dcterms:created>
  <dc:creator>Junior</dc:creator>
  <dc:description/>
  <dc:language>pt-BR</dc:language>
  <cp:lastModifiedBy>Junior</cp:lastModifiedBy>
  <dcterms:modified xsi:type="dcterms:W3CDTF">2005-12-26T15:23:07Z</dcterms:modified>
  <cp:revision>1</cp:revision>
  <dc:subject/>
  <dc:title>453 – Deus é o Mesmo </dc:title>
</cp:coreProperties>
</file>