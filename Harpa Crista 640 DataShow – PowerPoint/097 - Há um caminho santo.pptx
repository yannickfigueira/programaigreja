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9D1126-7466-4A63-9ABF-F4E4FBAA30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18BBB9-04AF-479E-95D0-56BEF1DD9E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E5B322-9A5E-4E3D-AE6E-70FC09C192A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97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CAMINHO SANTO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caminho santo, ao céu de plena luz,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vezes espinhoso, à glória nos conduz;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caminho certo pra todo pecador;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o Salvador,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o Salvador.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paz inabalável pra quem está na luz;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preço incomparável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Comprou-me a mim Jesus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do Pai amado minh'alma satisfaz,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minha paz,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minha paz.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poder que sara o triste coração, Que dá alívio à alma, paz e consolação,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guarda minha veste, também,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nívea luz;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 de meu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 de meu Jesus! 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fim glorioso, além do escuro véu;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fim do espinhoso caminho está o céu;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quando for tirado o véu da escuridão, Verei Jesus, então,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Verei Jesus, então.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2005-12-23T10:14:01Z</dcterms:created>
  <dc:creator>Junior</dc:creator>
  <dc:description/>
  <dc:language>pt-BR</dc:language>
  <cp:lastModifiedBy>Junior</cp:lastModifiedBy>
  <dcterms:modified xsi:type="dcterms:W3CDTF">2005-12-23T10:14:11Z</dcterms:modified>
  <cp:revision>1</cp:revision>
  <dc:subject/>
  <dc:title>97 HÁ UM CAMINHO SANTO </dc:title>
</cp:coreProperties>
</file>