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40E78B-27DF-4C84-BC10-500D2343C8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228FD1-8FB8-4805-A98B-1587631E32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3465B0-5EE8-499C-93B2-34E0F4B00A9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377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PROMESSAS QUE NÃO FALHAM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Deus as santas promessas,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se cumprirão.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que a Deus sempre peças,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Crendo de coração.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e céus ardendo,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montes `stão tremendo,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Mas, nas promessas crendo,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sempre as vai cumprir!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Contando Abraão as estrelas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vastidão dos céus,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Vendo-as brilhantes, tão belas!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Creu inda mais em Deus!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e céus ardendo,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montes `stão tremendo,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Mas, nas promessas crendo,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sempre as vai cumprir!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tens em ti amargura,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Firma-te, sim, em Deus,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Breve, a noite escura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de findar p'ros Seus.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e céus ardendo,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montes `stão tremendo,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Mas, nas promessas crendo,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sempre as vai cumprir!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fores tu perseguido,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Deus te livrará;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Filho de Deus, o Ungido,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ti combaterá.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e céus ardendo,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montes `stão tremendo,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Mas, nas promessas crendo,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sempre as vai cumprir!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os teus se tornam inimigos,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Querem te abandonar,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Cristo, o melhor dos amigos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 ao teu lado estar.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e céus ardendo,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montes `stão tremendo,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Mas, nas promessas crendo,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sempre as vai cumprir!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Crê, pois a fé alivia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sofrimento e dor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nas promessas confia,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dará louvor!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br>
              <a:rPr sz="1600"/>
            </a:b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Terra e céus ardendo,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montes `stão tremendo,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Mas, nas promessas crendo, 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sempre as vai cumprir!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2005-10-20T20:25:06Z</dcterms:created>
  <dc:creator>Montagna</dc:creator>
  <dc:description/>
  <dc:language>pt-BR</dc:language>
  <cp:lastModifiedBy>Montagna</cp:lastModifiedBy>
  <dcterms:modified xsi:type="dcterms:W3CDTF">2005-10-20T20:25:15Z</dcterms:modified>
  <cp:revision>2</cp:revision>
  <dc:subject/>
  <dc:title>377 - AS PROMESSAS QUE NÃO FALHAM</dc:title>
</cp:coreProperties>
</file>