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DD3917-AA06-494B-9ACB-8BA516C25A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47D7EB-566E-4F8E-B1B2-CB21487A36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8E20A2-3731-49BF-B9D7-4196B85A8EE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517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DIVINA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hoje vai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podes crer, se podes crer.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tem virtude e graça sem par,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curar teu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Vem, para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Crê, crê, que hás de 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divina se manifestar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fraco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Crendo em Cristo irás receber.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do céu, cura do céu;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tem ‘inda o mesmo poder,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poder de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Vem, para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Crê, crê, que hás de 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divina se manifestar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fraco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poderoso é Cristo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te curar, pra te curar.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Todas as doenças cravou sobre 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te sarar!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Vem, para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Crê, crê, que hás de 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divina se manifestar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fraco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“Não te hei dito: Se creres em Mim,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hás de ver, que hás de 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divina manando enfim,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puderes crer!”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Vem, para te 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Crê, crê, que hás de 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Cura divina se manifestar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fraco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2005-12-24T11:26:41Z</dcterms:created>
  <dc:creator>Junior</dc:creator>
  <dc:description/>
  <dc:language>pt-BR</dc:language>
  <cp:lastModifiedBy>Junior</cp:lastModifiedBy>
  <dcterms:modified xsi:type="dcterms:W3CDTF">2005-12-24T11:26:55Z</dcterms:modified>
  <cp:revision>1</cp:revision>
  <dc:subject/>
  <dc:title>517 CURA DIVINA </dc:title>
</cp:coreProperties>
</file>