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2920F4-8817-44AF-BAC7-5D25D2DBA4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57DCFE-82A7-4A52-A60B-F036A9F263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8DEDDF-BA2E-40EB-929E-88C4FAF6251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A LUZ DO MUNDO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perdido em pecado se achou, Jesus é a luz do mundo;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nas densas trevas a glória brilhou, Jesus é a luz do mundo! 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para a luz, não queiras perder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Perfeita paz, dum novo viver: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cego fui, mas Já posso ver,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a luz do mundo!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trevas do mundo já temos Betel, Jesus é a luz do mundo,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Irás pela luz se tu fores fiel,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a luz do mundo!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para a luz, não queiras perder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Perfeita paz, dum novo viver: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cego fui, mas Já posso ver,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a luz do mundo!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cegos e presos no vale de horror, Jesus é a luz do mundo,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manda chamar-vos a ver Seu fulgor, Jesus é a luz do mundo! 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para a luz, não queiras perder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Perfeita paz, dum novo viver: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cego fui, mas Já posso ver,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a luz do mundo!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sol, nem luzeiros no mundo haverá Jesus é a luz do mundo,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do Seu rosto ali brilhará,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a luz do mundo!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para a luz, não queiras perder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Perfeita paz, dum novo viver: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cego fui, mas Já posso ver,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a luz do mundo!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2005-12-23T21:30:45Z</dcterms:created>
  <dc:creator>Junior</dc:creator>
  <dc:description/>
  <dc:language>pt-BR</dc:language>
  <cp:lastModifiedBy>Junior</cp:lastModifiedBy>
  <dcterms:modified xsi:type="dcterms:W3CDTF">2005-12-23T21:30:54Z</dcterms:modified>
  <cp:revision>1</cp:revision>
  <dc:subject/>
  <dc:title>274 JESUS É A LUZ DO MUNDO </dc:title>
</cp:coreProperties>
</file>