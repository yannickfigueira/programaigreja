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9F5261-54A3-4671-8328-B1E4569EAE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123FDD-7885-4E98-91F1-79EB10E562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D4F67F1-C535-41E8-93CB-DEECEAEB22B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62120" y="1981080"/>
            <a:ext cx="7696080" cy="161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139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MEU ETERNO REDENTOR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o Filho de Deus é descido do céu;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obra perfeita na cruz consumou;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ali Sua carne, rasgada qual véu,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Vivo caminho para o céu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consagrou.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meu eterno Redentor!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lá remido estou;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paz, poder consolador;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Vivo contente, pois Ele me amou.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Adão, o pecado no mundo entrou;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Ninguém dessa lei se podia libertar;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o Filho do homem por nós triunfou,</a:t>
            </a:r>
            <a:br>
              <a:rPr sz="3800"/>
            </a:b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podemos do mal ressuscitar.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meu eterno Redentor!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lá remido estou;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paz, poder consolador;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Vivo contente, pois Ele me amou.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inferno, que paga aos maus,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de dar,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medo da morte, esse dardo cruel,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abismo eterno te pode salvar,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Jesus Cristo, o bom Emanuel.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meu eterno Redentor!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lá remido estou;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paz, poder consolador;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Vivo contente, pois Ele me amou.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alegres buscamos a pátria de amor,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qual Deus no céu para nós preparou, Onde sempre veremos o nosso Senhor,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Jesus, que do mal nos libertou.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meu eterno Redentor!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Seu sangue lá remido estou;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paz, poder consolador;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Vivo contente, pois Ele me amou.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2005-12-23T12:04:27Z</dcterms:created>
  <dc:creator>Junior</dc:creator>
  <dc:description/>
  <dc:language>pt-BR</dc:language>
  <cp:lastModifiedBy>Junior</cp:lastModifiedBy>
  <dcterms:modified xsi:type="dcterms:W3CDTF">2005-12-23T12:04:41Z</dcterms:modified>
  <cp:revision>1</cp:revision>
  <dc:subject/>
  <dc:title>139 JESUS, MEU ETERNO REDENTOR </dc:title>
</cp:coreProperties>
</file>