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D7F45-4EBE-4685-8486-461F8284F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2B867-66FD-4D0C-8836-54ADB02C93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16F911-AB75-4EA4-9F2A-652CC4E9DDD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436 – Crentes, Cantai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Crentes, cantai e entoai louvores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Senhor, ao nosso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de bondade infinita, imensa, Criador da terra e céus;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com poder tão vasto e eficaz,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Deu-nos salvação e plena paz.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e louvor ao Deus de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fervor, sinceramente,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Pai onipotente!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glória tributemos,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Salvador,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 louvores entoemos;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bom Consolador,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louvor demos também;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a Trindade para sempre, Amém.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Crentes, cantai e entoei louvares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o Salvador,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amou e nos salvou p'ra sempre,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poder do tentador,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Jesus, autor da salvação,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honra, glória e adoração,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e louvor ao Salvador,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vigor, ardentemente,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Filho onisciente!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glória tributemos,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Salvador,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 louvores entoemos;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bom Consolador,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louvor demos também;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a Trindade para sempre, Amém.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Crentes, cantai e entoei louvores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divino Preceptor,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mandou Cristo, já exaltado, Pela destra do Senhor;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louvei ao bom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enche de fervente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e louvor ao instruidor,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ardor, e um lindo canto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 ao Espírito Santo!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glória tributemos,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Salvador,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 louvores entoemos;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bom Consolador,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louvor demos também;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a Trindade para sempre, Amém.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2005-12-26T16:07:26Z</dcterms:created>
  <dc:creator>Junior</dc:creator>
  <dc:description/>
  <dc:language>pt-BR</dc:language>
  <cp:lastModifiedBy>User041</cp:lastModifiedBy>
  <dcterms:modified xsi:type="dcterms:W3CDTF">2006-11-26T18:33:37Z</dcterms:modified>
  <cp:revision>2</cp:revision>
  <dc:subject/>
  <dc:title>436 – Crentes, Cantai </dc:title>
</cp:coreProperties>
</file>