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media/image1.jpeg" ContentType="image/jpeg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8.xml.rels" ContentType="application/vnd.openxmlformats-package.relationships+xml"/>
  <Override PartName="/ppt/slides/_rels/slide9.xml.rels" ContentType="application/vnd.openxmlformats-package.relationships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18A1634-94DD-4DB2-AE43-F3D739113263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9FF2FAE-7742-4AFF-921C-3F826049D0F6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jpeg"/><Relationship Id="rId3" Type="http://schemas.openxmlformats.org/officeDocument/2006/relationships/slideLayout" Target="../slideLayouts/slideLayout1.xml"/><Relationship Id="rId4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2500" lnSpcReduction="9999"/>
          </a:bodyPr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&lt;data/hora&gt;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38EC3C1D-72D9-434A-9952-C99969DB5153}" type="slidenum"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&lt;número&gt;</a:t>
            </a:fld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3"/>
    <p:sldLayoutId id="2147483650" r:id="rId4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2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2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2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2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610920" y="1557000"/>
            <a:ext cx="7846920" cy="20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pt-BR" sz="4000" strike="noStrike" u="none">
                <a:solidFill>
                  <a:srgbClr val="fff8eb"/>
                </a:solidFill>
                <a:effectLst/>
                <a:uFillTx/>
                <a:latin typeface="Arial"/>
              </a:rPr>
              <a:t>129</a:t>
            </a:r>
            <a:br>
              <a:rPr sz="4000"/>
            </a:br>
            <a:r>
              <a:rPr b="1" lang="pt-BR" sz="4000" strike="noStrike" u="none">
                <a:solidFill>
                  <a:srgbClr val="fff8eb"/>
                </a:solidFill>
                <a:effectLst/>
                <a:uFillTx/>
                <a:latin typeface="Arial"/>
              </a:rPr>
              <a:t>A FONTE SALVADORA</a:t>
            </a:r>
            <a:br>
              <a:rPr sz="4000"/>
            </a:b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0" y="692280"/>
            <a:ext cx="9144000" cy="4233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4400" strike="noStrike" u="none">
                <a:solidFill>
                  <a:srgbClr val="fff8eb"/>
                </a:solidFill>
                <a:effectLst/>
                <a:uFillTx/>
                <a:latin typeface="Arial"/>
              </a:rPr>
              <a:t>Ó pecador, vem à fonte, </a:t>
            </a:r>
            <a:br>
              <a:rPr sz="4400"/>
            </a:br>
            <a:r>
              <a:rPr b="0" lang="en-US" sz="4400" strike="noStrike" u="none">
                <a:solidFill>
                  <a:srgbClr val="fff8eb"/>
                </a:solidFill>
                <a:effectLst/>
                <a:uFillTx/>
                <a:latin typeface="Arial"/>
              </a:rPr>
              <a:t>Com o teu fardo de dor, </a:t>
            </a:r>
            <a:br>
              <a:rPr sz="4400"/>
            </a:br>
            <a:r>
              <a:rPr b="0" lang="en-US" sz="4400" strike="noStrike" u="none">
                <a:solidFill>
                  <a:srgbClr val="fff8eb"/>
                </a:solidFill>
                <a:effectLst/>
                <a:uFillTx/>
                <a:latin typeface="Arial"/>
              </a:rPr>
              <a:t>Vem sepultá-lo nas águas; </a:t>
            </a:r>
            <a:br>
              <a:rPr sz="4400"/>
            </a:br>
            <a:r>
              <a:rPr b="0" lang="en-US" sz="4400" strike="noStrike" u="none">
                <a:solidFill>
                  <a:srgbClr val="fff8eb"/>
                </a:solidFill>
                <a:effectLst/>
                <a:uFillTx/>
                <a:latin typeface="Arial"/>
              </a:rPr>
              <a:t>Paz acharás no Senhor.</a:t>
            </a:r>
            <a:br>
              <a:rPr sz="4400"/>
            </a:b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0" y="274320"/>
            <a:ext cx="9144000" cy="5025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000" strike="noStrike" u="none">
                <a:solidFill>
                  <a:srgbClr val="fff8eb"/>
                </a:solidFill>
                <a:effectLst/>
                <a:uFillTx/>
                <a:latin typeface="Arial"/>
              </a:rPr>
              <a:t>Depressa vem, depressa vem!</a:t>
            </a:r>
            <a:br>
              <a:rPr sz="4000"/>
            </a:br>
            <a:r>
              <a:rPr b="1" i="1" lang="en-US" sz="4000" strike="noStrike" u="none">
                <a:solidFill>
                  <a:srgbClr val="fff8eb"/>
                </a:solidFill>
                <a:effectLst/>
                <a:uFillTx/>
                <a:latin typeface="Arial"/>
              </a:rPr>
              <a:t>Um só instante não queiras perder; Jesus espera salvar-te;</a:t>
            </a:r>
            <a:br>
              <a:rPr sz="4000"/>
            </a:br>
            <a:r>
              <a:rPr b="1" i="1" lang="en-US" sz="4000" strike="noStrike" u="none">
                <a:solidFill>
                  <a:srgbClr val="fff8eb"/>
                </a:solidFill>
                <a:effectLst/>
                <a:uFillTx/>
                <a:latin typeface="Arial"/>
              </a:rPr>
              <a:t>Mercê p'ra ti, Ele tem.</a:t>
            </a:r>
            <a:br>
              <a:rPr sz="4000"/>
            </a:b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0" y="404640"/>
            <a:ext cx="9144000" cy="4739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4400" strike="noStrike" u="none">
                <a:solidFill>
                  <a:srgbClr val="fff8eb"/>
                </a:solidFill>
                <a:effectLst/>
                <a:uFillTx/>
                <a:latin typeface="Arial"/>
              </a:rPr>
              <a:t>Como estás, vem à fonte, </a:t>
            </a:r>
            <a:br>
              <a:rPr sz="4400"/>
            </a:br>
            <a:r>
              <a:rPr b="0" lang="en-US" sz="4400" strike="noStrike" u="none">
                <a:solidFill>
                  <a:srgbClr val="fff8eb"/>
                </a:solidFill>
                <a:effectLst/>
                <a:uFillTx/>
                <a:latin typeface="Arial"/>
              </a:rPr>
              <a:t>Jesus esperando está; </a:t>
            </a:r>
            <a:br>
              <a:rPr sz="4400"/>
            </a:br>
            <a:r>
              <a:rPr b="0" lang="en-US" sz="4400" strike="noStrike" u="none">
                <a:solidFill>
                  <a:srgbClr val="fff8eb"/>
                </a:solidFill>
                <a:effectLst/>
                <a:uFillTx/>
                <a:latin typeface="Arial"/>
              </a:rPr>
              <a:t>E tua alma manchada </a:t>
            </a:r>
            <a:br>
              <a:rPr sz="4400"/>
            </a:br>
            <a:r>
              <a:rPr b="0" lang="en-US" sz="4400" strike="noStrike" u="none">
                <a:solidFill>
                  <a:srgbClr val="fff8eb"/>
                </a:solidFill>
                <a:effectLst/>
                <a:uFillTx/>
                <a:latin typeface="Arial"/>
              </a:rPr>
              <a:t>Alva e pura será.</a:t>
            </a:r>
            <a:br>
              <a:rPr sz="4400"/>
            </a:b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0" y="620280"/>
            <a:ext cx="9144000" cy="4753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000" strike="noStrike" u="none">
                <a:solidFill>
                  <a:srgbClr val="fff8eb"/>
                </a:solidFill>
                <a:effectLst/>
                <a:uFillTx/>
                <a:latin typeface="Arial"/>
              </a:rPr>
              <a:t>Depressa vem, depressa vem!</a:t>
            </a:r>
            <a:br>
              <a:rPr sz="4000"/>
            </a:br>
            <a:r>
              <a:rPr b="1" i="1" lang="en-US" sz="4000" strike="noStrike" u="none">
                <a:solidFill>
                  <a:srgbClr val="fff8eb"/>
                </a:solidFill>
                <a:effectLst/>
                <a:uFillTx/>
                <a:latin typeface="Arial"/>
              </a:rPr>
              <a:t>Um só instante não queiras perder; Jesus espera salvar-te;</a:t>
            </a:r>
            <a:br>
              <a:rPr sz="4000"/>
            </a:br>
            <a:r>
              <a:rPr b="1" i="1" lang="en-US" sz="4000" strike="noStrike" u="none">
                <a:solidFill>
                  <a:srgbClr val="fff8eb"/>
                </a:solidFill>
                <a:effectLst/>
                <a:uFillTx/>
                <a:latin typeface="Arial"/>
              </a:rPr>
              <a:t>Mercê p'ra ti, Ele tem.</a:t>
            </a:r>
            <a:br>
              <a:rPr sz="4000"/>
            </a:b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0" y="549360"/>
            <a:ext cx="9144000" cy="4667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4400" strike="noStrike" u="none">
                <a:solidFill>
                  <a:srgbClr val="fff8eb"/>
                </a:solidFill>
                <a:effectLst/>
                <a:uFillTx/>
                <a:latin typeface="Arial"/>
              </a:rPr>
              <a:t>O Salvador não despreza </a:t>
            </a:r>
            <a:br>
              <a:rPr sz="4400"/>
            </a:br>
            <a:r>
              <a:rPr b="0" lang="en-US" sz="4400" strike="noStrike" u="none">
                <a:solidFill>
                  <a:srgbClr val="fff8eb"/>
                </a:solidFill>
                <a:effectLst/>
                <a:uFillTx/>
                <a:latin typeface="Arial"/>
              </a:rPr>
              <a:t>Quem, arrependido, crer.</a:t>
            </a:r>
            <a:br>
              <a:rPr sz="4400"/>
            </a:br>
            <a:r>
              <a:rPr b="0" lang="en-US" sz="4400" strike="noStrike" u="none">
                <a:solidFill>
                  <a:srgbClr val="fff8eb"/>
                </a:solidFill>
                <a:effectLst/>
                <a:uFillTx/>
                <a:latin typeface="Arial"/>
              </a:rPr>
              <a:t>A vida eterna esperando </a:t>
            </a:r>
            <a:br>
              <a:rPr sz="4400"/>
            </a:br>
            <a:r>
              <a:rPr b="0" lang="en-US" sz="4400" strike="noStrike" u="none">
                <a:solidFill>
                  <a:srgbClr val="fff8eb"/>
                </a:solidFill>
                <a:effectLst/>
                <a:uFillTx/>
                <a:latin typeface="Arial"/>
              </a:rPr>
              <a:t>De Suas mãos receber.</a:t>
            </a:r>
            <a:br>
              <a:rPr sz="4400"/>
            </a:b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0" y="691920"/>
            <a:ext cx="9144000" cy="4608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000" strike="noStrike" u="none">
                <a:solidFill>
                  <a:srgbClr val="fff8eb"/>
                </a:solidFill>
                <a:effectLst/>
                <a:uFillTx/>
                <a:latin typeface="Arial"/>
              </a:rPr>
              <a:t>Depressa vem, depressa vem!</a:t>
            </a:r>
            <a:br>
              <a:rPr sz="4000"/>
            </a:br>
            <a:r>
              <a:rPr b="1" i="1" lang="en-US" sz="4000" strike="noStrike" u="none">
                <a:solidFill>
                  <a:srgbClr val="fff8eb"/>
                </a:solidFill>
                <a:effectLst/>
                <a:uFillTx/>
                <a:latin typeface="Arial"/>
              </a:rPr>
              <a:t>Um só instante não queiras perder; Jesus espera salvar-te;</a:t>
            </a:r>
            <a:br>
              <a:rPr sz="4000"/>
            </a:br>
            <a:r>
              <a:rPr b="1" i="1" lang="en-US" sz="4000" strike="noStrike" u="none">
                <a:solidFill>
                  <a:srgbClr val="fff8eb"/>
                </a:solidFill>
                <a:effectLst/>
                <a:uFillTx/>
                <a:latin typeface="Arial"/>
              </a:rPr>
              <a:t>Mercê p'ra ti, Ele tem.</a:t>
            </a:r>
            <a:br>
              <a:rPr sz="4000"/>
            </a:b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0" y="691920"/>
            <a:ext cx="9144000" cy="4738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4400" strike="noStrike" u="none">
                <a:solidFill>
                  <a:srgbClr val="fff8eb"/>
                </a:solidFill>
                <a:effectLst/>
                <a:uFillTx/>
                <a:latin typeface="Arial"/>
              </a:rPr>
              <a:t>Vem ser curado na fonte;</a:t>
            </a:r>
            <a:br>
              <a:rPr sz="4400"/>
            </a:br>
            <a:r>
              <a:rPr b="0" lang="en-US" sz="4400" strike="noStrike" u="none">
                <a:solidFill>
                  <a:srgbClr val="fff8eb"/>
                </a:solidFill>
                <a:effectLst/>
                <a:uFillTx/>
                <a:latin typeface="Arial"/>
              </a:rPr>
              <a:t>Jesus a paz te quer dar;</a:t>
            </a:r>
            <a:br>
              <a:rPr sz="4400"/>
            </a:br>
            <a:r>
              <a:rPr b="0" lang="en-US" sz="4400" strike="noStrike" u="none">
                <a:solidFill>
                  <a:srgbClr val="fff8eb"/>
                </a:solidFill>
                <a:effectLst/>
                <a:uFillTx/>
                <a:latin typeface="Arial"/>
              </a:rPr>
              <a:t>Vem, humilhado e contrito,</a:t>
            </a:r>
            <a:br>
              <a:rPr sz="4400"/>
            </a:br>
            <a:r>
              <a:rPr b="0" lang="en-US" sz="4400" strike="noStrike" u="none">
                <a:solidFill>
                  <a:srgbClr val="fff8eb"/>
                </a:solidFill>
                <a:effectLst/>
                <a:uFillTx/>
                <a:latin typeface="Arial"/>
              </a:rPr>
              <a:t>Tua alma purificar.</a:t>
            </a:r>
            <a:r>
              <a:rPr b="0" lang="en-US" sz="4400" strike="noStrike" u="none">
                <a:solidFill>
                  <a:srgbClr val="fff8eb"/>
                </a:solidFill>
                <a:effectLst/>
                <a:uFillTx/>
                <a:latin typeface="Arial"/>
              </a:rPr>
              <a:t>	</a:t>
            </a:r>
            <a:br>
              <a:rPr sz="4400"/>
            </a:br>
            <a:br>
              <a:rPr sz="4400"/>
            </a:br>
            <a:r>
              <a:rPr b="0" lang="en-US" sz="4400" strike="noStrike" u="none">
                <a:solidFill>
                  <a:srgbClr val="fff8eb"/>
                </a:solidFill>
                <a:effectLst/>
                <a:uFillTx/>
                <a:latin typeface="Arial"/>
              </a:rPr>
              <a:t>	</a:t>
            </a:r>
            <a:r>
              <a:rPr b="0" lang="en-US" sz="4400" strike="noStrike" u="none">
                <a:solidFill>
                  <a:srgbClr val="fff8eb"/>
                </a:solidFill>
                <a:effectLst/>
                <a:uFillTx/>
                <a:latin typeface="Arial"/>
              </a:rPr>
              <a:t>	</a:t>
            </a:r>
            <a:r>
              <a:rPr b="0" lang="en-US" sz="4400" strike="noStrike" u="none">
                <a:solidFill>
                  <a:srgbClr val="fff8eb"/>
                </a:solidFill>
                <a:effectLst/>
                <a:uFillTx/>
                <a:latin typeface="Arial"/>
              </a:rPr>
              <a:t>	</a:t>
            </a:r>
            <a:r>
              <a:rPr b="0" lang="en-US" sz="4400" strike="noStrike" u="none">
                <a:solidFill>
                  <a:srgbClr val="fff8eb"/>
                </a:solidFill>
                <a:effectLst/>
                <a:uFillTx/>
                <a:latin typeface="Arial"/>
              </a:rPr>
              <a:t>	</a:t>
            </a:r>
            <a:r>
              <a:rPr b="0" lang="en-US" sz="4400" strike="noStrike" u="none">
                <a:solidFill>
                  <a:srgbClr val="fff8eb"/>
                </a:solidFill>
                <a:effectLst/>
                <a:uFillTx/>
                <a:latin typeface="Arial"/>
              </a:rPr>
              <a:t>	</a:t>
            </a:r>
            <a:r>
              <a:rPr b="0" lang="en-US" sz="4400" strike="noStrike" u="none">
                <a:solidFill>
                  <a:srgbClr val="fff8eb"/>
                </a:solidFill>
                <a:effectLst/>
                <a:uFillTx/>
                <a:latin typeface="Arial"/>
              </a:rPr>
              <a:t>	</a:t>
            </a:r>
            <a:r>
              <a:rPr b="0" lang="en-US" sz="4400" strike="noStrike" u="none">
                <a:solidFill>
                  <a:srgbClr val="fff8eb"/>
                </a:solidFill>
                <a:effectLst/>
                <a:uFillTx/>
                <a:latin typeface="Arial"/>
              </a:rPr>
              <a:t>	</a:t>
            </a:r>
            <a:r>
              <a:rPr b="0" lang="en-US" sz="4400" strike="noStrike" u="none">
                <a:solidFill>
                  <a:srgbClr val="fff8eb"/>
                </a:solidFill>
                <a:effectLst/>
                <a:uFillTx/>
                <a:latin typeface="Arial"/>
              </a:rPr>
              <a:t>	</a:t>
            </a:r>
            <a:r>
              <a:rPr b="0" lang="en-US" sz="1800" strike="noStrike" u="none">
                <a:solidFill>
                  <a:srgbClr val="fff8eb"/>
                </a:solidFill>
                <a:effectLst/>
                <a:uFillTx/>
                <a:latin typeface="Arial"/>
              </a:rPr>
              <a:t>A.S.</a:t>
            </a:r>
            <a:br>
              <a:rPr sz="1800"/>
            </a:b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0" y="475920"/>
            <a:ext cx="9144000" cy="4753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000" strike="noStrike" u="none">
                <a:solidFill>
                  <a:srgbClr val="fff8eb"/>
                </a:solidFill>
                <a:effectLst/>
                <a:uFillTx/>
                <a:latin typeface="Arial"/>
              </a:rPr>
              <a:t>Depressa vem, depressa vem!</a:t>
            </a:r>
            <a:br>
              <a:rPr sz="4000"/>
            </a:br>
            <a:r>
              <a:rPr b="1" i="1" lang="en-US" sz="4000" strike="noStrike" u="none">
                <a:solidFill>
                  <a:srgbClr val="fff8eb"/>
                </a:solidFill>
                <a:effectLst/>
                <a:uFillTx/>
                <a:latin typeface="Arial"/>
              </a:rPr>
              <a:t>Um só instante não queiras perder; </a:t>
            </a:r>
            <a:br>
              <a:rPr sz="4000"/>
            </a:br>
            <a:r>
              <a:rPr b="1" i="1" lang="en-US" sz="4000" strike="noStrike" u="none">
                <a:solidFill>
                  <a:srgbClr val="fff8eb"/>
                </a:solidFill>
                <a:effectLst/>
                <a:uFillTx/>
                <a:latin typeface="Arial"/>
              </a:rPr>
              <a:t>Jesus espera salvar-te;</a:t>
            </a:r>
            <a:br>
              <a:rPr sz="4000"/>
            </a:br>
            <a:r>
              <a:rPr b="1" i="1" lang="en-US" sz="4000" strike="noStrike" u="none">
                <a:solidFill>
                  <a:srgbClr val="fff8eb"/>
                </a:solidFill>
                <a:effectLst/>
                <a:uFillTx/>
                <a:latin typeface="Arial"/>
              </a:rPr>
              <a:t>Mercê p'ra ti, Ele tem.</a:t>
            </a:r>
            <a:br>
              <a:rPr sz="4000"/>
            </a:b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</TotalTime>
  <Application>LibreOffice/25.2.6.1$Windows_X86_64 LibreOffice_project/13f8d05e475a6b6572cdd8fe3af1421c659c51c2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2005-10-16T00:10:50Z</dcterms:created>
  <dc:creator>Montagna</dc:creator>
  <dc:description/>
  <dc:language>pt-BR</dc:language>
  <cp:lastModifiedBy>Junior</cp:lastModifiedBy>
  <dcterms:modified xsi:type="dcterms:W3CDTF">2005-10-16T21:52:01Z</dcterms:modified>
  <cp:revision>3</cp:revision>
  <dc:subject/>
  <dc:title>129 - A FONTE SALVADORA </dc:title>
</cp:coreProperties>
</file>