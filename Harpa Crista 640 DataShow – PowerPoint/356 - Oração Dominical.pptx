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9810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6B2265-3E3B-4D4A-8C39-6534E5C6C5F9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67652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82585F-A730-45B0-9C56-C31347661C39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372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356 – Oração Dominical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 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Ó nosso Pai que estás no céu,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Do universo o benfeitor;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Santificado seja o nome Teu,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 glorioso Deus de amor!  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 reino Teu, venha com poder, Conforme o anúncio Teu;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seja feito sempre Teu querer,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Na terra, como lá no céu.  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cada dia o nosso pão,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Dá-nos Senhor, e sem faltar;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nossas almas que sedentas estão, Vem para sempre saciar.  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Vem perdoar nossas faltas, vem,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Pai glorioso eterna!;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Pois perdoado temos nós, também,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Os que a nós fizeram mal.  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Da tentação queiras nos livrar,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do mal nos afastar bem,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Pois Te pertence o céu, a terra e o mar. </a:t>
            </a:r>
            <a:br>
              <a:rPr sz="4000"/>
            </a:br>
            <a:r>
              <a:rPr b="0" i="1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 reino para sempre, amém!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2005-12-26T19:36:20Z</dcterms:created>
  <dc:creator>Junior</dc:creator>
  <dc:description/>
  <dc:language>pt-BR</dc:language>
  <cp:lastModifiedBy>Junior</cp:lastModifiedBy>
  <dcterms:modified xsi:type="dcterms:W3CDTF">2006-02-04T18:42:16Z</dcterms:modified>
  <cp:revision>3</cp:revision>
  <dc:subject/>
  <dc:title>356 – Oração Dominical </dc:title>
</cp:coreProperties>
</file>