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2272C8-9524-443B-A89D-2E7B4D4A0D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31147B-3279-4453-9F8D-AEA1EF9478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F9DA9C-EAF8-48A5-A2F4-516041F00B9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362320"/>
            <a:ext cx="9144000" cy="121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173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SANTOS LOUVAM AO SENHOR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Pronto 'stamos p’ra louvar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Salvador, Glória a Jesus e aleluia!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havemos de cantar ao nosso Redentor, Glória a Jesus e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Têm os santos do Senhor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direito de cantar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Jesus, com grande amor,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Veio à terra p ‘ra salvar;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alma resgatou,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nos lavou;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Jesus e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certeza temos já da nossa redenção, Glória a Jesus e aleluia!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cantando, vamos indo p’ra feliz Sião; Glória a Jesus e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Têm os santos do Senhor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direito de cantar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Jesus, com grande amor,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Veio à terra p ‘ra salvar;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alma resgatou,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nos lavou;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Jesus e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Temos firmes as promessas que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nos quis 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Jesus e aleluia!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Jesus, aqui,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Podemos sempre triunfar,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Jesus e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Têm os santos do Senhor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poder de exaltar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Salvador,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veio resgatar;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vivemos pela fé,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palácio do que “É”;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Jesus.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2005-12-23T13:11:17Z</dcterms:created>
  <dc:creator>Junior</dc:creator>
  <dc:description/>
  <dc:language>pt-BR</dc:language>
  <cp:lastModifiedBy>Junior</cp:lastModifiedBy>
  <dcterms:modified xsi:type="dcterms:W3CDTF">2005-12-23T13:11:26Z</dcterms:modified>
  <cp:revision>1</cp:revision>
  <dc:subject/>
  <dc:title> 173 OS SANTOS LOUVAM AO SENHOR</dc:title>
</cp:coreProperties>
</file>