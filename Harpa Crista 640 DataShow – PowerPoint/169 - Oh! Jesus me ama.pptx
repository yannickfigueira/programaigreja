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EDAA8A-25CB-4662-BDE0-63CECB4989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F36B97-24D5-41B3-A4D9-34ECE0DACB8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33520" y="2133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169 - Oh! Jesus me ama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/>
          </p:nvPr>
        </p:nvSpPr>
        <p:spPr>
          <a:xfrm>
            <a:off x="457200" y="99072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Longe do Senhor andava,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 caminho de horror,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Por Jesus não perguntava,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Nem queria o Seu amor.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/>
          </p:nvPr>
        </p:nvSpPr>
        <p:spPr>
          <a:xfrm>
            <a:off x="533520" y="76212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Coro: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Porque Jesus me ama?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não posso te explicar!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Mas, a ti também te chama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deseja te salvar!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457200" y="1295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 juízo não pensava,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Nem na minha perdição,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Nem minha alma desejava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eterna salvação.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533520" y="76212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Coro: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Porque Jesus me ama?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não posso te explicar!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Mas, a ti também te chama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deseja te salvar!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457200" y="13716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Já cansado do pecado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Fui aos pés do Salvador,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ali, caiu o fardo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tristezas e de dor.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609480" y="53352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Coro: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Porque Jesus me ama?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não posso te explicar!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Mas, a ti também te chama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deseja te salvar!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457200" y="99072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Como é maravilhoso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Pertencer ao meu Jesus!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Ter a graça e o repouso,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ficar ao pé da cruz!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914400" y="1066680"/>
            <a:ext cx="7772400" cy="34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Coro: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Porque Jesus me ama?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não posso te explicar!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Mas, a ti também te chama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deseja te salvar!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2005-06-25T19:10:15Z</dcterms:created>
  <dc:creator>Junior</dc:creator>
  <dc:description/>
  <dc:language>pt-BR</dc:language>
  <cp:lastModifiedBy>Junior</cp:lastModifiedBy>
  <dcterms:modified xsi:type="dcterms:W3CDTF">2005-06-27T23:00:11Z</dcterms:modified>
  <cp:revision>5</cp:revision>
  <dc:subject/>
  <dc:title>Oh, Jesus me ama</dc:title>
</cp:coreProperties>
</file>