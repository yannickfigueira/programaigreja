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slide4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A159C78-53ED-47B3-8F83-4140E5077FD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1B9B777-2F58-4826-A928-BD445BC8C6B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25829CC-B21E-415D-AC56-45922A713748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587 – Neste Lenho Me Glorio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Neste lenho me glorio,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Manancial de resplendor;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Brilha intenso o suplício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 divino Redentor. </a:t>
            </a:r>
            <a:br>
              <a:rPr sz="4000"/>
            </a:b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Quando temos caridade,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Mansidão, perfeito amor,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Uma intensa claridade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Mostra ao mundo seu fulgor. </a:t>
            </a:r>
            <a:br>
              <a:rPr sz="4000"/>
            </a:b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suprema dor e angústia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Suportou o Salvador!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Sim, por morte tão terrível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Redimiu-nos com amor.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2005-12-26T23:10:52Z</dcterms:created>
  <dc:creator>Junior</dc:creator>
  <dc:description/>
  <dc:language>pt-BR</dc:language>
  <cp:lastModifiedBy>Junior</cp:lastModifiedBy>
  <dcterms:modified xsi:type="dcterms:W3CDTF">2005-12-26T23:10:54Z</dcterms:modified>
  <cp:revision>1</cp:revision>
  <dc:subject/>
  <dc:title>587 – Neste Lenho Me Glorio </dc:title>
</cp:coreProperties>
</file>