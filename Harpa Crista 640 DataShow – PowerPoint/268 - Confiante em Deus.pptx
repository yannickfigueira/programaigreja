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34196A-5264-4EBA-9266-1291676189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5104BF-CF9D-47F3-BBC8-72C4B03A3D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B7E1B8-8AC2-464F-96D7-E2226D2FFCD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268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CONFIANTE EM DEUS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tu, em Deus confiante;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Ora muito a Jesus,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alegre, triunfante,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 sempre tua cruz.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Senhor tem esperança;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te guia Sua mão;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Ele, sem tardança,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terás consolação.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glória.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Aleluia, aleluia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Glória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glória.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Aleluia, aleluia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 ao Redentor! Amém.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aqui és perseguido,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a glória do porvir;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estás enfraquecido,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Novas forças hão de vir;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Mesmo que o sol se turve,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Haja forte furacão,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Sê fiel, não te perturbes,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em Deus, de coração.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glória.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Aleluia, aleluia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Aleluia! Glória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Glória, glória.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Aleluia, aleluia a Jesus!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Aleluia ao Redentor! Amém.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2005-12-23T21:18:35Z</dcterms:created>
  <dc:creator>Junior</dc:creator>
  <dc:description/>
  <dc:language>pt-BR</dc:language>
  <cp:lastModifiedBy>Junior</cp:lastModifiedBy>
  <dcterms:modified xsi:type="dcterms:W3CDTF">2005-12-23T21:18:43Z</dcterms:modified>
  <cp:revision>1</cp:revision>
  <dc:subject/>
  <dc:title>268 CONFIANTE EM DEUS </dc:title>
</cp:coreProperties>
</file>