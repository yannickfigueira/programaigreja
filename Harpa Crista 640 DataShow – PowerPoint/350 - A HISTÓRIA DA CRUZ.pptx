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914400" y="1600200"/>
            <a:ext cx="8247240" cy="5257800"/>
            <a:chOff x="914400" y="1600200"/>
            <a:chExt cx="8247240" cy="5257800"/>
          </a:xfrm>
        </p:grpSpPr>
        <p:sp>
          <p:nvSpPr>
            <p:cNvPr id="1" name=""/>
            <p:cNvSpPr/>
            <p:nvPr/>
          </p:nvSpPr>
          <p:spPr>
            <a:xfrm>
              <a:off x="1017720" y="1609560"/>
              <a:ext cx="8123040" cy="5247000"/>
            </a:xfrm>
            <a:prstGeom prst="rect">
              <a:avLst/>
            </a:prstGeom>
            <a:blipFill rotWithShape="0">
              <a:blip r:embed="rId2"/>
              <a:srcRect/>
              <a:tile tx="0" ty="0" sx="100000" sy="100000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2160" rIns="92160" tIns="46080" bIns="46080" anchor="ctr">
              <a:no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914400" y="1600200"/>
              <a:ext cx="103320" cy="5256360"/>
            </a:xfrm>
            <a:prstGeom prst="rect">
              <a:avLst/>
            </a:prstGeom>
            <a:solidFill>
              <a:srgbClr val="b3896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914400" y="1600200"/>
              <a:ext cx="8247240" cy="98280"/>
            </a:xfrm>
            <a:prstGeom prst="rect">
              <a:avLst/>
            </a:prstGeom>
            <a:solidFill>
              <a:srgbClr val="b3896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8728200" y="1609560"/>
              <a:ext cx="41256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7897680" y="1609560"/>
              <a:ext cx="41436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7070760" y="1609560"/>
              <a:ext cx="41112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6240600" y="1609560"/>
              <a:ext cx="41256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5411880" y="1609560"/>
              <a:ext cx="41256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4583160" y="1609560"/>
              <a:ext cx="41256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3754440" y="1609560"/>
              <a:ext cx="41292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2924280" y="1609560"/>
              <a:ext cx="41256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2095560" y="1609560"/>
              <a:ext cx="41436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1266840" y="1609560"/>
              <a:ext cx="41256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922320" y="1768320"/>
              <a:ext cx="84240" cy="39060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922320" y="2550960"/>
              <a:ext cx="84240" cy="39060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922320" y="3335400"/>
              <a:ext cx="84240" cy="38880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922320" y="4118040"/>
              <a:ext cx="84240" cy="39060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922320" y="4902120"/>
              <a:ext cx="84240" cy="3891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22320" y="5684760"/>
              <a:ext cx="84240" cy="39060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922320" y="6467400"/>
              <a:ext cx="84240" cy="39060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371600" y="304560"/>
            <a:ext cx="7238880" cy="11430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Clique para editar o formato do texto do título</a:t>
            </a:r>
            <a:endParaRPr b="0" lang="pt-BR" sz="4800" strike="noStrike" u="none">
              <a:solidFill>
                <a:srgbClr val="301800"/>
              </a:solidFill>
              <a:effectLst/>
              <a:uFillTx/>
              <a:latin typeface="Arial Narrow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295280" y="1828440"/>
            <a:ext cx="7313760" cy="43434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9d9c81"/>
              </a:buClr>
              <a:buSzPct val="8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 Narro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 Narrow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 Narro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 Narrow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 Narrow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 Narrow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"/>
          </p:nvPr>
        </p:nvSpPr>
        <p:spPr>
          <a:xfrm>
            <a:off x="12952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2"/>
          </p:nvPr>
        </p:nvSpPr>
        <p:spPr>
          <a:xfrm>
            <a:off x="3200040" y="6400800"/>
            <a:ext cx="35053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3"/>
          </p:nvPr>
        </p:nvSpPr>
        <p:spPr>
          <a:xfrm>
            <a:off x="6705360" y="6400800"/>
            <a:ext cx="19047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8D71B8D-4A34-47C8-AFE4-AD4C254C4A7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"/>
          <p:cNvGrpSpPr/>
          <p:nvPr/>
        </p:nvGrpSpPr>
        <p:grpSpPr>
          <a:xfrm>
            <a:off x="914400" y="1600200"/>
            <a:ext cx="8229600" cy="5257800"/>
            <a:chOff x="914400" y="1600200"/>
            <a:chExt cx="8229600" cy="5257800"/>
          </a:xfrm>
        </p:grpSpPr>
        <p:sp>
          <p:nvSpPr>
            <p:cNvPr id="27" name=""/>
            <p:cNvSpPr/>
            <p:nvPr/>
          </p:nvSpPr>
          <p:spPr>
            <a:xfrm>
              <a:off x="1017360" y="1609560"/>
              <a:ext cx="8105400" cy="5247000"/>
            </a:xfrm>
            <a:prstGeom prst="rect">
              <a:avLst/>
            </a:prstGeom>
            <a:blipFill rotWithShape="0">
              <a:blip r:embed="rId2"/>
              <a:srcRect/>
              <a:tile tx="0" ty="0" sx="100000" sy="100000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2160" rIns="92160" tIns="46080" bIns="46080" anchor="ctr">
              <a:no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914400" y="1600200"/>
              <a:ext cx="102960" cy="5256360"/>
            </a:xfrm>
            <a:prstGeom prst="rect">
              <a:avLst/>
            </a:prstGeom>
            <a:solidFill>
              <a:srgbClr val="b3896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914400" y="1600200"/>
              <a:ext cx="8229600" cy="98280"/>
            </a:xfrm>
            <a:prstGeom prst="rect">
              <a:avLst/>
            </a:prstGeom>
            <a:solidFill>
              <a:srgbClr val="b3896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8711280" y="1609560"/>
              <a:ext cx="41148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7882560" y="1609560"/>
              <a:ext cx="41328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7057440" y="1609560"/>
              <a:ext cx="41004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6229080" y="1609560"/>
              <a:ext cx="41148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5402160" y="1609560"/>
              <a:ext cx="41148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4575240" y="1609560"/>
              <a:ext cx="41148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3748320" y="1609560"/>
              <a:ext cx="41184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2919960" y="1609560"/>
              <a:ext cx="41148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2092680" y="1609560"/>
              <a:ext cx="41328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1265760" y="1609560"/>
              <a:ext cx="411480" cy="795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921960" y="1768320"/>
              <a:ext cx="83880" cy="39060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921960" y="2550960"/>
              <a:ext cx="83880" cy="39060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921960" y="3335400"/>
              <a:ext cx="83880" cy="38880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921960" y="4118040"/>
              <a:ext cx="83880" cy="39060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921960" y="4902120"/>
              <a:ext cx="83880" cy="38916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921960" y="5684760"/>
              <a:ext cx="83880" cy="39060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921960" y="6467400"/>
              <a:ext cx="83880" cy="39060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666520" y="304560"/>
            <a:ext cx="6324840" cy="11430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Clique para editar o formato do texto do título</a:t>
            </a:r>
            <a:endParaRPr b="0" lang="pt-BR" sz="4000" strike="noStrike" u="none">
              <a:solidFill>
                <a:srgbClr val="301800"/>
              </a:solidFill>
              <a:effectLst/>
              <a:uFillTx/>
              <a:latin typeface="Arial Narrow"/>
            </a:endParaRPr>
          </a:p>
        </p:txBody>
      </p:sp>
      <p:grpSp>
        <p:nvGrpSpPr>
          <p:cNvPr id="48" name=""/>
          <p:cNvGrpSpPr/>
          <p:nvPr/>
        </p:nvGrpSpPr>
        <p:grpSpPr>
          <a:xfrm>
            <a:off x="0" y="0"/>
            <a:ext cx="2590560" cy="2057400"/>
            <a:chOff x="0" y="0"/>
            <a:chExt cx="2590560" cy="2057400"/>
          </a:xfrm>
        </p:grpSpPr>
        <p:sp>
          <p:nvSpPr>
            <p:cNvPr id="49" name=""/>
            <p:cNvSpPr/>
            <p:nvPr/>
          </p:nvSpPr>
          <p:spPr>
            <a:xfrm>
              <a:off x="0" y="0"/>
              <a:ext cx="2583000" cy="2057400"/>
            </a:xfrm>
            <a:prstGeom prst="rect">
              <a:avLst/>
            </a:prstGeom>
            <a:blipFill rotWithShape="0">
              <a:blip r:embed="rId3"/>
              <a:srcRect/>
              <a:tile tx="0" ty="0" sx="100000" sy="100000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2160" rIns="92160" tIns="46080" bIns="46080" anchor="ctr">
              <a:noAutofit/>
            </a:bodyPr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" name=""/>
            <p:cNvGrpSpPr/>
            <p:nvPr/>
          </p:nvGrpSpPr>
          <p:grpSpPr>
            <a:xfrm>
              <a:off x="1080" y="2009880"/>
              <a:ext cx="2586960" cy="47520"/>
              <a:chOff x="1080" y="2009880"/>
              <a:chExt cx="2586960" cy="47520"/>
            </a:xfrm>
          </p:grpSpPr>
          <p:sp>
            <p:nvSpPr>
              <p:cNvPr id="51" name=""/>
              <p:cNvSpPr/>
              <p:nvPr/>
            </p:nvSpPr>
            <p:spPr>
              <a:xfrm>
                <a:off x="1080" y="2009880"/>
                <a:ext cx="2586960" cy="47520"/>
              </a:xfrm>
              <a:prstGeom prst="rect">
                <a:avLst/>
              </a:prstGeom>
              <a:solidFill>
                <a:srgbClr val="b3896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>
                <a:off x="7560" y="2021040"/>
                <a:ext cx="129240" cy="3168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120" bIns="-1512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>
                <a:off x="267480" y="2021040"/>
                <a:ext cx="128880" cy="3168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120" bIns="-1512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527040" y="2021040"/>
                <a:ext cx="129960" cy="3168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120" bIns="-1512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788040" y="2021040"/>
                <a:ext cx="128880" cy="3168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120" bIns="-1512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1047600" y="2021040"/>
                <a:ext cx="129240" cy="3168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120" bIns="-1512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1307160" y="2021040"/>
                <a:ext cx="129240" cy="3168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120" bIns="-1512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1566720" y="2021040"/>
                <a:ext cx="130320" cy="3168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120" bIns="-1512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1828080" y="2021040"/>
                <a:ext cx="128880" cy="3168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120" bIns="-1512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>
                <a:off x="2087640" y="2021040"/>
                <a:ext cx="128880" cy="3168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120" bIns="-1512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>
                <a:off x="2347200" y="2021040"/>
                <a:ext cx="128880" cy="3168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120" bIns="-1512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2" name=""/>
            <p:cNvGrpSpPr/>
            <p:nvPr/>
          </p:nvGrpSpPr>
          <p:grpSpPr>
            <a:xfrm>
              <a:off x="2554560" y="0"/>
              <a:ext cx="36000" cy="2055960"/>
              <a:chOff x="2554560" y="0"/>
              <a:chExt cx="36000" cy="2055960"/>
            </a:xfrm>
          </p:grpSpPr>
          <p:sp>
            <p:nvSpPr>
              <p:cNvPr id="63" name=""/>
              <p:cNvSpPr/>
              <p:nvPr/>
            </p:nvSpPr>
            <p:spPr>
              <a:xfrm>
                <a:off x="2554560" y="0"/>
                <a:ext cx="36000" cy="2055960"/>
              </a:xfrm>
              <a:prstGeom prst="rect">
                <a:avLst/>
              </a:prstGeom>
              <a:solidFill>
                <a:srgbClr val="b3896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>
                <a:off x="2555640" y="1897200"/>
                <a:ext cx="25200" cy="15228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"/>
              <p:cNvSpPr/>
              <p:nvPr/>
            </p:nvSpPr>
            <p:spPr>
              <a:xfrm>
                <a:off x="2555640" y="1590840"/>
                <a:ext cx="25200" cy="15228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>
                <a:off x="2555640" y="1284120"/>
                <a:ext cx="25200" cy="15264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>
                <a:off x="2555640" y="977760"/>
                <a:ext cx="25200" cy="15264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>
                <a:off x="2555640" y="671400"/>
                <a:ext cx="25200" cy="15264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>
                <a:off x="2555640" y="365040"/>
                <a:ext cx="25200" cy="15264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>
                <a:off x="2555640" y="58680"/>
                <a:ext cx="25200" cy="15228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1" name="PlaceHolder 2"/>
          <p:cNvSpPr>
            <a:spLocks noGrp="1"/>
          </p:cNvSpPr>
          <p:nvPr>
            <p:ph type="dt" idx="4"/>
          </p:nvPr>
        </p:nvSpPr>
        <p:spPr>
          <a:xfrm>
            <a:off x="12952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ftr" idx="5"/>
          </p:nvPr>
        </p:nvSpPr>
        <p:spPr>
          <a:xfrm>
            <a:off x="3200400" y="6400800"/>
            <a:ext cx="35812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sldNum" idx="6"/>
          </p:nvPr>
        </p:nvSpPr>
        <p:spPr>
          <a:xfrm>
            <a:off x="67816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658297-761F-4264-9CEE-D2531667370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2" marL="914400" algn="ctr">
              <a:spcBef>
                <a:spcPts val="601"/>
              </a:spcBef>
              <a:buClr>
                <a:srgbClr val="000000"/>
              </a:buClr>
              <a:buFont typeface="Arial Narrow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3" marL="1371600" algn="ctr">
              <a:spcBef>
                <a:spcPts val="499"/>
              </a:spcBef>
              <a:buClr>
                <a:srgbClr val="000000"/>
              </a:buClr>
              <a:buFont typeface="Arial Narrow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4" marL="1828800" algn="ctr">
              <a:spcBef>
                <a:spcPts val="499"/>
              </a:spcBef>
              <a:buClr>
                <a:srgbClr val="000000"/>
              </a:buClr>
              <a:buFont typeface="Arial Narrow"/>
              <a:buChar char="•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Arial Narrow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Arial Narrow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666520" y="304560"/>
            <a:ext cx="6324840" cy="11430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350</a:t>
            </a:r>
            <a:br>
              <a:rPr sz="3600"/>
            </a:br>
            <a:r>
              <a:rPr b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A HISTÓRIA DA CRUZ</a:t>
            </a:r>
            <a:endParaRPr b="0" lang="pt-BR" sz="3600" strike="noStrike" u="none">
              <a:solidFill>
                <a:srgbClr val="301800"/>
              </a:solidFill>
              <a:effectLst/>
              <a:uFillTx/>
              <a:latin typeface="Arial Narro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332000" y="274320"/>
            <a:ext cx="7354800" cy="61786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Tens tu lido a história da dura cruz, </a:t>
            </a:r>
            <a:br>
              <a:rPr sz="3600"/>
            </a:b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Na qual Jesus morreu,</a:t>
            </a:r>
            <a:br>
              <a:rPr sz="3600"/>
            </a:b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Desfazendo as trevas raiou a luz, </a:t>
            </a:r>
            <a:br>
              <a:rPr sz="3600"/>
            </a:b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Manando o sangue Seu?</a:t>
            </a:r>
            <a:r>
              <a:rPr b="0" lang="en-US" sz="48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 </a:t>
            </a:r>
            <a:endParaRPr b="0" lang="pt-BR" sz="4800" strike="noStrike" u="none">
              <a:solidFill>
                <a:srgbClr val="301800"/>
              </a:solidFill>
              <a:effectLst/>
              <a:uFillTx/>
              <a:latin typeface="Arial Narro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187280" y="274680"/>
            <a:ext cx="7499520" cy="610704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Jesus padeceu na cruz por ti; </a:t>
            </a:r>
            <a:br>
              <a:rPr sz="3600"/>
            </a:b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Jesus padeceu na cruz.</a:t>
            </a:r>
            <a:br>
              <a:rPr sz="3600"/>
            </a:b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Oh! Grande amor do Salvador</a:t>
            </a:r>
            <a:br>
              <a:rPr sz="3600"/>
            </a:b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 Morrendo na cruz por mim!</a:t>
            </a:r>
            <a:endParaRPr b="0" lang="pt-BR" sz="3600" strike="noStrike" u="none">
              <a:solidFill>
                <a:srgbClr val="301800"/>
              </a:solidFill>
              <a:effectLst/>
              <a:uFillTx/>
              <a:latin typeface="Arial Narro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187280" y="274680"/>
            <a:ext cx="7499520" cy="610704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Tens tu lido que Cristo não se queixou, </a:t>
            </a:r>
            <a:br>
              <a:rPr sz="3600"/>
            </a:b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No lenho, em grande dor,</a:t>
            </a:r>
            <a:br>
              <a:rPr sz="3600"/>
            </a:b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Mas ao Pai o perdão `inda suplicou </a:t>
            </a:r>
            <a:br>
              <a:rPr sz="3600"/>
            </a:b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P'ra o povo pecador?</a:t>
            </a:r>
            <a:r>
              <a:rPr b="0" lang="en-US" sz="48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 </a:t>
            </a:r>
            <a:endParaRPr b="0" lang="pt-BR" sz="4800" strike="noStrike" u="none">
              <a:solidFill>
                <a:srgbClr val="301800"/>
              </a:solidFill>
              <a:effectLst/>
              <a:uFillTx/>
              <a:latin typeface="Arial Narro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187280" y="274680"/>
            <a:ext cx="7499520" cy="610704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Jesus padeceu na cruz por ti; </a:t>
            </a:r>
            <a:br>
              <a:rPr sz="3600"/>
            </a:b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Jesus padeceu na cruz.</a:t>
            </a:r>
            <a:br>
              <a:rPr sz="3600"/>
            </a:b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Oh! Grande amor do Salvador</a:t>
            </a:r>
            <a:br>
              <a:rPr sz="3600"/>
            </a:b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 Morrendo na cruz por mim!</a:t>
            </a:r>
            <a:endParaRPr b="0" lang="pt-BR" sz="3600" strike="noStrike" u="none">
              <a:solidFill>
                <a:srgbClr val="301800"/>
              </a:solidFill>
              <a:effectLst/>
              <a:uFillTx/>
              <a:latin typeface="Arial Narro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187280" y="274680"/>
            <a:ext cx="7499520" cy="610704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Tens tu lido que Cristo salvou, por fim, </a:t>
            </a:r>
            <a:br>
              <a:rPr sz="3600"/>
            </a:b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Na cruz, um malfeitor?</a:t>
            </a:r>
            <a:br>
              <a:rPr sz="3600"/>
            </a:b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Que sofrendo na cruz Lhe rogou: </a:t>
            </a:r>
            <a:br>
              <a:rPr sz="3600"/>
            </a:b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"De mim, ó lembra-Te, Senhor"?</a:t>
            </a:r>
            <a:r>
              <a:rPr b="0" lang="en-US" sz="48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 </a:t>
            </a:r>
            <a:endParaRPr b="0" lang="pt-BR" sz="4800" strike="noStrike" u="none">
              <a:solidFill>
                <a:srgbClr val="301800"/>
              </a:solidFill>
              <a:effectLst/>
              <a:uFillTx/>
              <a:latin typeface="Arial Narro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187280" y="274680"/>
            <a:ext cx="7499520" cy="610704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Jesus padeceu na cruz por ti; </a:t>
            </a:r>
            <a:br>
              <a:rPr sz="3600"/>
            </a:b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Jesus padeceu na cruz.</a:t>
            </a:r>
            <a:br>
              <a:rPr sz="3600"/>
            </a:b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Oh! Grande amor do Salvador</a:t>
            </a:r>
            <a:br>
              <a:rPr sz="3600"/>
            </a:b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 Morrendo na cruz por mim!</a:t>
            </a:r>
            <a:endParaRPr b="0" lang="pt-BR" sz="3600" strike="noStrike" u="none">
              <a:solidFill>
                <a:srgbClr val="301800"/>
              </a:solidFill>
              <a:effectLst/>
              <a:uFillTx/>
              <a:latin typeface="Arial Narro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187280" y="274320"/>
            <a:ext cx="7499520" cy="617868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Tens tu lido que Cristo exclamou na cruz:</a:t>
            </a:r>
            <a:br>
              <a:rPr sz="3600"/>
            </a:b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 "Eis consumado está".</a:t>
            </a:r>
            <a:br>
              <a:rPr sz="3600"/>
            </a:b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Foi por mim, foi por ti, que morreu Jesus,</a:t>
            </a:r>
            <a:br>
              <a:rPr sz="3600"/>
            </a:br>
            <a:r>
              <a:rPr b="0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Aceita Cristo já.</a:t>
            </a:r>
            <a:r>
              <a:rPr b="0" lang="pt-BR" sz="9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 </a:t>
            </a:r>
            <a:r>
              <a:rPr b="0" lang="pt-BR" sz="1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P. L.M.</a:t>
            </a:r>
            <a:r>
              <a:rPr b="0" lang="en-US" sz="48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 </a:t>
            </a:r>
            <a:endParaRPr b="0" lang="pt-BR" sz="4800" strike="noStrike" u="none">
              <a:solidFill>
                <a:srgbClr val="301800"/>
              </a:solidFill>
              <a:effectLst/>
              <a:uFillTx/>
              <a:latin typeface="Arial Narro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187280" y="274680"/>
            <a:ext cx="7499520" cy="610704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Jesus padeceu na cruz por ti; </a:t>
            </a:r>
            <a:br>
              <a:rPr sz="3600"/>
            </a:b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Jesus padeceu na cruz.</a:t>
            </a:r>
            <a:br>
              <a:rPr sz="3600"/>
            </a:b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Oh! Grande amor do Salvador</a:t>
            </a:r>
            <a:br>
              <a:rPr sz="3600"/>
            </a:br>
            <a:r>
              <a:rPr b="1" i="1" lang="pt-BR" sz="3600" strike="noStrike" u="none">
                <a:solidFill>
                  <a:srgbClr val="301800"/>
                </a:solidFill>
                <a:effectLst/>
                <a:uFillTx/>
                <a:latin typeface="Arial Narrow"/>
              </a:rPr>
              <a:t> Morrendo na cruz por mim!</a:t>
            </a:r>
            <a:endParaRPr b="0" lang="pt-BR" sz="3600" strike="noStrike" u="none">
              <a:solidFill>
                <a:srgbClr val="301800"/>
              </a:solidFill>
              <a:effectLst/>
              <a:uFillTx/>
              <a:latin typeface="Arial Narro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2005-10-20T01:20:55Z</dcterms:created>
  <dc:creator>Montagna</dc:creator>
  <dc:description/>
  <dc:language>pt-BR</dc:language>
  <cp:lastModifiedBy>Montagna</cp:lastModifiedBy>
  <dcterms:modified xsi:type="dcterms:W3CDTF">2005-10-20T01:24:41Z</dcterms:modified>
  <cp:revision>2</cp:revision>
  <dc:subject/>
  <dc:title>350 - A HISTÓRIA DA CRUZ</dc:title>
</cp:coreProperties>
</file>