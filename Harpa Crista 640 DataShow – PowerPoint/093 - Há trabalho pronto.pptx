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1440" y="0"/>
            <a:ext cx="9149040" cy="6851520"/>
            <a:chOff x="1440" y="0"/>
            <a:chExt cx="9149040" cy="6851520"/>
          </a:xfrm>
        </p:grpSpPr>
        <p:sp>
          <p:nvSpPr>
            <p:cNvPr id="1" name=""/>
            <p:cNvSpPr/>
            <p:nvPr/>
          </p:nvSpPr>
          <p:spPr>
            <a:xfrm>
              <a:off x="8008920" y="4168800"/>
              <a:ext cx="114156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8550360" y="6022800"/>
              <a:ext cx="60012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9016920" y="6689880"/>
              <a:ext cx="13356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" name=""/>
            <p:cNvGrpSpPr/>
            <p:nvPr/>
          </p:nvGrpSpPr>
          <p:grpSpPr>
            <a:xfrm>
              <a:off x="457200" y="0"/>
              <a:ext cx="8093160" cy="6851520"/>
              <a:chOff x="457200" y="0"/>
              <a:chExt cx="8093160" cy="6851520"/>
            </a:xfrm>
          </p:grpSpPr>
          <p:sp>
            <p:nvSpPr>
              <p:cNvPr id="5" name=""/>
              <p:cNvSpPr/>
              <p:nvPr/>
            </p:nvSpPr>
            <p:spPr>
              <a:xfrm>
                <a:off x="4427640" y="0"/>
                <a:ext cx="11412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6" name=""/>
              <p:cNvSpPr/>
              <p:nvPr/>
            </p:nvSpPr>
            <p:spPr>
              <a:xfrm>
                <a:off x="4903920" y="0"/>
                <a:ext cx="27612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" name=""/>
              <p:cNvSpPr/>
              <p:nvPr/>
            </p:nvSpPr>
            <p:spPr>
              <a:xfrm>
                <a:off x="5330880" y="0"/>
                <a:ext cx="53496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" name=""/>
              <p:cNvSpPr/>
              <p:nvPr/>
            </p:nvSpPr>
            <p:spPr>
              <a:xfrm>
                <a:off x="5835600" y="0"/>
                <a:ext cx="67788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6264360" y="0"/>
                <a:ext cx="88560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6740640" y="0"/>
                <a:ext cx="109512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7178760" y="0"/>
                <a:ext cx="137160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3808440" y="0"/>
                <a:ext cx="23796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122640" y="0"/>
                <a:ext cx="47628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2486160" y="0"/>
                <a:ext cx="67464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790640" y="0"/>
                <a:ext cx="91296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114560" y="0"/>
                <a:ext cx="117000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457200" y="0"/>
                <a:ext cx="133344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" name=""/>
            <p:cNvSpPr/>
            <p:nvPr/>
          </p:nvSpPr>
          <p:spPr>
            <a:xfrm>
              <a:off x="9360" y="4605480"/>
              <a:ext cx="96228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9360" y="6175440"/>
              <a:ext cx="36216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7581960" y="0"/>
              <a:ext cx="156204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8002440" y="0"/>
              <a:ext cx="114156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496360" y="0"/>
              <a:ext cx="64764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"/>
            <p:cNvSpPr/>
            <p:nvPr/>
          </p:nvSpPr>
          <p:spPr>
            <a:xfrm>
              <a:off x="9360" y="0"/>
              <a:ext cx="136224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"/>
            <p:cNvSpPr/>
            <p:nvPr/>
          </p:nvSpPr>
          <p:spPr>
            <a:xfrm>
              <a:off x="9360" y="0"/>
              <a:ext cx="93348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"/>
            <p:cNvSpPr/>
            <p:nvPr/>
          </p:nvSpPr>
          <p:spPr>
            <a:xfrm>
              <a:off x="9360" y="0"/>
              <a:ext cx="42876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"/>
            <p:cNvSpPr/>
            <p:nvPr/>
          </p:nvSpPr>
          <p:spPr>
            <a:xfrm>
              <a:off x="1440" y="436392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"/>
            <p:cNvSpPr/>
            <p:nvPr/>
          </p:nvSpPr>
          <p:spPr>
            <a:xfrm>
              <a:off x="1440" y="3740040"/>
              <a:ext cx="914112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"/>
            <p:cNvSpPr/>
            <p:nvPr/>
          </p:nvSpPr>
          <p:spPr>
            <a:xfrm>
              <a:off x="1440" y="498780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29" name=""/>
            <p:cNvGrpSpPr/>
            <p:nvPr/>
          </p:nvGrpSpPr>
          <p:grpSpPr>
            <a:xfrm>
              <a:off x="1440" y="622440"/>
              <a:ext cx="9141120" cy="2493720"/>
              <a:chOff x="1440" y="622440"/>
              <a:chExt cx="9141120" cy="2493720"/>
            </a:xfrm>
          </p:grpSpPr>
          <p:sp>
            <p:nvSpPr>
              <p:cNvPr id="30" name=""/>
              <p:cNvSpPr/>
              <p:nvPr/>
            </p:nvSpPr>
            <p:spPr>
              <a:xfrm>
                <a:off x="1440" y="124452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1440" y="311616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1440" y="249228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1440" y="186840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1440" y="622440"/>
                <a:ext cx="914112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5" name=""/>
            <p:cNvSpPr/>
            <p:nvPr/>
          </p:nvSpPr>
          <p:spPr>
            <a:xfrm>
              <a:off x="1440" y="623556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"/>
            <p:cNvSpPr/>
            <p:nvPr/>
          </p:nvSpPr>
          <p:spPr>
            <a:xfrm>
              <a:off x="1440" y="5611680"/>
              <a:ext cx="914112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dt" idx="1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sldNum" idx="3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7BEF30F7-EE07-440D-B5B6-9BA94A847E53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1143000" indent="-228600">
              <a:spcBef>
                <a:spcPts val="799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600200" indent="-228600">
              <a:spcBef>
                <a:spcPts val="799"/>
              </a:spcBef>
              <a:buClr>
                <a:srgbClr val="ccecff"/>
              </a:buClr>
              <a:buFont typeface="Verdan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2057400" indent="-228600">
              <a:spcBef>
                <a:spcPts val="7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"/>
          <p:cNvGrpSpPr/>
          <p:nvPr/>
        </p:nvGrpSpPr>
        <p:grpSpPr>
          <a:xfrm>
            <a:off x="0" y="0"/>
            <a:ext cx="9148320" cy="6851520"/>
            <a:chOff x="0" y="0"/>
            <a:chExt cx="9148320" cy="6851520"/>
          </a:xfrm>
        </p:grpSpPr>
        <p:sp>
          <p:nvSpPr>
            <p:cNvPr id="43" name=""/>
            <p:cNvSpPr/>
            <p:nvPr/>
          </p:nvSpPr>
          <p:spPr>
            <a:xfrm>
              <a:off x="8007120" y="4168800"/>
              <a:ext cx="1141200" cy="2682720"/>
            </a:xfrm>
            <a:custGeom>
              <a:avLst/>
              <a:gdLst/>
              <a:ahLst/>
              <a:rect l="l" t="t" r="r" b="b"/>
              <a:pathLst>
                <a:path w="717" h="1690">
                  <a:moveTo>
                    <a:pt x="717" y="72"/>
                  </a:moveTo>
                  <a:lnTo>
                    <a:pt x="717" y="0"/>
                  </a:lnTo>
                  <a:lnTo>
                    <a:pt x="699" y="101"/>
                  </a:lnTo>
                  <a:lnTo>
                    <a:pt x="675" y="209"/>
                  </a:lnTo>
                  <a:lnTo>
                    <a:pt x="627" y="389"/>
                  </a:lnTo>
                  <a:lnTo>
                    <a:pt x="574" y="569"/>
                  </a:lnTo>
                  <a:lnTo>
                    <a:pt x="502" y="749"/>
                  </a:lnTo>
                  <a:lnTo>
                    <a:pt x="424" y="935"/>
                  </a:lnTo>
                  <a:lnTo>
                    <a:pt x="334" y="1121"/>
                  </a:lnTo>
                  <a:lnTo>
                    <a:pt x="233" y="1312"/>
                  </a:lnTo>
                  <a:lnTo>
                    <a:pt x="125" y="1498"/>
                  </a:lnTo>
                  <a:lnTo>
                    <a:pt x="0" y="1690"/>
                  </a:lnTo>
                  <a:lnTo>
                    <a:pt x="11" y="1690"/>
                  </a:lnTo>
                  <a:lnTo>
                    <a:pt x="137" y="1498"/>
                  </a:lnTo>
                  <a:lnTo>
                    <a:pt x="245" y="1312"/>
                  </a:lnTo>
                  <a:lnTo>
                    <a:pt x="346" y="1121"/>
                  </a:lnTo>
                  <a:lnTo>
                    <a:pt x="436" y="935"/>
                  </a:lnTo>
                  <a:lnTo>
                    <a:pt x="514" y="749"/>
                  </a:lnTo>
                  <a:lnTo>
                    <a:pt x="585" y="569"/>
                  </a:lnTo>
                  <a:lnTo>
                    <a:pt x="639" y="389"/>
                  </a:lnTo>
                  <a:lnTo>
                    <a:pt x="687" y="209"/>
                  </a:lnTo>
                  <a:lnTo>
                    <a:pt x="705" y="143"/>
                  </a:lnTo>
                  <a:lnTo>
                    <a:pt x="717" y="72"/>
                  </a:lnTo>
                  <a:lnTo>
                    <a:pt x="717" y="7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8548560" y="6022800"/>
              <a:ext cx="599760" cy="828720"/>
            </a:xfrm>
            <a:custGeom>
              <a:avLst/>
              <a:gdLst/>
              <a:ahLst/>
              <a:rect l="l" t="t" r="r" b="b"/>
              <a:pathLst>
                <a:path w="377" h="522">
                  <a:moveTo>
                    <a:pt x="377" y="0"/>
                  </a:moveTo>
                  <a:lnTo>
                    <a:pt x="293" y="132"/>
                  </a:lnTo>
                  <a:lnTo>
                    <a:pt x="204" y="264"/>
                  </a:lnTo>
                  <a:lnTo>
                    <a:pt x="102" y="396"/>
                  </a:lnTo>
                  <a:lnTo>
                    <a:pt x="0" y="522"/>
                  </a:lnTo>
                  <a:lnTo>
                    <a:pt x="12" y="522"/>
                  </a:lnTo>
                  <a:lnTo>
                    <a:pt x="114" y="402"/>
                  </a:lnTo>
                  <a:lnTo>
                    <a:pt x="204" y="282"/>
                  </a:lnTo>
                  <a:lnTo>
                    <a:pt x="377" y="24"/>
                  </a:lnTo>
                  <a:lnTo>
                    <a:pt x="377" y="0"/>
                  </a:lnTo>
                  <a:lnTo>
                    <a:pt x="377" y="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9015120" y="6689880"/>
              <a:ext cx="133200" cy="161640"/>
            </a:xfrm>
            <a:custGeom>
              <a:avLst/>
              <a:gdLst/>
              <a:ahLst/>
              <a:rect l="l" t="t" r="r" b="b"/>
              <a:pathLst>
                <a:path w="84" h="102">
                  <a:moveTo>
                    <a:pt x="0" y="102"/>
                  </a:moveTo>
                  <a:lnTo>
                    <a:pt x="18" y="102"/>
                  </a:lnTo>
                  <a:lnTo>
                    <a:pt x="48" y="60"/>
                  </a:lnTo>
                  <a:lnTo>
                    <a:pt x="84" y="24"/>
                  </a:lnTo>
                  <a:lnTo>
                    <a:pt x="84" y="0"/>
                  </a:lnTo>
                  <a:lnTo>
                    <a:pt x="42" y="54"/>
                  </a:lnTo>
                  <a:lnTo>
                    <a:pt x="0" y="102"/>
                  </a:lnTo>
                  <a:lnTo>
                    <a:pt x="0" y="102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6" name=""/>
            <p:cNvGrpSpPr/>
            <p:nvPr/>
          </p:nvGrpSpPr>
          <p:grpSpPr>
            <a:xfrm>
              <a:off x="455400" y="0"/>
              <a:ext cx="8092440" cy="6851520"/>
              <a:chOff x="455400" y="0"/>
              <a:chExt cx="8092440" cy="6851520"/>
            </a:xfrm>
          </p:grpSpPr>
          <p:sp>
            <p:nvSpPr>
              <p:cNvPr id="47" name=""/>
              <p:cNvSpPr/>
              <p:nvPr/>
            </p:nvSpPr>
            <p:spPr>
              <a:xfrm>
                <a:off x="4425480" y="0"/>
                <a:ext cx="113760" cy="6851520"/>
              </a:xfrm>
              <a:custGeom>
                <a:avLst/>
                <a:gdLst/>
                <a:ahLst/>
                <a:rect l="l" t="t" r="r" b="b"/>
                <a:pathLst>
                  <a:path w="72" h="4316">
                    <a:moveTo>
                      <a:pt x="0" y="0"/>
                    </a:moveTo>
                    <a:lnTo>
                      <a:pt x="60" y="4316"/>
                    </a:lnTo>
                    <a:lnTo>
                      <a:pt x="72" y="4316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4901760" y="0"/>
                <a:ext cx="275760" cy="6851520"/>
              </a:xfrm>
              <a:custGeom>
                <a:avLst/>
                <a:gdLst/>
                <a:ahLst/>
                <a:rect l="l" t="t" r="r" b="b"/>
                <a:pathLst>
                  <a:path w="174" h="4316">
                    <a:moveTo>
                      <a:pt x="24" y="0"/>
                    </a:moveTo>
                    <a:lnTo>
                      <a:pt x="12" y="0"/>
                    </a:lnTo>
                    <a:lnTo>
                      <a:pt x="42" y="216"/>
                    </a:lnTo>
                    <a:lnTo>
                      <a:pt x="72" y="444"/>
                    </a:lnTo>
                    <a:lnTo>
                      <a:pt x="96" y="689"/>
                    </a:lnTo>
                    <a:lnTo>
                      <a:pt x="120" y="947"/>
                    </a:lnTo>
                    <a:lnTo>
                      <a:pt x="132" y="1211"/>
                    </a:lnTo>
                    <a:lnTo>
                      <a:pt x="150" y="1487"/>
                    </a:lnTo>
                    <a:lnTo>
                      <a:pt x="156" y="1768"/>
                    </a:lnTo>
                    <a:lnTo>
                      <a:pt x="162" y="2062"/>
                    </a:lnTo>
                    <a:lnTo>
                      <a:pt x="156" y="2644"/>
                    </a:lnTo>
                    <a:lnTo>
                      <a:pt x="126" y="3225"/>
                    </a:lnTo>
                    <a:lnTo>
                      <a:pt x="108" y="3507"/>
                    </a:lnTo>
                    <a:lnTo>
                      <a:pt x="78" y="3788"/>
                    </a:lnTo>
                    <a:lnTo>
                      <a:pt x="42" y="4058"/>
                    </a:lnTo>
                    <a:lnTo>
                      <a:pt x="0" y="4316"/>
                    </a:lnTo>
                    <a:lnTo>
                      <a:pt x="12" y="4316"/>
                    </a:lnTo>
                    <a:lnTo>
                      <a:pt x="54" y="4058"/>
                    </a:lnTo>
                    <a:lnTo>
                      <a:pt x="90" y="3782"/>
                    </a:lnTo>
                    <a:lnTo>
                      <a:pt x="120" y="3507"/>
                    </a:lnTo>
                    <a:lnTo>
                      <a:pt x="138" y="3219"/>
                    </a:lnTo>
                    <a:lnTo>
                      <a:pt x="168" y="2638"/>
                    </a:lnTo>
                    <a:lnTo>
                      <a:pt x="174" y="2056"/>
                    </a:lnTo>
                    <a:lnTo>
                      <a:pt x="168" y="1768"/>
                    </a:lnTo>
                    <a:lnTo>
                      <a:pt x="162" y="1487"/>
                    </a:lnTo>
                    <a:lnTo>
                      <a:pt x="144" y="1211"/>
                    </a:lnTo>
                    <a:lnTo>
                      <a:pt x="132" y="941"/>
                    </a:lnTo>
                    <a:lnTo>
                      <a:pt x="108" y="689"/>
                    </a:lnTo>
                    <a:lnTo>
                      <a:pt x="84" y="444"/>
                    </a:lnTo>
                    <a:lnTo>
                      <a:pt x="54" y="216"/>
                    </a:lnTo>
                    <a:lnTo>
                      <a:pt x="24" y="0"/>
                    </a:lnTo>
                    <a:lnTo>
                      <a:pt x="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5328720" y="0"/>
                <a:ext cx="534600" cy="6851520"/>
              </a:xfrm>
              <a:custGeom>
                <a:avLst/>
                <a:gdLst/>
                <a:ahLst/>
                <a:rect l="l" t="t" r="r" b="b"/>
                <a:pathLst>
                  <a:path w="335" h="4316">
                    <a:moveTo>
                      <a:pt x="329" y="2014"/>
                    </a:moveTo>
                    <a:lnTo>
                      <a:pt x="317" y="1726"/>
                    </a:lnTo>
                    <a:lnTo>
                      <a:pt x="293" y="1445"/>
                    </a:lnTo>
                    <a:lnTo>
                      <a:pt x="263" y="1175"/>
                    </a:lnTo>
                    <a:lnTo>
                      <a:pt x="228" y="917"/>
                    </a:lnTo>
                    <a:lnTo>
                      <a:pt x="186" y="665"/>
                    </a:lnTo>
                    <a:lnTo>
                      <a:pt x="132" y="432"/>
                    </a:lnTo>
                    <a:lnTo>
                      <a:pt x="78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66" y="204"/>
                    </a:lnTo>
                    <a:lnTo>
                      <a:pt x="120" y="432"/>
                    </a:lnTo>
                    <a:lnTo>
                      <a:pt x="174" y="665"/>
                    </a:lnTo>
                    <a:lnTo>
                      <a:pt x="216" y="917"/>
                    </a:lnTo>
                    <a:lnTo>
                      <a:pt x="251" y="1175"/>
                    </a:lnTo>
                    <a:lnTo>
                      <a:pt x="281" y="1445"/>
                    </a:lnTo>
                    <a:lnTo>
                      <a:pt x="305" y="1726"/>
                    </a:lnTo>
                    <a:lnTo>
                      <a:pt x="317" y="2014"/>
                    </a:lnTo>
                    <a:lnTo>
                      <a:pt x="323" y="2314"/>
                    </a:lnTo>
                    <a:lnTo>
                      <a:pt x="317" y="2608"/>
                    </a:lnTo>
                    <a:lnTo>
                      <a:pt x="305" y="2907"/>
                    </a:lnTo>
                    <a:lnTo>
                      <a:pt x="281" y="3201"/>
                    </a:lnTo>
                    <a:lnTo>
                      <a:pt x="257" y="3489"/>
                    </a:lnTo>
                    <a:lnTo>
                      <a:pt x="216" y="3777"/>
                    </a:lnTo>
                    <a:lnTo>
                      <a:pt x="174" y="4052"/>
                    </a:lnTo>
                    <a:lnTo>
                      <a:pt x="120" y="4316"/>
                    </a:lnTo>
                    <a:lnTo>
                      <a:pt x="132" y="4316"/>
                    </a:lnTo>
                    <a:lnTo>
                      <a:pt x="186" y="4052"/>
                    </a:lnTo>
                    <a:lnTo>
                      <a:pt x="228" y="3777"/>
                    </a:lnTo>
                    <a:lnTo>
                      <a:pt x="269" y="3489"/>
                    </a:lnTo>
                    <a:lnTo>
                      <a:pt x="293" y="3201"/>
                    </a:lnTo>
                    <a:lnTo>
                      <a:pt x="317" y="2907"/>
                    </a:lnTo>
                    <a:lnTo>
                      <a:pt x="329" y="2608"/>
                    </a:lnTo>
                    <a:lnTo>
                      <a:pt x="335" y="2314"/>
                    </a:lnTo>
                    <a:lnTo>
                      <a:pt x="329" y="2014"/>
                    </a:lnTo>
                    <a:lnTo>
                      <a:pt x="329" y="201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5833440" y="0"/>
                <a:ext cx="677520" cy="6851520"/>
              </a:xfrm>
              <a:custGeom>
                <a:avLst/>
                <a:gdLst/>
                <a:ahLst/>
                <a:rect l="l" t="t" r="r" b="b"/>
                <a:pathLst>
                  <a:path w="425" h="4316">
                    <a:moveTo>
                      <a:pt x="413" y="1924"/>
                    </a:moveTo>
                    <a:lnTo>
                      <a:pt x="395" y="1690"/>
                    </a:lnTo>
                    <a:lnTo>
                      <a:pt x="365" y="1457"/>
                    </a:lnTo>
                    <a:lnTo>
                      <a:pt x="329" y="1229"/>
                    </a:lnTo>
                    <a:lnTo>
                      <a:pt x="281" y="1001"/>
                    </a:lnTo>
                    <a:lnTo>
                      <a:pt x="227" y="761"/>
                    </a:lnTo>
                    <a:lnTo>
                      <a:pt x="162" y="522"/>
                    </a:lnTo>
                    <a:lnTo>
                      <a:pt x="90" y="27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84" y="270"/>
                    </a:lnTo>
                    <a:lnTo>
                      <a:pt x="156" y="522"/>
                    </a:lnTo>
                    <a:lnTo>
                      <a:pt x="216" y="767"/>
                    </a:lnTo>
                    <a:lnTo>
                      <a:pt x="275" y="1001"/>
                    </a:lnTo>
                    <a:lnTo>
                      <a:pt x="317" y="1235"/>
                    </a:lnTo>
                    <a:lnTo>
                      <a:pt x="353" y="1463"/>
                    </a:lnTo>
                    <a:lnTo>
                      <a:pt x="383" y="1690"/>
                    </a:lnTo>
                    <a:lnTo>
                      <a:pt x="401" y="1924"/>
                    </a:lnTo>
                    <a:lnTo>
                      <a:pt x="413" y="2188"/>
                    </a:lnTo>
                    <a:lnTo>
                      <a:pt x="407" y="2458"/>
                    </a:lnTo>
                    <a:lnTo>
                      <a:pt x="395" y="2733"/>
                    </a:lnTo>
                    <a:lnTo>
                      <a:pt x="365" y="3021"/>
                    </a:lnTo>
                    <a:lnTo>
                      <a:pt x="329" y="3321"/>
                    </a:lnTo>
                    <a:lnTo>
                      <a:pt x="275" y="3639"/>
                    </a:lnTo>
                    <a:lnTo>
                      <a:pt x="204" y="3968"/>
                    </a:lnTo>
                    <a:lnTo>
                      <a:pt x="126" y="4316"/>
                    </a:lnTo>
                    <a:lnTo>
                      <a:pt x="138" y="4316"/>
                    </a:lnTo>
                    <a:lnTo>
                      <a:pt x="216" y="3968"/>
                    </a:lnTo>
                    <a:lnTo>
                      <a:pt x="287" y="3639"/>
                    </a:lnTo>
                    <a:lnTo>
                      <a:pt x="341" y="3321"/>
                    </a:lnTo>
                    <a:lnTo>
                      <a:pt x="377" y="3021"/>
                    </a:lnTo>
                    <a:lnTo>
                      <a:pt x="407" y="2733"/>
                    </a:lnTo>
                    <a:lnTo>
                      <a:pt x="419" y="2458"/>
                    </a:lnTo>
                    <a:lnTo>
                      <a:pt x="425" y="2188"/>
                    </a:lnTo>
                    <a:lnTo>
                      <a:pt x="413" y="1924"/>
                    </a:lnTo>
                    <a:lnTo>
                      <a:pt x="413" y="192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6262200" y="0"/>
                <a:ext cx="885240" cy="6851520"/>
              </a:xfrm>
              <a:custGeom>
                <a:avLst/>
                <a:gdLst/>
                <a:ahLst/>
                <a:rect l="l" t="t" r="r" b="b"/>
                <a:pathLst>
                  <a:path w="556" h="4316">
                    <a:moveTo>
                      <a:pt x="556" y="2020"/>
                    </a:moveTo>
                    <a:lnTo>
                      <a:pt x="538" y="1732"/>
                    </a:lnTo>
                    <a:lnTo>
                      <a:pt x="503" y="1445"/>
                    </a:lnTo>
                    <a:lnTo>
                      <a:pt x="455" y="1175"/>
                    </a:lnTo>
                    <a:lnTo>
                      <a:pt x="395" y="911"/>
                    </a:lnTo>
                    <a:lnTo>
                      <a:pt x="317" y="659"/>
                    </a:lnTo>
                    <a:lnTo>
                      <a:pt x="228" y="426"/>
                    </a:lnTo>
                    <a:lnTo>
                      <a:pt x="126" y="204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14" y="204"/>
                    </a:lnTo>
                    <a:lnTo>
                      <a:pt x="216" y="426"/>
                    </a:lnTo>
                    <a:lnTo>
                      <a:pt x="305" y="659"/>
                    </a:lnTo>
                    <a:lnTo>
                      <a:pt x="383" y="911"/>
                    </a:lnTo>
                    <a:lnTo>
                      <a:pt x="443" y="1175"/>
                    </a:lnTo>
                    <a:lnTo>
                      <a:pt x="491" y="1445"/>
                    </a:lnTo>
                    <a:lnTo>
                      <a:pt x="526" y="1732"/>
                    </a:lnTo>
                    <a:lnTo>
                      <a:pt x="544" y="2020"/>
                    </a:lnTo>
                    <a:lnTo>
                      <a:pt x="544" y="2326"/>
                    </a:lnTo>
                    <a:lnTo>
                      <a:pt x="532" y="2632"/>
                    </a:lnTo>
                    <a:lnTo>
                      <a:pt x="503" y="2931"/>
                    </a:lnTo>
                    <a:lnTo>
                      <a:pt x="455" y="3225"/>
                    </a:lnTo>
                    <a:lnTo>
                      <a:pt x="389" y="3513"/>
                    </a:lnTo>
                    <a:lnTo>
                      <a:pt x="311" y="3788"/>
                    </a:lnTo>
                    <a:lnTo>
                      <a:pt x="216" y="4058"/>
                    </a:lnTo>
                    <a:lnTo>
                      <a:pt x="102" y="4316"/>
                    </a:lnTo>
                    <a:lnTo>
                      <a:pt x="114" y="4316"/>
                    </a:lnTo>
                    <a:lnTo>
                      <a:pt x="228" y="4058"/>
                    </a:lnTo>
                    <a:lnTo>
                      <a:pt x="323" y="3788"/>
                    </a:lnTo>
                    <a:lnTo>
                      <a:pt x="401" y="3513"/>
                    </a:lnTo>
                    <a:lnTo>
                      <a:pt x="467" y="3225"/>
                    </a:lnTo>
                    <a:lnTo>
                      <a:pt x="515" y="2931"/>
                    </a:lnTo>
                    <a:lnTo>
                      <a:pt x="544" y="2632"/>
                    </a:lnTo>
                    <a:lnTo>
                      <a:pt x="556" y="2326"/>
                    </a:lnTo>
                    <a:lnTo>
                      <a:pt x="556" y="2020"/>
                    </a:lnTo>
                    <a:lnTo>
                      <a:pt x="556" y="202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2" name=""/>
              <p:cNvSpPr/>
              <p:nvPr/>
            </p:nvSpPr>
            <p:spPr>
              <a:xfrm>
                <a:off x="6738480" y="0"/>
                <a:ext cx="1094760" cy="6851520"/>
              </a:xfrm>
              <a:custGeom>
                <a:avLst/>
                <a:gdLst/>
                <a:ahLst/>
                <a:rect l="l" t="t" r="r" b="b"/>
                <a:pathLst>
                  <a:path w="688" h="4316">
                    <a:moveTo>
                      <a:pt x="688" y="2086"/>
                    </a:moveTo>
                    <a:lnTo>
                      <a:pt x="670" y="1810"/>
                    </a:lnTo>
                    <a:lnTo>
                      <a:pt x="634" y="1541"/>
                    </a:lnTo>
                    <a:lnTo>
                      <a:pt x="574" y="1271"/>
                    </a:lnTo>
                    <a:lnTo>
                      <a:pt x="497" y="1007"/>
                    </a:lnTo>
                    <a:lnTo>
                      <a:pt x="401" y="749"/>
                    </a:lnTo>
                    <a:lnTo>
                      <a:pt x="293" y="492"/>
                    </a:lnTo>
                    <a:lnTo>
                      <a:pt x="162" y="24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50" y="240"/>
                    </a:lnTo>
                    <a:lnTo>
                      <a:pt x="281" y="492"/>
                    </a:lnTo>
                    <a:lnTo>
                      <a:pt x="389" y="749"/>
                    </a:lnTo>
                    <a:lnTo>
                      <a:pt x="485" y="1007"/>
                    </a:lnTo>
                    <a:lnTo>
                      <a:pt x="562" y="1271"/>
                    </a:lnTo>
                    <a:lnTo>
                      <a:pt x="622" y="1541"/>
                    </a:lnTo>
                    <a:lnTo>
                      <a:pt x="658" y="1810"/>
                    </a:lnTo>
                    <a:lnTo>
                      <a:pt x="676" y="2086"/>
                    </a:lnTo>
                    <a:lnTo>
                      <a:pt x="676" y="2368"/>
                    </a:lnTo>
                    <a:lnTo>
                      <a:pt x="658" y="2650"/>
                    </a:lnTo>
                    <a:lnTo>
                      <a:pt x="616" y="2931"/>
                    </a:lnTo>
                    <a:lnTo>
                      <a:pt x="556" y="3213"/>
                    </a:lnTo>
                    <a:lnTo>
                      <a:pt x="473" y="3495"/>
                    </a:lnTo>
                    <a:lnTo>
                      <a:pt x="371" y="3777"/>
                    </a:lnTo>
                    <a:lnTo>
                      <a:pt x="251" y="4046"/>
                    </a:lnTo>
                    <a:lnTo>
                      <a:pt x="114" y="4316"/>
                    </a:lnTo>
                    <a:lnTo>
                      <a:pt x="126" y="4316"/>
                    </a:lnTo>
                    <a:lnTo>
                      <a:pt x="263" y="4046"/>
                    </a:lnTo>
                    <a:lnTo>
                      <a:pt x="383" y="3777"/>
                    </a:lnTo>
                    <a:lnTo>
                      <a:pt x="485" y="3495"/>
                    </a:lnTo>
                    <a:lnTo>
                      <a:pt x="568" y="3219"/>
                    </a:lnTo>
                    <a:lnTo>
                      <a:pt x="628" y="2937"/>
                    </a:lnTo>
                    <a:lnTo>
                      <a:pt x="670" y="2656"/>
                    </a:lnTo>
                    <a:lnTo>
                      <a:pt x="688" y="2368"/>
                    </a:lnTo>
                    <a:lnTo>
                      <a:pt x="688" y="2086"/>
                    </a:lnTo>
                    <a:lnTo>
                      <a:pt x="688" y="208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3" name=""/>
              <p:cNvSpPr/>
              <p:nvPr/>
            </p:nvSpPr>
            <p:spPr>
              <a:xfrm>
                <a:off x="7176600" y="0"/>
                <a:ext cx="1371240" cy="6851520"/>
              </a:xfrm>
              <a:custGeom>
                <a:avLst/>
                <a:gdLst/>
                <a:ahLst/>
                <a:rect l="l" t="t" r="r" b="b"/>
                <a:pathLst>
                  <a:path w="861" h="4316">
                    <a:moveTo>
                      <a:pt x="855" y="2128"/>
                    </a:moveTo>
                    <a:lnTo>
                      <a:pt x="831" y="1834"/>
                    </a:lnTo>
                    <a:lnTo>
                      <a:pt x="808" y="1684"/>
                    </a:lnTo>
                    <a:lnTo>
                      <a:pt x="784" y="1541"/>
                    </a:lnTo>
                    <a:lnTo>
                      <a:pt x="748" y="1397"/>
                    </a:lnTo>
                    <a:lnTo>
                      <a:pt x="712" y="1253"/>
                    </a:lnTo>
                    <a:lnTo>
                      <a:pt x="664" y="1115"/>
                    </a:lnTo>
                    <a:lnTo>
                      <a:pt x="610" y="977"/>
                    </a:lnTo>
                    <a:lnTo>
                      <a:pt x="491" y="719"/>
                    </a:lnTo>
                    <a:lnTo>
                      <a:pt x="353" y="468"/>
                    </a:lnTo>
                    <a:lnTo>
                      <a:pt x="192" y="228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180" y="228"/>
                    </a:lnTo>
                    <a:lnTo>
                      <a:pt x="341" y="468"/>
                    </a:lnTo>
                    <a:lnTo>
                      <a:pt x="479" y="719"/>
                    </a:lnTo>
                    <a:lnTo>
                      <a:pt x="598" y="983"/>
                    </a:lnTo>
                    <a:lnTo>
                      <a:pt x="652" y="1121"/>
                    </a:lnTo>
                    <a:lnTo>
                      <a:pt x="700" y="1259"/>
                    </a:lnTo>
                    <a:lnTo>
                      <a:pt x="736" y="1403"/>
                    </a:lnTo>
                    <a:lnTo>
                      <a:pt x="772" y="1547"/>
                    </a:lnTo>
                    <a:lnTo>
                      <a:pt x="802" y="1690"/>
                    </a:lnTo>
                    <a:lnTo>
                      <a:pt x="819" y="1834"/>
                    </a:lnTo>
                    <a:lnTo>
                      <a:pt x="837" y="1984"/>
                    </a:lnTo>
                    <a:lnTo>
                      <a:pt x="843" y="2128"/>
                    </a:lnTo>
                    <a:lnTo>
                      <a:pt x="849" y="2278"/>
                    </a:lnTo>
                    <a:lnTo>
                      <a:pt x="843" y="2428"/>
                    </a:lnTo>
                    <a:lnTo>
                      <a:pt x="831" y="2572"/>
                    </a:lnTo>
                    <a:lnTo>
                      <a:pt x="819" y="2721"/>
                    </a:lnTo>
                    <a:lnTo>
                      <a:pt x="796" y="2865"/>
                    </a:lnTo>
                    <a:lnTo>
                      <a:pt x="766" y="3015"/>
                    </a:lnTo>
                    <a:lnTo>
                      <a:pt x="724" y="3159"/>
                    </a:lnTo>
                    <a:lnTo>
                      <a:pt x="682" y="3303"/>
                    </a:lnTo>
                    <a:lnTo>
                      <a:pt x="586" y="3567"/>
                    </a:lnTo>
                    <a:lnTo>
                      <a:pt x="473" y="3824"/>
                    </a:lnTo>
                    <a:lnTo>
                      <a:pt x="335" y="4076"/>
                    </a:lnTo>
                    <a:lnTo>
                      <a:pt x="180" y="4316"/>
                    </a:lnTo>
                    <a:lnTo>
                      <a:pt x="192" y="4316"/>
                    </a:lnTo>
                    <a:lnTo>
                      <a:pt x="347" y="4076"/>
                    </a:lnTo>
                    <a:lnTo>
                      <a:pt x="485" y="3824"/>
                    </a:lnTo>
                    <a:lnTo>
                      <a:pt x="598" y="3573"/>
                    </a:lnTo>
                    <a:lnTo>
                      <a:pt x="694" y="3309"/>
                    </a:lnTo>
                    <a:lnTo>
                      <a:pt x="736" y="3165"/>
                    </a:lnTo>
                    <a:lnTo>
                      <a:pt x="778" y="3021"/>
                    </a:lnTo>
                    <a:lnTo>
                      <a:pt x="808" y="2871"/>
                    </a:lnTo>
                    <a:lnTo>
                      <a:pt x="831" y="2727"/>
                    </a:lnTo>
                    <a:lnTo>
                      <a:pt x="843" y="2578"/>
                    </a:lnTo>
                    <a:lnTo>
                      <a:pt x="855" y="2428"/>
                    </a:lnTo>
                    <a:lnTo>
                      <a:pt x="861" y="2278"/>
                    </a:lnTo>
                    <a:lnTo>
                      <a:pt x="855" y="2128"/>
                    </a:lnTo>
                    <a:lnTo>
                      <a:pt x="855" y="212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3806280" y="0"/>
                <a:ext cx="237600" cy="6851520"/>
              </a:xfrm>
              <a:custGeom>
                <a:avLst/>
                <a:gdLst/>
                <a:ahLst/>
                <a:rect l="l" t="t" r="r" b="b"/>
                <a:pathLst>
                  <a:path w="149" h="4316">
                    <a:moveTo>
                      <a:pt x="18" y="1942"/>
                    </a:moveTo>
                    <a:lnTo>
                      <a:pt x="30" y="1630"/>
                    </a:lnTo>
                    <a:lnTo>
                      <a:pt x="42" y="1331"/>
                    </a:lnTo>
                    <a:lnTo>
                      <a:pt x="59" y="1055"/>
                    </a:lnTo>
                    <a:lnTo>
                      <a:pt x="77" y="791"/>
                    </a:lnTo>
                    <a:lnTo>
                      <a:pt x="83" y="671"/>
                    </a:lnTo>
                    <a:lnTo>
                      <a:pt x="95" y="557"/>
                    </a:lnTo>
                    <a:lnTo>
                      <a:pt x="107" y="444"/>
                    </a:lnTo>
                    <a:lnTo>
                      <a:pt x="113" y="342"/>
                    </a:lnTo>
                    <a:lnTo>
                      <a:pt x="125" y="246"/>
                    </a:lnTo>
                    <a:lnTo>
                      <a:pt x="131" y="156"/>
                    </a:lnTo>
                    <a:lnTo>
                      <a:pt x="143" y="72"/>
                    </a:lnTo>
                    <a:lnTo>
                      <a:pt x="149" y="0"/>
                    </a:lnTo>
                    <a:lnTo>
                      <a:pt x="137" y="0"/>
                    </a:lnTo>
                    <a:lnTo>
                      <a:pt x="131" y="72"/>
                    </a:lnTo>
                    <a:lnTo>
                      <a:pt x="119" y="156"/>
                    </a:lnTo>
                    <a:lnTo>
                      <a:pt x="113" y="246"/>
                    </a:lnTo>
                    <a:lnTo>
                      <a:pt x="101" y="342"/>
                    </a:lnTo>
                    <a:lnTo>
                      <a:pt x="95" y="444"/>
                    </a:lnTo>
                    <a:lnTo>
                      <a:pt x="83" y="557"/>
                    </a:lnTo>
                    <a:lnTo>
                      <a:pt x="71" y="671"/>
                    </a:lnTo>
                    <a:lnTo>
                      <a:pt x="65" y="791"/>
                    </a:lnTo>
                    <a:lnTo>
                      <a:pt x="48" y="1055"/>
                    </a:lnTo>
                    <a:lnTo>
                      <a:pt x="30" y="1331"/>
                    </a:lnTo>
                    <a:lnTo>
                      <a:pt x="18" y="1630"/>
                    </a:lnTo>
                    <a:lnTo>
                      <a:pt x="6" y="1942"/>
                    </a:lnTo>
                    <a:lnTo>
                      <a:pt x="0" y="2278"/>
                    </a:lnTo>
                    <a:lnTo>
                      <a:pt x="6" y="2602"/>
                    </a:lnTo>
                    <a:lnTo>
                      <a:pt x="12" y="2919"/>
                    </a:lnTo>
                    <a:lnTo>
                      <a:pt x="24" y="3219"/>
                    </a:lnTo>
                    <a:lnTo>
                      <a:pt x="36" y="3513"/>
                    </a:lnTo>
                    <a:lnTo>
                      <a:pt x="59" y="3794"/>
                    </a:lnTo>
                    <a:lnTo>
                      <a:pt x="89" y="4058"/>
                    </a:lnTo>
                    <a:lnTo>
                      <a:pt x="125" y="4316"/>
                    </a:lnTo>
                    <a:lnTo>
                      <a:pt x="137" y="4316"/>
                    </a:lnTo>
                    <a:lnTo>
                      <a:pt x="101" y="4058"/>
                    </a:lnTo>
                    <a:lnTo>
                      <a:pt x="71" y="3794"/>
                    </a:lnTo>
                    <a:lnTo>
                      <a:pt x="48" y="3513"/>
                    </a:lnTo>
                    <a:lnTo>
                      <a:pt x="36" y="3225"/>
                    </a:lnTo>
                    <a:lnTo>
                      <a:pt x="24" y="2919"/>
                    </a:lnTo>
                    <a:lnTo>
                      <a:pt x="18" y="2608"/>
                    </a:lnTo>
                    <a:lnTo>
                      <a:pt x="12" y="2278"/>
                    </a:lnTo>
                    <a:lnTo>
                      <a:pt x="18" y="1942"/>
                    </a:lnTo>
                    <a:lnTo>
                      <a:pt x="18" y="194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3120480" y="0"/>
                <a:ext cx="475920" cy="6851520"/>
              </a:xfrm>
              <a:custGeom>
                <a:avLst/>
                <a:gdLst/>
                <a:ahLst/>
                <a:rect l="l" t="t" r="r" b="b"/>
                <a:pathLst>
                  <a:path w="299" h="4316">
                    <a:moveTo>
                      <a:pt x="18" y="2062"/>
                    </a:moveTo>
                    <a:lnTo>
                      <a:pt x="30" y="1750"/>
                    </a:lnTo>
                    <a:lnTo>
                      <a:pt x="54" y="1451"/>
                    </a:lnTo>
                    <a:lnTo>
                      <a:pt x="84" y="1169"/>
                    </a:lnTo>
                    <a:lnTo>
                      <a:pt x="126" y="899"/>
                    </a:lnTo>
                    <a:lnTo>
                      <a:pt x="162" y="641"/>
                    </a:lnTo>
                    <a:lnTo>
                      <a:pt x="209" y="408"/>
                    </a:lnTo>
                    <a:lnTo>
                      <a:pt x="251" y="192"/>
                    </a:lnTo>
                    <a:lnTo>
                      <a:pt x="299" y="0"/>
                    </a:lnTo>
                    <a:lnTo>
                      <a:pt x="287" y="0"/>
                    </a:lnTo>
                    <a:lnTo>
                      <a:pt x="239" y="192"/>
                    </a:lnTo>
                    <a:lnTo>
                      <a:pt x="198" y="408"/>
                    </a:lnTo>
                    <a:lnTo>
                      <a:pt x="156" y="641"/>
                    </a:lnTo>
                    <a:lnTo>
                      <a:pt x="114" y="899"/>
                    </a:lnTo>
                    <a:lnTo>
                      <a:pt x="78" y="1169"/>
                    </a:lnTo>
                    <a:lnTo>
                      <a:pt x="48" y="1451"/>
                    </a:lnTo>
                    <a:lnTo>
                      <a:pt x="24" y="1750"/>
                    </a:lnTo>
                    <a:lnTo>
                      <a:pt x="6" y="2062"/>
                    </a:lnTo>
                    <a:lnTo>
                      <a:pt x="0" y="2374"/>
                    </a:lnTo>
                    <a:lnTo>
                      <a:pt x="12" y="2674"/>
                    </a:lnTo>
                    <a:lnTo>
                      <a:pt x="30" y="2973"/>
                    </a:lnTo>
                    <a:lnTo>
                      <a:pt x="54" y="3255"/>
                    </a:lnTo>
                    <a:lnTo>
                      <a:pt x="96" y="3537"/>
                    </a:lnTo>
                    <a:lnTo>
                      <a:pt x="144" y="3806"/>
                    </a:lnTo>
                    <a:lnTo>
                      <a:pt x="203" y="4064"/>
                    </a:lnTo>
                    <a:lnTo>
                      <a:pt x="275" y="4316"/>
                    </a:lnTo>
                    <a:lnTo>
                      <a:pt x="287" y="4316"/>
                    </a:lnTo>
                    <a:lnTo>
                      <a:pt x="215" y="4064"/>
                    </a:lnTo>
                    <a:lnTo>
                      <a:pt x="156" y="3806"/>
                    </a:lnTo>
                    <a:lnTo>
                      <a:pt x="108" y="3537"/>
                    </a:lnTo>
                    <a:lnTo>
                      <a:pt x="66" y="3261"/>
                    </a:lnTo>
                    <a:lnTo>
                      <a:pt x="42" y="2973"/>
                    </a:lnTo>
                    <a:lnTo>
                      <a:pt x="24" y="2680"/>
                    </a:lnTo>
                    <a:lnTo>
                      <a:pt x="12" y="2374"/>
                    </a:lnTo>
                    <a:lnTo>
                      <a:pt x="18" y="2062"/>
                    </a:lnTo>
                    <a:lnTo>
                      <a:pt x="18" y="206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2484000" y="0"/>
                <a:ext cx="674280" cy="6851520"/>
              </a:xfrm>
              <a:custGeom>
                <a:avLst/>
                <a:gdLst/>
                <a:ahLst/>
                <a:rect l="l" t="t" r="r" b="b"/>
                <a:pathLst>
                  <a:path w="424" h="4316">
                    <a:moveTo>
                      <a:pt x="424" y="0"/>
                    </a:moveTo>
                    <a:lnTo>
                      <a:pt x="412" y="0"/>
                    </a:lnTo>
                    <a:lnTo>
                      <a:pt x="316" y="222"/>
                    </a:lnTo>
                    <a:lnTo>
                      <a:pt x="239" y="462"/>
                    </a:lnTo>
                    <a:lnTo>
                      <a:pt x="167" y="707"/>
                    </a:lnTo>
                    <a:lnTo>
                      <a:pt x="107" y="971"/>
                    </a:lnTo>
                    <a:lnTo>
                      <a:pt x="65" y="1247"/>
                    </a:lnTo>
                    <a:lnTo>
                      <a:pt x="29" y="1529"/>
                    </a:lnTo>
                    <a:lnTo>
                      <a:pt x="6" y="1822"/>
                    </a:lnTo>
                    <a:lnTo>
                      <a:pt x="0" y="2122"/>
                    </a:lnTo>
                    <a:lnTo>
                      <a:pt x="6" y="2404"/>
                    </a:lnTo>
                    <a:lnTo>
                      <a:pt x="24" y="2686"/>
                    </a:lnTo>
                    <a:lnTo>
                      <a:pt x="47" y="2961"/>
                    </a:lnTo>
                    <a:lnTo>
                      <a:pt x="89" y="3243"/>
                    </a:lnTo>
                    <a:lnTo>
                      <a:pt x="137" y="3519"/>
                    </a:lnTo>
                    <a:lnTo>
                      <a:pt x="197" y="3788"/>
                    </a:lnTo>
                    <a:lnTo>
                      <a:pt x="269" y="4058"/>
                    </a:lnTo>
                    <a:lnTo>
                      <a:pt x="346" y="4316"/>
                    </a:lnTo>
                    <a:lnTo>
                      <a:pt x="358" y="4316"/>
                    </a:lnTo>
                    <a:lnTo>
                      <a:pt x="281" y="4058"/>
                    </a:lnTo>
                    <a:lnTo>
                      <a:pt x="209" y="3788"/>
                    </a:lnTo>
                    <a:lnTo>
                      <a:pt x="149" y="3519"/>
                    </a:lnTo>
                    <a:lnTo>
                      <a:pt x="101" y="3243"/>
                    </a:lnTo>
                    <a:lnTo>
                      <a:pt x="59" y="2961"/>
                    </a:lnTo>
                    <a:lnTo>
                      <a:pt x="35" y="2686"/>
                    </a:lnTo>
                    <a:lnTo>
                      <a:pt x="18" y="2404"/>
                    </a:lnTo>
                    <a:lnTo>
                      <a:pt x="12" y="2122"/>
                    </a:lnTo>
                    <a:lnTo>
                      <a:pt x="18" y="1822"/>
                    </a:lnTo>
                    <a:lnTo>
                      <a:pt x="41" y="1529"/>
                    </a:lnTo>
                    <a:lnTo>
                      <a:pt x="71" y="1247"/>
                    </a:lnTo>
                    <a:lnTo>
                      <a:pt x="119" y="971"/>
                    </a:lnTo>
                    <a:lnTo>
                      <a:pt x="179" y="707"/>
                    </a:lnTo>
                    <a:lnTo>
                      <a:pt x="245" y="462"/>
                    </a:lnTo>
                    <a:lnTo>
                      <a:pt x="328" y="222"/>
                    </a:lnTo>
                    <a:lnTo>
                      <a:pt x="424" y="0"/>
                    </a:lnTo>
                    <a:lnTo>
                      <a:pt x="4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1788480" y="0"/>
                <a:ext cx="912600" cy="6851520"/>
              </a:xfrm>
              <a:custGeom>
                <a:avLst/>
                <a:gdLst/>
                <a:ahLst/>
                <a:rect l="l" t="t" r="r" b="b"/>
                <a:pathLst>
                  <a:path w="574" h="4316">
                    <a:moveTo>
                      <a:pt x="12" y="2146"/>
                    </a:moveTo>
                    <a:lnTo>
                      <a:pt x="24" y="1846"/>
                    </a:lnTo>
                    <a:lnTo>
                      <a:pt x="54" y="1559"/>
                    </a:lnTo>
                    <a:lnTo>
                      <a:pt x="96" y="1277"/>
                    </a:lnTo>
                    <a:lnTo>
                      <a:pt x="162" y="1001"/>
                    </a:lnTo>
                    <a:lnTo>
                      <a:pt x="239" y="731"/>
                    </a:lnTo>
                    <a:lnTo>
                      <a:pt x="335" y="480"/>
                    </a:lnTo>
                    <a:lnTo>
                      <a:pt x="449" y="234"/>
                    </a:lnTo>
                    <a:lnTo>
                      <a:pt x="574" y="0"/>
                    </a:lnTo>
                    <a:lnTo>
                      <a:pt x="562" y="0"/>
                    </a:lnTo>
                    <a:lnTo>
                      <a:pt x="437" y="234"/>
                    </a:lnTo>
                    <a:lnTo>
                      <a:pt x="323" y="480"/>
                    </a:lnTo>
                    <a:lnTo>
                      <a:pt x="227" y="737"/>
                    </a:lnTo>
                    <a:lnTo>
                      <a:pt x="150" y="1001"/>
                    </a:lnTo>
                    <a:lnTo>
                      <a:pt x="84" y="1277"/>
                    </a:lnTo>
                    <a:lnTo>
                      <a:pt x="42" y="1559"/>
                    </a:lnTo>
                    <a:lnTo>
                      <a:pt x="12" y="1852"/>
                    </a:lnTo>
                    <a:lnTo>
                      <a:pt x="0" y="2146"/>
                    </a:lnTo>
                    <a:lnTo>
                      <a:pt x="6" y="2434"/>
                    </a:lnTo>
                    <a:lnTo>
                      <a:pt x="30" y="2715"/>
                    </a:lnTo>
                    <a:lnTo>
                      <a:pt x="66" y="2997"/>
                    </a:lnTo>
                    <a:lnTo>
                      <a:pt x="120" y="3273"/>
                    </a:lnTo>
                    <a:lnTo>
                      <a:pt x="191" y="3549"/>
                    </a:lnTo>
                    <a:lnTo>
                      <a:pt x="275" y="3812"/>
                    </a:lnTo>
                    <a:lnTo>
                      <a:pt x="371" y="4070"/>
                    </a:lnTo>
                    <a:lnTo>
                      <a:pt x="484" y="4316"/>
                    </a:lnTo>
                    <a:lnTo>
                      <a:pt x="496" y="4316"/>
                    </a:lnTo>
                    <a:lnTo>
                      <a:pt x="383" y="4070"/>
                    </a:lnTo>
                    <a:lnTo>
                      <a:pt x="287" y="3812"/>
                    </a:lnTo>
                    <a:lnTo>
                      <a:pt x="203" y="3549"/>
                    </a:lnTo>
                    <a:lnTo>
                      <a:pt x="132" y="3273"/>
                    </a:lnTo>
                    <a:lnTo>
                      <a:pt x="78" y="2997"/>
                    </a:lnTo>
                    <a:lnTo>
                      <a:pt x="42" y="2715"/>
                    </a:lnTo>
                    <a:lnTo>
                      <a:pt x="18" y="2434"/>
                    </a:lnTo>
                    <a:lnTo>
                      <a:pt x="12" y="2146"/>
                    </a:lnTo>
                    <a:lnTo>
                      <a:pt x="12" y="2146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1112400" y="0"/>
                <a:ext cx="1169640" cy="6851520"/>
              </a:xfrm>
              <a:custGeom>
                <a:avLst/>
                <a:gdLst/>
                <a:ahLst/>
                <a:rect l="l" t="t" r="r" b="b"/>
                <a:pathLst>
                  <a:path w="735" h="4316">
                    <a:moveTo>
                      <a:pt x="12" y="2098"/>
                    </a:moveTo>
                    <a:lnTo>
                      <a:pt x="29" y="1798"/>
                    </a:lnTo>
                    <a:lnTo>
                      <a:pt x="71" y="1505"/>
                    </a:lnTo>
                    <a:lnTo>
                      <a:pt x="131" y="1223"/>
                    </a:lnTo>
                    <a:lnTo>
                      <a:pt x="215" y="941"/>
                    </a:lnTo>
                    <a:lnTo>
                      <a:pt x="316" y="689"/>
                    </a:lnTo>
                    <a:lnTo>
                      <a:pt x="442" y="444"/>
                    </a:lnTo>
                    <a:lnTo>
                      <a:pt x="580" y="216"/>
                    </a:lnTo>
                    <a:lnTo>
                      <a:pt x="735" y="0"/>
                    </a:lnTo>
                    <a:lnTo>
                      <a:pt x="723" y="0"/>
                    </a:lnTo>
                    <a:lnTo>
                      <a:pt x="568" y="210"/>
                    </a:lnTo>
                    <a:lnTo>
                      <a:pt x="430" y="438"/>
                    </a:lnTo>
                    <a:lnTo>
                      <a:pt x="311" y="683"/>
                    </a:lnTo>
                    <a:lnTo>
                      <a:pt x="209" y="941"/>
                    </a:lnTo>
                    <a:lnTo>
                      <a:pt x="125" y="1217"/>
                    </a:lnTo>
                    <a:lnTo>
                      <a:pt x="59" y="1505"/>
                    </a:lnTo>
                    <a:lnTo>
                      <a:pt x="18" y="1798"/>
                    </a:lnTo>
                    <a:lnTo>
                      <a:pt x="0" y="2098"/>
                    </a:lnTo>
                    <a:lnTo>
                      <a:pt x="6" y="2404"/>
                    </a:lnTo>
                    <a:lnTo>
                      <a:pt x="29" y="2709"/>
                    </a:lnTo>
                    <a:lnTo>
                      <a:pt x="77" y="3015"/>
                    </a:lnTo>
                    <a:lnTo>
                      <a:pt x="149" y="3315"/>
                    </a:lnTo>
                    <a:lnTo>
                      <a:pt x="227" y="3573"/>
                    </a:lnTo>
                    <a:lnTo>
                      <a:pt x="316" y="3824"/>
                    </a:lnTo>
                    <a:lnTo>
                      <a:pt x="424" y="4076"/>
                    </a:lnTo>
                    <a:lnTo>
                      <a:pt x="544" y="4316"/>
                    </a:lnTo>
                    <a:lnTo>
                      <a:pt x="556" y="4316"/>
                    </a:lnTo>
                    <a:lnTo>
                      <a:pt x="436" y="4076"/>
                    </a:lnTo>
                    <a:lnTo>
                      <a:pt x="328" y="3824"/>
                    </a:lnTo>
                    <a:lnTo>
                      <a:pt x="239" y="3573"/>
                    </a:lnTo>
                    <a:lnTo>
                      <a:pt x="161" y="3315"/>
                    </a:lnTo>
                    <a:lnTo>
                      <a:pt x="89" y="3015"/>
                    </a:lnTo>
                    <a:lnTo>
                      <a:pt x="41" y="2709"/>
                    </a:lnTo>
                    <a:lnTo>
                      <a:pt x="18" y="2404"/>
                    </a:lnTo>
                    <a:lnTo>
                      <a:pt x="12" y="2098"/>
                    </a:lnTo>
                    <a:lnTo>
                      <a:pt x="12" y="209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455400" y="0"/>
                <a:ext cx="1333080" cy="6851520"/>
              </a:xfrm>
              <a:custGeom>
                <a:avLst/>
                <a:gdLst/>
                <a:ahLst/>
                <a:rect l="l" t="t" r="r" b="b"/>
                <a:pathLst>
                  <a:path w="837" h="4316">
                    <a:moveTo>
                      <a:pt x="18" y="1948"/>
                    </a:moveTo>
                    <a:lnTo>
                      <a:pt x="48" y="1708"/>
                    </a:lnTo>
                    <a:lnTo>
                      <a:pt x="96" y="1475"/>
                    </a:lnTo>
                    <a:lnTo>
                      <a:pt x="161" y="1235"/>
                    </a:lnTo>
                    <a:lnTo>
                      <a:pt x="251" y="995"/>
                    </a:lnTo>
                    <a:lnTo>
                      <a:pt x="365" y="755"/>
                    </a:lnTo>
                    <a:lnTo>
                      <a:pt x="496" y="510"/>
                    </a:lnTo>
                    <a:lnTo>
                      <a:pt x="658" y="258"/>
                    </a:lnTo>
                    <a:lnTo>
                      <a:pt x="741" y="132"/>
                    </a:lnTo>
                    <a:lnTo>
                      <a:pt x="837" y="0"/>
                    </a:lnTo>
                    <a:lnTo>
                      <a:pt x="825" y="0"/>
                    </a:lnTo>
                    <a:lnTo>
                      <a:pt x="729" y="132"/>
                    </a:lnTo>
                    <a:lnTo>
                      <a:pt x="640" y="258"/>
                    </a:lnTo>
                    <a:lnTo>
                      <a:pt x="562" y="384"/>
                    </a:lnTo>
                    <a:lnTo>
                      <a:pt x="484" y="510"/>
                    </a:lnTo>
                    <a:lnTo>
                      <a:pt x="353" y="755"/>
                    </a:lnTo>
                    <a:lnTo>
                      <a:pt x="239" y="995"/>
                    </a:lnTo>
                    <a:lnTo>
                      <a:pt x="150" y="1235"/>
                    </a:lnTo>
                    <a:lnTo>
                      <a:pt x="84" y="1469"/>
                    </a:lnTo>
                    <a:lnTo>
                      <a:pt x="36" y="1702"/>
                    </a:lnTo>
                    <a:lnTo>
                      <a:pt x="6" y="1942"/>
                    </a:lnTo>
                    <a:lnTo>
                      <a:pt x="0" y="2200"/>
                    </a:lnTo>
                    <a:lnTo>
                      <a:pt x="12" y="2470"/>
                    </a:lnTo>
                    <a:lnTo>
                      <a:pt x="48" y="2739"/>
                    </a:lnTo>
                    <a:lnTo>
                      <a:pt x="114" y="3027"/>
                    </a:lnTo>
                    <a:lnTo>
                      <a:pt x="150" y="3171"/>
                    </a:lnTo>
                    <a:lnTo>
                      <a:pt x="197" y="3321"/>
                    </a:lnTo>
                    <a:lnTo>
                      <a:pt x="245" y="3477"/>
                    </a:lnTo>
                    <a:lnTo>
                      <a:pt x="305" y="3639"/>
                    </a:lnTo>
                    <a:lnTo>
                      <a:pt x="365" y="3800"/>
                    </a:lnTo>
                    <a:lnTo>
                      <a:pt x="437" y="3968"/>
                    </a:lnTo>
                    <a:lnTo>
                      <a:pt x="508" y="4136"/>
                    </a:lnTo>
                    <a:lnTo>
                      <a:pt x="592" y="4316"/>
                    </a:lnTo>
                    <a:lnTo>
                      <a:pt x="604" y="4316"/>
                    </a:lnTo>
                    <a:lnTo>
                      <a:pt x="520" y="4136"/>
                    </a:lnTo>
                    <a:lnTo>
                      <a:pt x="448" y="3968"/>
                    </a:lnTo>
                    <a:lnTo>
                      <a:pt x="377" y="3800"/>
                    </a:lnTo>
                    <a:lnTo>
                      <a:pt x="317" y="3639"/>
                    </a:lnTo>
                    <a:lnTo>
                      <a:pt x="257" y="3477"/>
                    </a:lnTo>
                    <a:lnTo>
                      <a:pt x="209" y="3327"/>
                    </a:lnTo>
                    <a:lnTo>
                      <a:pt x="161" y="3171"/>
                    </a:lnTo>
                    <a:lnTo>
                      <a:pt x="126" y="3027"/>
                    </a:lnTo>
                    <a:lnTo>
                      <a:pt x="60" y="2739"/>
                    </a:lnTo>
                    <a:lnTo>
                      <a:pt x="24" y="2470"/>
                    </a:lnTo>
                    <a:lnTo>
                      <a:pt x="12" y="2206"/>
                    </a:lnTo>
                    <a:lnTo>
                      <a:pt x="18" y="1948"/>
                    </a:lnTo>
                    <a:lnTo>
                      <a:pt x="18" y="194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66cc"/>
                  </a:gs>
                  <a:gs pos="100000">
                    <a:srgbClr val="004387"/>
                  </a:gs>
                </a:gsLst>
                <a:lin ang="5400000"/>
              </a:gra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46800" bIns="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60" name=""/>
            <p:cNvSpPr/>
            <p:nvPr/>
          </p:nvSpPr>
          <p:spPr>
            <a:xfrm>
              <a:off x="7560" y="4605480"/>
              <a:ext cx="961920" cy="2246040"/>
            </a:xfrm>
            <a:custGeom>
              <a:avLst/>
              <a:gdLst/>
              <a:ahLst/>
              <a:rect l="l" t="t" r="r" b="b"/>
              <a:pathLst>
                <a:path w="604" h="1415">
                  <a:moveTo>
                    <a:pt x="0" y="54"/>
                  </a:moveTo>
                  <a:lnTo>
                    <a:pt x="42" y="228"/>
                  </a:lnTo>
                  <a:lnTo>
                    <a:pt x="96" y="402"/>
                  </a:lnTo>
                  <a:lnTo>
                    <a:pt x="161" y="576"/>
                  </a:lnTo>
                  <a:lnTo>
                    <a:pt x="227" y="744"/>
                  </a:lnTo>
                  <a:lnTo>
                    <a:pt x="305" y="917"/>
                  </a:lnTo>
                  <a:lnTo>
                    <a:pt x="389" y="1085"/>
                  </a:lnTo>
                  <a:lnTo>
                    <a:pt x="484" y="1253"/>
                  </a:lnTo>
                  <a:lnTo>
                    <a:pt x="586" y="1415"/>
                  </a:lnTo>
                  <a:lnTo>
                    <a:pt x="604" y="1415"/>
                  </a:lnTo>
                  <a:lnTo>
                    <a:pt x="496" y="1247"/>
                  </a:lnTo>
                  <a:lnTo>
                    <a:pt x="401" y="1073"/>
                  </a:lnTo>
                  <a:lnTo>
                    <a:pt x="311" y="899"/>
                  </a:lnTo>
                  <a:lnTo>
                    <a:pt x="233" y="720"/>
                  </a:lnTo>
                  <a:lnTo>
                    <a:pt x="161" y="546"/>
                  </a:lnTo>
                  <a:lnTo>
                    <a:pt x="102" y="366"/>
                  </a:lnTo>
                  <a:lnTo>
                    <a:pt x="48" y="180"/>
                  </a:lnTo>
                  <a:lnTo>
                    <a:pt x="0" y="0"/>
                  </a:lnTo>
                  <a:lnTo>
                    <a:pt x="0" y="54"/>
                  </a:lnTo>
                  <a:lnTo>
                    <a:pt x="0" y="54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"/>
            <p:cNvSpPr/>
            <p:nvPr/>
          </p:nvSpPr>
          <p:spPr>
            <a:xfrm>
              <a:off x="7560" y="6175440"/>
              <a:ext cx="361800" cy="676080"/>
            </a:xfrm>
            <a:custGeom>
              <a:avLst/>
              <a:gdLst/>
              <a:ahLst/>
              <a:rect l="l" t="t" r="r" b="b"/>
              <a:pathLst>
                <a:path w="227" h="426">
                  <a:moveTo>
                    <a:pt x="0" y="30"/>
                  </a:moveTo>
                  <a:lnTo>
                    <a:pt x="108" y="240"/>
                  </a:lnTo>
                  <a:lnTo>
                    <a:pt x="215" y="426"/>
                  </a:lnTo>
                  <a:lnTo>
                    <a:pt x="227" y="426"/>
                  </a:lnTo>
                  <a:lnTo>
                    <a:pt x="167" y="330"/>
                  </a:lnTo>
                  <a:lnTo>
                    <a:pt x="114" y="222"/>
                  </a:lnTo>
                  <a:lnTo>
                    <a:pt x="0" y="0"/>
                  </a:lnTo>
                  <a:lnTo>
                    <a:pt x="0" y="30"/>
                  </a:lnTo>
                  <a:lnTo>
                    <a:pt x="0" y="30"/>
                  </a:lnTo>
                  <a:close/>
                </a:path>
              </a:pathLst>
            </a:custGeom>
            <a:gradFill rotWithShape="0">
              <a:gsLst>
                <a:gs pos="0">
                  <a:srgbClr val="003b76"/>
                </a:gs>
                <a:gs pos="100000">
                  <a:srgbClr val="002347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"/>
            <p:cNvSpPr/>
            <p:nvPr/>
          </p:nvSpPr>
          <p:spPr>
            <a:xfrm>
              <a:off x="7580160" y="0"/>
              <a:ext cx="1561680" cy="2835360"/>
            </a:xfrm>
            <a:custGeom>
              <a:avLst/>
              <a:gdLst/>
              <a:ahLst/>
              <a:rect l="l" t="t" r="r" b="b"/>
              <a:pathLst>
                <a:path w="981" h="1786">
                  <a:moveTo>
                    <a:pt x="981" y="1786"/>
                  </a:moveTo>
                  <a:lnTo>
                    <a:pt x="981" y="1720"/>
                  </a:lnTo>
                  <a:lnTo>
                    <a:pt x="969" y="1666"/>
                  </a:lnTo>
                  <a:lnTo>
                    <a:pt x="957" y="1613"/>
                  </a:lnTo>
                  <a:lnTo>
                    <a:pt x="921" y="1487"/>
                  </a:lnTo>
                  <a:lnTo>
                    <a:pt x="885" y="1361"/>
                  </a:lnTo>
                  <a:lnTo>
                    <a:pt x="796" y="1121"/>
                  </a:lnTo>
                  <a:lnTo>
                    <a:pt x="682" y="899"/>
                  </a:lnTo>
                  <a:lnTo>
                    <a:pt x="562" y="689"/>
                  </a:lnTo>
                  <a:lnTo>
                    <a:pt x="431" y="498"/>
                  </a:lnTo>
                  <a:lnTo>
                    <a:pt x="293" y="318"/>
                  </a:lnTo>
                  <a:lnTo>
                    <a:pt x="150" y="15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38" y="150"/>
                  </a:lnTo>
                  <a:lnTo>
                    <a:pt x="275" y="318"/>
                  </a:lnTo>
                  <a:lnTo>
                    <a:pt x="413" y="498"/>
                  </a:lnTo>
                  <a:lnTo>
                    <a:pt x="545" y="689"/>
                  </a:lnTo>
                  <a:lnTo>
                    <a:pt x="670" y="899"/>
                  </a:lnTo>
                  <a:lnTo>
                    <a:pt x="778" y="1121"/>
                  </a:lnTo>
                  <a:lnTo>
                    <a:pt x="873" y="1361"/>
                  </a:lnTo>
                  <a:lnTo>
                    <a:pt x="909" y="1487"/>
                  </a:lnTo>
                  <a:lnTo>
                    <a:pt x="945" y="1619"/>
                  </a:lnTo>
                  <a:lnTo>
                    <a:pt x="963" y="1702"/>
                  </a:lnTo>
                  <a:lnTo>
                    <a:pt x="981" y="1786"/>
                  </a:lnTo>
                  <a:lnTo>
                    <a:pt x="981" y="1786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"/>
            <p:cNvSpPr/>
            <p:nvPr/>
          </p:nvSpPr>
          <p:spPr>
            <a:xfrm>
              <a:off x="8000640" y="0"/>
              <a:ext cx="1141200" cy="1341360"/>
            </a:xfrm>
            <a:custGeom>
              <a:avLst/>
              <a:gdLst/>
              <a:ahLst/>
              <a:rect l="l" t="t" r="r" b="b"/>
              <a:pathLst>
                <a:path w="717" h="845">
                  <a:moveTo>
                    <a:pt x="717" y="845"/>
                  </a:moveTo>
                  <a:lnTo>
                    <a:pt x="717" y="821"/>
                  </a:lnTo>
                  <a:lnTo>
                    <a:pt x="574" y="605"/>
                  </a:lnTo>
                  <a:lnTo>
                    <a:pt x="406" y="396"/>
                  </a:lnTo>
                  <a:lnTo>
                    <a:pt x="221" y="192"/>
                  </a:lnTo>
                  <a:lnTo>
                    <a:pt x="17" y="0"/>
                  </a:lnTo>
                  <a:lnTo>
                    <a:pt x="0" y="0"/>
                  </a:lnTo>
                  <a:lnTo>
                    <a:pt x="209" y="198"/>
                  </a:lnTo>
                  <a:lnTo>
                    <a:pt x="400" y="408"/>
                  </a:lnTo>
                  <a:lnTo>
                    <a:pt x="568" y="623"/>
                  </a:lnTo>
                  <a:lnTo>
                    <a:pt x="717" y="845"/>
                  </a:lnTo>
                  <a:lnTo>
                    <a:pt x="717" y="845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"/>
            <p:cNvSpPr/>
            <p:nvPr/>
          </p:nvSpPr>
          <p:spPr>
            <a:xfrm>
              <a:off x="8494560" y="0"/>
              <a:ext cx="647280" cy="657360"/>
            </a:xfrm>
            <a:custGeom>
              <a:avLst/>
              <a:gdLst/>
              <a:ahLst/>
              <a:rect l="l" t="t" r="r" b="b"/>
              <a:pathLst>
                <a:path w="407" h="414">
                  <a:moveTo>
                    <a:pt x="407" y="414"/>
                  </a:moveTo>
                  <a:lnTo>
                    <a:pt x="407" y="396"/>
                  </a:lnTo>
                  <a:lnTo>
                    <a:pt x="222" y="192"/>
                  </a:lnTo>
                  <a:lnTo>
                    <a:pt x="12" y="0"/>
                  </a:lnTo>
                  <a:lnTo>
                    <a:pt x="0" y="0"/>
                  </a:lnTo>
                  <a:lnTo>
                    <a:pt x="108" y="102"/>
                  </a:lnTo>
                  <a:lnTo>
                    <a:pt x="216" y="204"/>
                  </a:lnTo>
                  <a:lnTo>
                    <a:pt x="407" y="414"/>
                  </a:lnTo>
                  <a:lnTo>
                    <a:pt x="407" y="414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"/>
            <p:cNvSpPr/>
            <p:nvPr/>
          </p:nvSpPr>
          <p:spPr>
            <a:xfrm>
              <a:off x="7560" y="0"/>
              <a:ext cx="1361880" cy="2236680"/>
            </a:xfrm>
            <a:custGeom>
              <a:avLst/>
              <a:gdLst/>
              <a:ahLst/>
              <a:rect l="l" t="t" r="r" b="b"/>
              <a:pathLst>
                <a:path w="855" h="1409">
                  <a:moveTo>
                    <a:pt x="0" y="1361"/>
                  </a:moveTo>
                  <a:lnTo>
                    <a:pt x="0" y="1409"/>
                  </a:lnTo>
                  <a:lnTo>
                    <a:pt x="54" y="1211"/>
                  </a:lnTo>
                  <a:lnTo>
                    <a:pt x="126" y="1013"/>
                  </a:lnTo>
                  <a:lnTo>
                    <a:pt x="215" y="827"/>
                  </a:lnTo>
                  <a:lnTo>
                    <a:pt x="311" y="647"/>
                  </a:lnTo>
                  <a:lnTo>
                    <a:pt x="431" y="474"/>
                  </a:lnTo>
                  <a:lnTo>
                    <a:pt x="556" y="312"/>
                  </a:lnTo>
                  <a:lnTo>
                    <a:pt x="700" y="150"/>
                  </a:lnTo>
                  <a:lnTo>
                    <a:pt x="855" y="0"/>
                  </a:lnTo>
                  <a:lnTo>
                    <a:pt x="837" y="0"/>
                  </a:lnTo>
                  <a:lnTo>
                    <a:pt x="688" y="144"/>
                  </a:lnTo>
                  <a:lnTo>
                    <a:pt x="550" y="300"/>
                  </a:lnTo>
                  <a:lnTo>
                    <a:pt x="425" y="462"/>
                  </a:lnTo>
                  <a:lnTo>
                    <a:pt x="311" y="629"/>
                  </a:lnTo>
                  <a:lnTo>
                    <a:pt x="215" y="803"/>
                  </a:lnTo>
                  <a:lnTo>
                    <a:pt x="132" y="983"/>
                  </a:lnTo>
                  <a:lnTo>
                    <a:pt x="60" y="1169"/>
                  </a:lnTo>
                  <a:lnTo>
                    <a:pt x="0" y="1361"/>
                  </a:lnTo>
                  <a:lnTo>
                    <a:pt x="0" y="1361"/>
                  </a:lnTo>
                  <a:close/>
                </a:path>
              </a:pathLst>
            </a:custGeom>
            <a:gradFill rotWithShape="0">
              <a:gsLst>
                <a:gs pos="0">
                  <a:srgbClr val="0066cc"/>
                </a:gs>
                <a:gs pos="100000">
                  <a:srgbClr val="005fbf"/>
                </a:gs>
              </a:gsLst>
              <a:lin ang="54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"/>
            <p:cNvSpPr/>
            <p:nvPr/>
          </p:nvSpPr>
          <p:spPr>
            <a:xfrm>
              <a:off x="7560" y="0"/>
              <a:ext cx="933120" cy="950760"/>
            </a:xfrm>
            <a:custGeom>
              <a:avLst/>
              <a:gdLst/>
              <a:ahLst/>
              <a:rect l="l" t="t" r="r" b="b"/>
              <a:pathLst>
                <a:path w="586" h="599">
                  <a:moveTo>
                    <a:pt x="586" y="0"/>
                  </a:moveTo>
                  <a:lnTo>
                    <a:pt x="568" y="0"/>
                  </a:lnTo>
                  <a:lnTo>
                    <a:pt x="407" y="132"/>
                  </a:lnTo>
                  <a:lnTo>
                    <a:pt x="257" y="270"/>
                  </a:lnTo>
                  <a:lnTo>
                    <a:pt x="120" y="420"/>
                  </a:lnTo>
                  <a:lnTo>
                    <a:pt x="0" y="575"/>
                  </a:lnTo>
                  <a:lnTo>
                    <a:pt x="0" y="599"/>
                  </a:lnTo>
                  <a:lnTo>
                    <a:pt x="120" y="432"/>
                  </a:lnTo>
                  <a:lnTo>
                    <a:pt x="257" y="282"/>
                  </a:lnTo>
                  <a:lnTo>
                    <a:pt x="413" y="138"/>
                  </a:lnTo>
                  <a:lnTo>
                    <a:pt x="586" y="0"/>
                  </a:lnTo>
                  <a:lnTo>
                    <a:pt x="586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"/>
            <p:cNvSpPr/>
            <p:nvPr/>
          </p:nvSpPr>
          <p:spPr>
            <a:xfrm>
              <a:off x="7560" y="0"/>
              <a:ext cx="428400" cy="399960"/>
            </a:xfrm>
            <a:custGeom>
              <a:avLst/>
              <a:gdLst/>
              <a:ahLst/>
              <a:rect l="l" t="t" r="r" b="b"/>
              <a:pathLst>
                <a:path w="269" h="252">
                  <a:moveTo>
                    <a:pt x="269" y="0"/>
                  </a:moveTo>
                  <a:lnTo>
                    <a:pt x="251" y="0"/>
                  </a:lnTo>
                  <a:lnTo>
                    <a:pt x="120" y="114"/>
                  </a:lnTo>
                  <a:lnTo>
                    <a:pt x="60" y="174"/>
                  </a:lnTo>
                  <a:lnTo>
                    <a:pt x="0" y="234"/>
                  </a:lnTo>
                  <a:lnTo>
                    <a:pt x="0" y="252"/>
                  </a:lnTo>
                  <a:lnTo>
                    <a:pt x="126" y="120"/>
                  </a:lnTo>
                  <a:lnTo>
                    <a:pt x="269" y="0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rgbClr val="0066c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"/>
            <p:cNvSpPr/>
            <p:nvPr/>
          </p:nvSpPr>
          <p:spPr>
            <a:xfrm>
              <a:off x="0" y="436392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"/>
            <p:cNvSpPr/>
            <p:nvPr/>
          </p:nvSpPr>
          <p:spPr>
            <a:xfrm>
              <a:off x="0" y="3740040"/>
              <a:ext cx="9140760" cy="0"/>
            </a:xfrm>
            <a:prstGeom prst="line">
              <a:avLst/>
            </a:prstGeom>
            <a:ln w="15840">
              <a:solidFill>
                <a:srgbClr val="0066c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"/>
            <p:cNvSpPr/>
            <p:nvPr/>
          </p:nvSpPr>
          <p:spPr>
            <a:xfrm>
              <a:off x="0" y="498780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1" name=""/>
            <p:cNvGrpSpPr/>
            <p:nvPr/>
          </p:nvGrpSpPr>
          <p:grpSpPr>
            <a:xfrm>
              <a:off x="0" y="622440"/>
              <a:ext cx="9140760" cy="2493720"/>
              <a:chOff x="0" y="622440"/>
              <a:chExt cx="9140760" cy="2493720"/>
            </a:xfrm>
          </p:grpSpPr>
          <p:sp>
            <p:nvSpPr>
              <p:cNvPr id="72" name=""/>
              <p:cNvSpPr/>
              <p:nvPr/>
            </p:nvSpPr>
            <p:spPr>
              <a:xfrm>
                <a:off x="0" y="124452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3" name=""/>
              <p:cNvSpPr/>
              <p:nvPr/>
            </p:nvSpPr>
            <p:spPr>
              <a:xfrm>
                <a:off x="0" y="311616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0" y="249228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0" y="186840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0" y="622440"/>
                <a:ext cx="9140760" cy="0"/>
              </a:xfrm>
              <a:prstGeom prst="line">
                <a:avLst/>
              </a:prstGeom>
              <a:ln w="15840">
                <a:solidFill>
                  <a:srgbClr val="0066cc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rIns="90000" tIns="-46800" bIns="-46800" anchor="t">
                <a:noAutofit/>
              </a:bodyPr>
              <a:p>
                <a:endParaRPr b="0" lang="pt-BR" sz="1800" strike="noStrike" u="non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77" name=""/>
            <p:cNvSpPr/>
            <p:nvPr/>
          </p:nvSpPr>
          <p:spPr>
            <a:xfrm>
              <a:off x="0" y="623556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"/>
            <p:cNvSpPr/>
            <p:nvPr/>
          </p:nvSpPr>
          <p:spPr>
            <a:xfrm>
              <a:off x="0" y="5611680"/>
              <a:ext cx="9140760" cy="0"/>
            </a:xfrm>
            <a:prstGeom prst="line">
              <a:avLst/>
            </a:prstGeom>
            <a:ln w="15840">
              <a:solidFill>
                <a:srgbClr val="003b7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-46800" bIns="-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54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54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dt" idx="4"/>
          </p:nvPr>
        </p:nvSpPr>
        <p:spPr>
          <a:xfrm>
            <a:off x="45684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6"/>
          </p:nvPr>
        </p:nvSpPr>
        <p:spPr>
          <a:xfrm>
            <a:off x="6552720" y="624348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BE5EB0E-8A57-4D3E-9195-BEE885F45D52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2" marL="914400" algn="ctr">
              <a:spcBef>
                <a:spcPts val="601"/>
              </a:spcBef>
              <a:buClr>
                <a:srgbClr val="66ccff"/>
              </a:buClr>
              <a:buSzPct val="60000"/>
              <a:buFont typeface="Wingdings" charset="2"/>
              <a:buChar char="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3" marL="1371600" algn="ctr">
              <a:spcBef>
                <a:spcPts val="499"/>
              </a:spcBef>
              <a:buClr>
                <a:srgbClr val="ccecff"/>
              </a:buClr>
              <a:buFont typeface="Verdan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4" marL="1828800" algn="ctr">
              <a:spcBef>
                <a:spcPts val="499"/>
              </a:spcBef>
              <a:buClr>
                <a:srgbClr val="ffcc66"/>
              </a:buClr>
              <a:buSzPct val="60000"/>
              <a:buFont typeface="Wingdings" charset="2"/>
              <a:buChar char="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60000"/>
              <a:buFont typeface="Wingdings" charset="2"/>
              <a:buChar char="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Verdana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Verdana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85800" y="1692360"/>
            <a:ext cx="7772400" cy="173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b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93 </a:t>
            </a:r>
            <a:br>
              <a:rPr sz="3600"/>
            </a:br>
            <a:r>
              <a:rPr b="0" i="1" lang="pt-BR" sz="36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HÁ TRABALHO PRONTO</a:t>
            </a:r>
            <a:endParaRPr b="0" lang="pt-BR" sz="36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837720"/>
            <a:ext cx="9144000" cy="441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9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Há trabalho pronto para ti, cristão;</a:t>
            </a:r>
            <a:br>
              <a:rPr sz="3900"/>
            </a:br>
            <a:r>
              <a:rPr b="1" lang="en-US" sz="39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Que demanda toda a tua devoção;</a:t>
            </a:r>
            <a:br>
              <a:rPr sz="3900"/>
            </a:br>
            <a:r>
              <a:rPr b="1" lang="en-US" sz="39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Vem, alegremente, a Cristo obedecer,</a:t>
            </a:r>
            <a:br>
              <a:rPr sz="3900"/>
            </a:br>
            <a:r>
              <a:rPr b="1" lang="en-US" sz="39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Pois só tu, ó crente, o poderás fazer!</a:t>
            </a:r>
            <a:br>
              <a:rPr sz="3900"/>
            </a:br>
            <a:endParaRPr b="0" lang="pt-BR" sz="39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1066680"/>
            <a:ext cx="9144000" cy="4068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Por Jesus a trabalhar,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Prontamente, fielmente, trabalhar!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servi-lo, que prazer!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só tu, ó crente, o poderás fazer.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1066680"/>
            <a:ext cx="9144000" cy="4648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Para  cada crente, o Mestre preparou</a:t>
            </a:r>
            <a:br>
              <a:rPr sz="3800"/>
            </a:br>
            <a:r>
              <a:rPr b="1" lang="en-US" sz="3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Um trabalho certo, quando o resgatou,</a:t>
            </a:r>
            <a:br>
              <a:rPr sz="3800"/>
            </a:br>
            <a:r>
              <a:rPr b="1" lang="en-US" sz="3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O trabalho a que Jesus te chama aqui,</a:t>
            </a:r>
            <a:br>
              <a:rPr sz="3800"/>
            </a:br>
            <a:r>
              <a:rPr b="1" lang="en-US" sz="3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Como será feito, se não for por ti?</a:t>
            </a:r>
            <a:br>
              <a:rPr sz="3800"/>
            </a:br>
            <a:endParaRPr b="0" lang="pt-BR" sz="38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228600" y="609120"/>
            <a:ext cx="8686800" cy="490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Por Jesus a trabalhar,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Prontamente, fielmente, trabalhar!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servi-lo, que prazer!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só tu, ó crente, o poderás fazer.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761760"/>
            <a:ext cx="9144000" cy="521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Pode ser humilde,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Mas ser for p’ra Deus,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Ele é contemplado lá dos altos céus.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o esforço feito não será em vão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Se tiver de Cristo, plena aprovação!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28600" y="762120"/>
            <a:ext cx="8686800" cy="4830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Por Jesus a trabalhar,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Prontamente, fielmente, trabalhar!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servi-lo, que prazer!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só tu, ó crente, o poderás fazer.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0" y="457200"/>
            <a:ext cx="9144000" cy="5516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Quantos há perdidos, sem a salvação!</a:t>
            </a:r>
            <a:br>
              <a:rPr sz="3800"/>
            </a:br>
            <a:r>
              <a:rPr b="1" lang="en-US" sz="3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Quantos que precisam de consolação!</a:t>
            </a:r>
            <a:br>
              <a:rPr sz="3800"/>
            </a:br>
            <a:r>
              <a:rPr b="1" lang="en-US" sz="3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Como Cristo os ama, fá-los entender,</a:t>
            </a:r>
            <a:br>
              <a:rPr sz="3800"/>
            </a:br>
            <a:r>
              <a:rPr b="1" lang="en-US" sz="38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Pois só tu, o crente, o poderás fazer! </a:t>
            </a:r>
            <a:endParaRPr b="0" lang="pt-BR" sz="38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0066cc"/>
            </a:gs>
            <a:gs pos="100000">
              <a:srgbClr val="00274f"/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0" y="1066320"/>
            <a:ext cx="9144000" cy="429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Por Jesus a trabalhar, 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Prontamente, fielmente, trabalhar!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Em servi-lo, que prazer!</a:t>
            </a:r>
            <a:br>
              <a:rPr sz="4000"/>
            </a:br>
            <a:r>
              <a:rPr b="1" lang="en-US" sz="4000" strike="noStrike" u="none">
                <a:solidFill>
                  <a:srgbClr val="ccecff"/>
                </a:solidFill>
                <a:effectLst/>
                <a:uFillTx/>
                <a:latin typeface="Arial"/>
              </a:rPr>
              <a:t>E só tu, ó crente, o poderás fazer.</a:t>
            </a:r>
            <a:br>
              <a:rPr sz="4000"/>
            </a:br>
            <a:endParaRPr b="0" lang="pt-BR" sz="4000" strike="noStrike" u="none">
              <a:solidFill>
                <a:srgbClr val="ccec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2004-12-19T21:44:33Z</dcterms:created>
  <dc:creator>owner</dc:creator>
  <dc:description/>
  <dc:language>pt-BR</dc:language>
  <cp:lastModifiedBy>User041</cp:lastModifiedBy>
  <dcterms:modified xsi:type="dcterms:W3CDTF">2006-11-05T18:21:52Z</dcterms:modified>
  <cp:revision>5</cp:revision>
  <dc:subject/>
  <dc:title>Há trabalho pronto pra ti, cirstão; Que demanda toda a tua deovção; Vem, alegremente, a Cristo obedecer, Pos só tu, ó crente, o poderás fazer!  Por Jesus a trabalhar,  Prontamente, fielmente, trabalhar! Em servi-lo, que prazer! E só tu, ó crente, o poderás fazer.  Para  cada crente, o Mestre preparou Um trabalho certo, quando o resgatou, O trabalho a que Jesus te chama aqui, Como será feito, se não for por ti?  Pode ser humilde, mas ser for p’ra Deus, Ele é comtemplado lá dos altos céus. E o esforço feito não será em vão  Se tiver de Cristo, plena aprovação!   Quantos há perdidos, sem a salvação! Quantos que precisam de consolação! Como Cristo os ama, fá-los entender, Pois só tu, o crente, o poderás fazer</dc:title>
</cp:coreProperties>
</file>