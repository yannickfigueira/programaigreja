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77A352-FD12-47DA-9F91-AB17564088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70C545-9B93-4D4D-A473-7A286266D3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955F563-866C-45AE-86AE-2B5003F7658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14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em Jesus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53316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 sinto em Jesus,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mim expirou na cruz;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alma deu divina luz,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meu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609480"/>
            <a:ext cx="9144000" cy="502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Quanta glória vejo em Jesus,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deu santo gozo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bendita luz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Cujo os raios brilham lá na cruz,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qual morreu Jesus.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avante quero eu andar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no céu chegar.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25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Livre do pecado já estou,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abismo me retirou,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rocha eterna me firmou;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meu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5331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Quanta glória vejo em Jesus,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deu santo gozo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bendita luz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Cujo os raios brilham lá na cruz,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qual morreu Jesus.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avante quero eu andar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no céu chegar.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25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Divinal louvor Jesus me deu;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Harmonia que vem do céu;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Cantarei, alegre, Cristo é meu,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meu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Quanta glória vejo em Jesus,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deu santo gozo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bendita luz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Cujo os raios brilham lá na cruz,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qual morreu Jesus.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avante quero eu andar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no céu chegar.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nova hei de proclamar;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Muitos hão de assim chegar.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glória receber, sem par,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meu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Quanta glória vejo em Jesus,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Santo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bendita luz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Cujo os raios brilham lá na cruz,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qual morreu Jesus.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avante quero eu andar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no céu chegar.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2005-10-14T18:42:54Z</dcterms:created>
  <dc:creator>Junior</dc:creator>
  <dc:description/>
  <dc:language>pt-BR</dc:language>
  <cp:lastModifiedBy>User041</cp:lastModifiedBy>
  <dcterms:modified xsi:type="dcterms:W3CDTF">2006-09-03T19:27:28Z</dcterms:modified>
  <cp:revision>3</cp:revision>
  <dc:subject/>
  <dc:title>14 Gozo em Jesus </dc:title>
</cp:coreProperties>
</file>