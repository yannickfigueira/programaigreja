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D1A42A-13AF-495D-B104-26DFDA3AEB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C55F43-CA66-4544-9444-AF1380665F9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9D115D5-A76F-44DE-BAFF-B4A2CC8164A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05704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343 – Abre o coração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pecador que não tens luz.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Abre o coração;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 hoje o bom Jesus;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Abre o coração!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sinto bater no meu coração?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diz: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“Abre sem tardar o teu coração”.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que almejas salvo ser.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Abre o coração;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paz de Deus vem obter,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Abre o coração!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sinto bater no meu coração?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diz: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“Abre sem tardar o teu coração”.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meiga voz escutas já!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Abre o coração;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tua alma salvará,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Abre o coração!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sinto bater no meu coração?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diz: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“Abre sem tardar o teu coração”.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hoje vem em Cristo crer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Abre o coração;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amanhã que vai haver?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Abre o coração!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sinto bater no meu coração?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diz: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“Abre sem tardar o teu coração”.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Ouvindo a voz do bom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Abre o coração;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vem depressa, vem pra luz,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Abre o coração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sinto bater no meu coração?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diz: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“Abre sem tardar o teu coração”.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2005-12-26T18:37:45Z</dcterms:created>
  <dc:creator>Junior</dc:creator>
  <dc:description/>
  <dc:language>pt-BR</dc:language>
  <cp:lastModifiedBy>Junior</cp:lastModifiedBy>
  <dcterms:modified xsi:type="dcterms:W3CDTF">2005-12-26T18:37:52Z</dcterms:modified>
  <cp:revision>1</cp:revision>
  <dc:subject/>
  <dc:title>343 – Abre o coração </dc:title>
</cp:coreProperties>
</file>