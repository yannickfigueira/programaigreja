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B31B50-39AC-420A-94CB-437C9CE8D3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8E4B3F-28C9-4C28-ABCB-9D1417B0066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617 - Quanto Anelo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anelo contemplar a Cristo;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anelo seu divino rosto ver!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'Stou cansado de andar qual peregrino triste aqui;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Quanto anelo eu a Cristo ter.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2005-12-27T14:51:13Z</dcterms:created>
  <dc:creator>Junior</dc:creator>
  <dc:description/>
  <dc:language>pt-BR</dc:language>
  <cp:lastModifiedBy>Junior</cp:lastModifiedBy>
  <dcterms:modified xsi:type="dcterms:W3CDTF">2005-12-27T14:51:31Z</dcterms:modified>
  <cp:revision>1</cp:revision>
  <dc:subject/>
  <dc:title>617 - Quanto Anelo    Quanto anelo contemplar a Cristo; Quanto anelo seu divino rosto ver! 'Stou cansado de andar qual peregrino triste aqui; Quanto anelo eu a Cristo ter. </dc:title>
</cp:coreProperties>
</file>