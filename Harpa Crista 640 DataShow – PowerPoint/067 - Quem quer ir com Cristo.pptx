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3BBA79-F9C4-445E-AA44-3B13493D996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D90C68-EBEB-441D-9370-D72076F226D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D7A2F77-9D0E-4A65-B5B4-B0E1106D05CF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67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QUER IR COM CRISTO?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71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quer hoje mesmo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Jesus seguir?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Seu pendão alçando, ao combate ir?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quer, humilhado, sempre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servir,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obedecê-Lo.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Seu querer cumprir?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71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quer ir com Cristo,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responderá,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Presto, sem demora, “eu, Senhor, irei”?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Onde for o Mestre, tu também irás?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dirá agora: “eu Te seguirei”?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71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seguir a Cristo quer,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mui amor,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Dando-Lhe tributo, dando-Lhe louvor;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Sua nobre causa, sendo defensor,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na santa vinha, ser trabalhador?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71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quer ir com Cristo,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responderá,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Presto, sem demora, “eu, Senhor, irei”?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Onde for o Mestre, tu também irás?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dirá agora: “eu Te seguirei”?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71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Queres tu segui-Lo, sem vacilação,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fugir dos braços da vil tentação?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confiando na Sua proteção,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fé desfrutando Sua salvação.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71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quer ir com Cristo,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responderá,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Presto, sem demora, “eu, Senhor, irei”?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Onde for o Mestre, tu também irás?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dirá agora: “eu Te seguirei”?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2005-12-23T09:19:32Z</dcterms:created>
  <dc:creator>Junior</dc:creator>
  <dc:description/>
  <dc:language>pt-BR</dc:language>
  <cp:lastModifiedBy>Junior</cp:lastModifiedBy>
  <dcterms:modified xsi:type="dcterms:W3CDTF">2005-12-23T09:19:51Z</dcterms:modified>
  <cp:revision>1</cp:revision>
  <dc:subject/>
  <dc:title>67 QUEM QUER IR COM CRISTO? </dc:title>
</cp:coreProperties>
</file>