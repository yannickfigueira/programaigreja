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AB2A9D-8CD6-4A1A-A3F5-15FAEBCAEF10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5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16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6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6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4"/>
          </p:nvPr>
        </p:nvSpPr>
        <p:spPr>
          <a:xfrm>
            <a:off x="45684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5"/>
          </p:nvPr>
        </p:nvSpPr>
        <p:spPr>
          <a:xfrm>
            <a:off x="3124080" y="625104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6"/>
          </p:nvPr>
        </p:nvSpPr>
        <p:spPr>
          <a:xfrm>
            <a:off x="6552720" y="625428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0624A6-5CCF-4BC8-88C9-F05719EC0897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914400" algn="ctr">
              <a:spcBef>
                <a:spcPts val="601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371600" algn="ctr">
              <a:spcBef>
                <a:spcPts val="4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157</a:t>
            </a:r>
            <a:br>
              <a:rPr sz="5400"/>
            </a:br>
            <a:r>
              <a:rPr b="0" lang="pt-BR" sz="5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CRISTO, EM BREVE, VEM!</a:t>
            </a:r>
            <a:br>
              <a:rPr sz="5400"/>
            </a:br>
            <a:endParaRPr b="1" lang="pt-BR" sz="5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 dia vem, a clarear,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Já fugiu a noite, brilha a luz dalém; Um grito soa: aprontar!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Cristo, em breve, vem!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50560" y="274320"/>
            <a:ext cx="87138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Qual forte vendaval, rugindo sobre o mar,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Escuta-se a mensagem, que do céu provém;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Ouvi a grande nova, que alegria traz;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"Cristo, em breve, vem!"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55640" y="260280"/>
            <a:ext cx="7942320" cy="59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povos, tribos e nações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 escravizados no pecado estais, Ó preparai os corações!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Oh! Por que demorais?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50560" y="274320"/>
            <a:ext cx="87138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Qual forte vendaval, rugindo sobre o mar,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Escuta-se a mensagem, que do céu provém;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Ouvi a grande nova, que alegria traz;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"Cristo, em breve, vem!"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3640" y="333000"/>
            <a:ext cx="856908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Da morte queiram acordar;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Trevas e pecados, à luz, hão de fugir;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Em breve iremos encontrar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Cristo, que há de vir.</a:t>
            </a: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br>
              <a:rPr sz="40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E.J. e F.S.</a:t>
            </a:r>
            <a:br>
              <a:rPr sz="1400"/>
            </a:br>
            <a:endParaRPr b="1" lang="pt-BR" sz="1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50560" y="274320"/>
            <a:ext cx="87138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Qual forte vendaval, rugindo sobre o mar,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Escuta-se a mensagem, que do céu provém;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Ouvi a grande nova, que alegria traz;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"Cristo, em breve, vem!"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2005-10-16T01:13:10Z</dcterms:created>
  <dc:creator>Montagna</dc:creator>
  <dc:description/>
  <dc:language>pt-BR</dc:language>
  <cp:lastModifiedBy>Junior</cp:lastModifiedBy>
  <dcterms:modified xsi:type="dcterms:W3CDTF">2005-10-17T12:05:30Z</dcterms:modified>
  <cp:revision>2</cp:revision>
  <dc:subject/>
  <dc:title>157 - CRISTO, EM BREVE, VEM! </dc:title>
</cp:coreProperties>
</file>