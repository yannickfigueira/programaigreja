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1DC06-DDD6-456D-BF26-D5904882BF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5E54F-2D34-4445-B531-7C2CC8AC7B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B29E01-3E29-4EA6-BA0A-A5046A87E29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391 – Jesus no monte da ascensão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disse aos discípulos,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monte, ao subir: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"Detei-vos em Jerusalém,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há de se cumprir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vinda gloriosa do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revestir as testemunhas do Senhor".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o fogo do altar,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vento de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foram proclamar o Salvador.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Encheu-se o cenác'lo de gloriosa luz;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o fogo divina!,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nós voltou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todos, revestidos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poder do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Falaram noutras línguas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louvor a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o fogo do altar,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vento de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foram proclamar o Salvador.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povo, assustado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poder do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compreendeu que isto foi o que Deus prometeu.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Pedro lhes proclama: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"Assim diz o Senhor: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fim dos dias,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Vos darei Consolador".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o fogo do altar,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vento de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foram proclamar o Salvador.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Jesus te manda orar e esperar O Santo Espírito de Deus,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pra t’ensinar;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a gloriosa unção, te mandará,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Seu amor sublime, proclamar irás.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Descendo o fogo do altar,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vento de amor,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Depressa foram proclamar o Salvador.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2005-12-26T17:46:58Z</dcterms:created>
  <dc:creator>Junior</dc:creator>
  <dc:description/>
  <dc:language>pt-BR</dc:language>
  <cp:lastModifiedBy>Junior</cp:lastModifiedBy>
  <dcterms:modified xsi:type="dcterms:W3CDTF">2005-12-26T17:46:59Z</dcterms:modified>
  <cp:revision>1</cp:revision>
  <dc:subject/>
  <dc:title>391 – Jesus no monte da ascensão</dc:title>
</cp:coreProperties>
</file>