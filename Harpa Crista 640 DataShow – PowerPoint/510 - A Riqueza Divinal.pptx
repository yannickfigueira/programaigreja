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89A5BB-7515-48E9-A98A-A685A2C776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CE4A8A-7952-4528-8743-29F534B06C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B288BDD-4C38-428D-B106-4C5BC83B68A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510 - A Riqueza Divinal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dom real Deus despertou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seus fiéis - Dom de curar!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Toda a doença Deus sarou,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sara ainda e vai sarar;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Jesus, por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Não falhou, nem vai falhar!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riqueza divinal,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gozo já por fé e luz,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visão triunfal,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gozarei com meu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cego? Crê, que tu verás,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mudo? Crê, que vais falar;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surdo?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Crê que ouvirás,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coxo?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Crê, que vais andar;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Fé em Deus, fé em Deus,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Crê que Jesus te vai curar!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riqueza divinal,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gozo já por fé e luz,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visão triunfal,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gozarei com meu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que sofreis? Dos rins, pulmões?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febre, gripe, ou coração?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tosse, nervos, ou lesões?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pele, dentes, defluxão?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Sarareis, sarareis,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poder da oração!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riqueza divinal,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gozo já por fé e luz,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visão triunfal,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gozarei com meu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Deixai as capas e vereis,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maravilhas do Senhor!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Tirai a pedra e gozareis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grandes bênçãos do amor!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Fé em Deus, Fé em Deus,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quem rendemos o louvor!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riqueza divinal,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gozo já por fé e luz,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visão triunfal,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gozarei com meu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a doença a nós vem ter,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Deus devemos confiar,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Jesus Cristo tem poder,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num momento nos curar;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Deus, glória a Deus.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é poderoso pra sarar.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riqueza divinal,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gozo já por fé e luz,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visão triunfal,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gozarei com meu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2005-12-24T11:38:42Z</dcterms:created>
  <dc:creator>Junior</dc:creator>
  <dc:description/>
  <dc:language>pt-BR</dc:language>
  <cp:lastModifiedBy>Junior</cp:lastModifiedBy>
  <dcterms:modified xsi:type="dcterms:W3CDTF">2005-12-24T11:38:45Z</dcterms:modified>
  <cp:revision>1</cp:revision>
  <dc:subject/>
  <dc:title>510 - A Riqueza Divinal </dc:title>
</cp:coreProperties>
</file>