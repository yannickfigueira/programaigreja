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6C37A2-A87C-4F33-A338-2A16FF3D19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A0CBB7-DD52-4A43-A5DD-94A9F7DD45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B770076-10A9-4001-91FB-274CAB6741B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421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CAREÇO DE JESUS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de Ti careço Jesus, meu Salvador!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amor, O vem m'alegrar,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de Ti careço.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2005-10-21T03:46:23Z</dcterms:created>
  <dc:creator>Montagna</dc:creator>
  <dc:description/>
  <dc:language>pt-BR</dc:language>
  <cp:lastModifiedBy>Montagna</cp:lastModifiedBy>
  <dcterms:modified xsi:type="dcterms:W3CDTF">2005-10-21T03:46:34Z</dcterms:modified>
  <cp:revision>2</cp:revision>
  <dc:subject/>
  <dc:title>421 - CAREÇO DE JESUS</dc:title>
</cp:coreProperties>
</file>