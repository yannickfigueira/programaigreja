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295A64-6D59-496E-8104-9B709A2904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7745D0-0F53-410D-AD2B-FC107D5759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EE184C-1ACB-409D-8D3D-E7A4757B4F4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397 - O Salvador me achou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pecados e temor o Salvador me achou,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indigno pecador, sem ter do céu a luz,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Calvário ao morrer minh’alma resgatou;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perdão foi consumado lá na cruz.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Senhor, vem pecador: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terno e mui fie!, vem pecador!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Senhor, Deus é amor;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Sua terna voz “Vem, pecador”!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sepulcro ressurgiu meu Redentor Jesus; Ele a morte já venceu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também o nosso algoz;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eterna o pecador goza por Sua cruz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os mortos hão de ouvir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terna voz.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Senhor, vem pecador: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terno e mui fie!, vem pecador!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Senhor, Deus é amor;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Sua terna voz “Vem, pecador”!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céu subiu Jesus, ganha a vitória cá.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na dextra do bom Deus,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tem-No por Mediador,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Intercede em teu favor, não te detenhas lá.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desprezes esta voz de teu Senhor.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Senhor, vem pecador: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terno e mui fie!, vem pecador!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ao Senhor, Deus é amor;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400"/>
            </a:br>
            <a:r>
              <a:rPr b="1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Sua terna voz “Vem, pecador”!</a:t>
            </a: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2005-12-26T17:41:08Z</dcterms:created>
  <dc:creator>Junior</dc:creator>
  <dc:description/>
  <dc:language>pt-BR</dc:language>
  <cp:lastModifiedBy>Junior</cp:lastModifiedBy>
  <dcterms:modified xsi:type="dcterms:W3CDTF">2005-12-26T17:41:09Z</dcterms:modified>
  <cp:revision>1</cp:revision>
  <dc:subject/>
  <dc:title>397 - O Salvador me achou  </dc:title>
</cp:coreProperties>
</file>