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1784AA-25FD-454B-B6F0-D6725CF098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9F0891-80AA-4CCE-8C43-F3E9855ECE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8F6583-5D11-47B0-8367-A0F25E8FC22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616 - Quanto Almejo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almejo, lar celeste,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glória ver!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Vestes brancas, perenais,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receber!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almejo junto aos coros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voz erguer!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Mestre caminhar,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meu prazer!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almejo sua volta,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Vê-lo vir em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em breve desfrutar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com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2005-12-27T14:50:35Z</dcterms:created>
  <dc:creator>Junior</dc:creator>
  <dc:description/>
  <dc:language>pt-BR</dc:language>
  <cp:lastModifiedBy>Junior</cp:lastModifiedBy>
  <dcterms:modified xsi:type="dcterms:W3CDTF">2005-12-27T14:50:37Z</dcterms:modified>
  <cp:revision>1</cp:revision>
  <dc:subject/>
  <dc:title>616 - Quanto Almejo </dc:title>
</cp:coreProperties>
</file>