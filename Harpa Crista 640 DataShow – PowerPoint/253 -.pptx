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10E3E5-0EA5-43FC-B69A-C14E901100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9E99CF-29F5-4F42-A098-DB23C795A0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21A9D3-59A7-4C78-BD84-9E04257B582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253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Avante, ó crente, o mal desfazendo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inimigo com a luz combateremos;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peleja pois, todos, não temendo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vitória por Jesus receberemos.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graça de Jesus firmaremos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graça de Jesus nós venceremos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 graça de Jesus vitória temos.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Avante, ó crente, marchai sem tardança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do bom Jesus nós nos afastaremos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nEle nós temos esperança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vitória nós assim alcançaremos.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graça de Jesus firmaremos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graça de Jesus nós venceremos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 graça de Jesus vitória temos.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Avante, ó crentes, fiéis corajosos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Vitória por Jesus, a nós é concedida;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combate, ó sede valorosos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alcançar o galardão da vida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graça de Jesus firmaremos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graça de Jesus nós venceremos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 graça de Jesus vitória temos.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Avante, ó crentes, dum só pensamento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“O vil pecado sempre nós combateremos”.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vem, não tarda um momento,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Crendo em Jesus, vitória já temos.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graça de Jesus firmaremos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graça de Jesus nós venceremos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 graça de Jesus vitória temos.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2006-06-18T20:40:26Z</dcterms:created>
  <dc:creator>User041</dc:creator>
  <dc:description/>
  <dc:language>pt-BR</dc:language>
  <cp:lastModifiedBy>User041</cp:lastModifiedBy>
  <dcterms:modified xsi:type="dcterms:W3CDTF">2006-06-18T20:40:30Z</dcterms:modified>
  <cp:revision>1</cp:revision>
  <dc:subject/>
  <dc:title>253</dc:title>
</cp:coreProperties>
</file>