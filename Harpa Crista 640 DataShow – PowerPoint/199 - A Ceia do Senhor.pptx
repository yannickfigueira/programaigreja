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633130-6A2D-42EC-8EA3-82BC310DF9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A2047D-9BB4-4DF1-8568-2FE71A91F4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3AA464-E7E5-497C-A2C0-656A9B3C6B1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199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CEIA DO SENHOR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reunidos aqui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fim da Tua morte lembrar;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Partindo este pão nos lembramos de Ti,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que nos venhas buscar.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cálice que vamos beber,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símbolo do sangue Teu,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qual nunca devemos nos esquecer; Por ele nós temos o céu.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Faz-nos sempre dignos,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Tua divinal comunhão;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corpo e sangue purificador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dá veraz 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2005-12-23T15:07:12Z</dcterms:created>
  <dc:creator>Junior</dc:creator>
  <dc:description/>
  <dc:language>pt-BR</dc:language>
  <cp:lastModifiedBy>Junior</cp:lastModifiedBy>
  <dcterms:modified xsi:type="dcterms:W3CDTF">2005-12-23T15:07:33Z</dcterms:modified>
  <cp:revision>1</cp:revision>
  <dc:subject/>
  <dc:title>199 A CEIA DO SENHOR </dc:title>
</cp:coreProperties>
</file>