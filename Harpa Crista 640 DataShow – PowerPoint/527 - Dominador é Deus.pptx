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DDFF5-5AC4-4D45-9333-FB46B40D9F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BA7AD8-58D7-4EA6-8872-374B871618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6D8C97-3195-43E1-A5F9-B22AAC23022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527 – Dominador é Deus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Dominador é Deus sem par,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Pois, com potente mão,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tempestade faz cessar,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reina paz, então.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céus e terra Ele criou;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Seres e mananciais.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vontade Ele ditou,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vida a todos traz.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santos! nele esperai!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em aflição;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as promessas do bom Pai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nos falharão.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Jamais duvideis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Devemos confiar.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abençoa os filhos seus,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muito os amar.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2005-12-26T20:02:20Z</dcterms:created>
  <dc:creator>Junior</dc:creator>
  <dc:description/>
  <dc:language>pt-BR</dc:language>
  <cp:lastModifiedBy>Junior</cp:lastModifiedBy>
  <dcterms:modified xsi:type="dcterms:W3CDTF">2005-12-26T20:02:22Z</dcterms:modified>
  <cp:revision>1</cp:revision>
  <dc:subject/>
  <dc:title>527 – Dominador é Deus </dc:title>
</cp:coreProperties>
</file>