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466E50-F12E-473B-9185-3B1BE3A89B0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D9E87E-5A0B-469F-8A61-92B9281BA5D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71866D7-51D1-4B30-A049-0D311F60B34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126</a:t>
            </a:r>
            <a:br>
              <a:rPr sz="3600"/>
            </a:br>
            <a:r>
              <a:rPr b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BEM-AVENTURANÇA DO CRENTE</a:t>
            </a:r>
            <a:br>
              <a:rPr sz="3600"/>
            </a:b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Bem-aventurado o que confia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Senhor, como fez Abraão;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creu, ainda que não via,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E, assim, a fé não foi em vão.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feliz quem segue, fielmente,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caminhos santos do Senhor,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tribulação é paciente,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Esperando no seu Salvador.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heróis da Bíblia Sagrada,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fruíram logo seus troféus;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levaram sempre a cruz pesada,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obter poder dos céus,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depois, saíram pelo mundo,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mensageiros do Senhor,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coragem e amor profundo, Proclamando Cristo, o Salvador.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quiser de Deus ter a coroa, Passará por mais tribulação;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Às alturas santas ninguém voa,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as asas da humilhação;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Senhor tem dado aos Seus queridos, Parte do Seu glorioso ser;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no coração for mais ferido,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daquela glória há de ter.  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aqui as flores já fenecem,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do céu começam a brilhar;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as esperanças desvanecem,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aflito crente vai orar;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mais belos hinos e poesias,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Foram escritos em tribulação,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do céu, as lindas melodias,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ouviram, na escuridão.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confia tu, inteiramente;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imensa graça do Senhor;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Seja de ti longe o desalento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confia no Seu santo amor.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 seja a divisa,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herói e todo o vencedor;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do céu mais forte vem a brisa,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te leva ao seio do Senhor.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2005-12-23T11:42:11Z</dcterms:created>
  <dc:creator>Junior</dc:creator>
  <dc:description/>
  <dc:language>pt-BR</dc:language>
  <cp:lastModifiedBy>Junior</cp:lastModifiedBy>
  <dcterms:modified xsi:type="dcterms:W3CDTF">2005-12-23T11:42:40Z</dcterms:modified>
  <cp:revision>1</cp:revision>
  <dc:subject/>
  <dc:title>126 BEM-AVENTURANÇA DO CRENTE </dc:title>
</cp:coreProperties>
</file>