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F5812E-DFBF-4F95-BDF0-63629CD43C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79AD81-DF75-4791-8766-63946279F9A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187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PERTO, MEU DEUS, DE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quero estar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Deus, de Ti!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Inda que seja a dor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una a Ti,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hei de suplicar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quero estar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quero estar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Deus, de Ti!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Andando triste, aqui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solidão,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 descanso a mim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braços dão;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trevas vou sonhar,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quero estar,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quero estar,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Deus, de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Minh'alma cantará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Senhor!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Betel alçará Padrão de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sempre hei de rogar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quero estar,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quero estar,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Deus, de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quando Cristo, enfim,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vier chamar,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céus com serafins, Irei morar. Então me alegrarei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Perto de Ti, meu Rei.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Perto de TI, meu 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Deus, de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2005-12-23T14:18:17Z</dcterms:created>
  <dc:creator>Junior</dc:creator>
  <dc:description/>
  <dc:language>pt-BR</dc:language>
  <cp:lastModifiedBy>Conta da Microsoft</cp:lastModifiedBy>
  <dcterms:modified xsi:type="dcterms:W3CDTF">2025-03-19T19:36:58Z</dcterms:modified>
  <cp:revision>2</cp:revision>
  <dc:subject/>
  <dc:title>187 MAIS PERTO, MEU DEUS, DE TI! </dc:title>
</cp:coreProperties>
</file>