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B19109-A710-4F50-B2E1-7290792233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C7C73-C2C5-429B-8DB8-664F989A04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CF5D1F-6002-438D-8E23-02E27945C8A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br>
              <a:rPr sz="6000"/>
            </a:br>
            <a:r>
              <a:rPr b="0" lang="pt-BR" sz="6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Louvo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Deus, o Pai Eterno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Cujo trono é os céus;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universo Lhe pertence,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sim, ao nosso Deus.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1142640"/>
            <a:ext cx="91440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louvo! Eu Te louvo!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Jesus, meu Salvador!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Dai-Lhe glórias, ó remidos!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Seu sangue limpa o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ao Filho, mui amado,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merece o louvor,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Demos glória ao Seu nome,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Cordeiro, ao Redentor.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louvo! Eu Te louvo!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Jesus, meu Salvador!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Dai-Lhe glórias, ó remidos!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Seu sangue limpa o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Demos nós, ao Santo Espírito,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Mil louvores por Seu dom;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Sua graça tão imensa,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Ele, Ele é bom!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83808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louvo! Eu Te louvo!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Jesus, meu Salvador!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Dai-Lhe glórias, ó remidos!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Seu sangue limpa o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glória ao Pai bendito,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glória a Jesus;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daí ao Santo Espírito,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Deus trino, nossa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143000"/>
            <a:ext cx="91440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louvo! Eu Te louvo!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Jesus, meu Salvador!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Dai-Lhe glórias, ó remidos!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Seu sangue limpa o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2005-10-14T18:30:04Z</dcterms:created>
  <dc:creator>Junior</dc:creator>
  <dc:description/>
  <dc:language>pt-BR</dc:language>
  <cp:lastModifiedBy>Junior</cp:lastModifiedBy>
  <dcterms:modified xsi:type="dcterms:W3CDTF">2005-10-17T14:03:28Z</dcterms:modified>
  <cp:revision>2</cp:revision>
  <dc:subject/>
  <dc:title>10 Eu Te Louvo</dc:title>
</cp:coreProperties>
</file>