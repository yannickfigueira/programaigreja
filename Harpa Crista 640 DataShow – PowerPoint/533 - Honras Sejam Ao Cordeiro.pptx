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EC7889-B18F-4C64-B781-B1AC68427F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4CDD1D-16DA-4882-B5E7-6C04FE2F13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EE9891-0170-4A2B-887F-BE28ADD9D26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533 – Honras Sejam Ao Cordeiro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Cristo, nosso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Adoramos-te,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Gratos, damos-te louvor,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Honras sejam ao Cordeiro!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foi que padeceu,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nós na cruz morreu!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assim por nós se deu,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Honras sejam ao Cordeiro!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Sofredor que ali penou,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Vencedor que triunfou!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Salvador que nos amou,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Honras sejam ao Cordeiro!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Digno és Tu, Senhor, que a ti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 nosso culto aqui!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os teus, nos céus, ali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Honras sejam ao Cordeiro!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2005-12-26T20:11:46Z</dcterms:created>
  <dc:creator>Junior</dc:creator>
  <dc:description/>
  <dc:language>pt-BR</dc:language>
  <cp:lastModifiedBy>Junior</cp:lastModifiedBy>
  <dcterms:modified xsi:type="dcterms:W3CDTF">2005-12-26T20:12:35Z</dcterms:modified>
  <cp:revision>1</cp:revision>
  <dc:subject/>
  <dc:title>533 – Honras Sejam Ao Cordeiro</dc:title>
</cp:coreProperties>
</file>