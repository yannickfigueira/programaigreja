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6840" y="625104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2720" y="624816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8640B28-49EE-43D5-B5AB-8408B26525AF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" name=""/>
          <p:cNvGrpSpPr/>
          <p:nvPr/>
        </p:nvGrpSpPr>
        <p:grpSpPr>
          <a:xfrm>
            <a:off x="0" y="0"/>
            <a:ext cx="9140760" cy="6850080"/>
            <a:chOff x="0" y="0"/>
            <a:chExt cx="9140760" cy="6850080"/>
          </a:xfrm>
        </p:grpSpPr>
        <p:grpSp>
          <p:nvGrpSpPr>
            <p:cNvPr id="3" name=""/>
            <p:cNvGrpSpPr/>
            <p:nvPr/>
          </p:nvGrpSpPr>
          <p:grpSpPr>
            <a:xfrm>
              <a:off x="2743200" y="3540240"/>
              <a:ext cx="6392880" cy="3309840"/>
              <a:chOff x="2743200" y="3540240"/>
              <a:chExt cx="6392880" cy="3309840"/>
            </a:xfrm>
          </p:grpSpPr>
          <p:sp>
            <p:nvSpPr>
              <p:cNvPr id="4" name=""/>
              <p:cNvSpPr/>
              <p:nvPr/>
            </p:nvSpPr>
            <p:spPr>
              <a:xfrm>
                <a:off x="2743200" y="4197240"/>
                <a:ext cx="4575240" cy="2652840"/>
              </a:xfrm>
              <a:custGeom>
                <a:avLst/>
                <a:gdLst/>
                <a:ahLst/>
                <a:rect l="l" t="t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e8a"/>
                  </a:gs>
                  <a:gs pos="100000">
                    <a:srgbClr val="003399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" name=""/>
              <p:cNvSpPr/>
              <p:nvPr/>
            </p:nvSpPr>
            <p:spPr>
              <a:xfrm>
                <a:off x="6620040" y="4240080"/>
                <a:ext cx="1998360" cy="1287720"/>
              </a:xfrm>
              <a:custGeom>
                <a:avLst/>
                <a:gdLst/>
                <a:ahLst/>
                <a:rect l="l" t="t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e8a"/>
                  </a:gs>
                  <a:gs pos="100000">
                    <a:srgbClr val="003399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4603680" y="5311800"/>
                <a:ext cx="4522680" cy="1538280"/>
              </a:xfrm>
              <a:custGeom>
                <a:avLst/>
                <a:gdLst/>
                <a:ahLst/>
                <a:rect l="l" t="t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97c"/>
                  </a:gs>
                  <a:gs pos="100000">
                    <a:srgbClr val="0033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4362480" y="3540240"/>
                <a:ext cx="4773600" cy="3309840"/>
              </a:xfrm>
              <a:custGeom>
                <a:avLst/>
                <a:gdLst/>
                <a:ahLst/>
                <a:rect l="l" t="t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rgbClr val="0033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7145280" y="3678120"/>
                <a:ext cx="1981080" cy="855720"/>
              </a:xfrm>
              <a:custGeom>
                <a:avLst/>
                <a:gdLst/>
                <a:ahLst/>
                <a:rect l="l" t="t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3399"/>
                  </a:gs>
                  <a:gs pos="100000">
                    <a:srgbClr val="002c85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" name=""/>
            <p:cNvSpPr/>
            <p:nvPr/>
          </p:nvSpPr>
          <p:spPr>
            <a:xfrm>
              <a:off x="5273640" y="2128680"/>
              <a:ext cx="2897280" cy="2440080"/>
            </a:xfrm>
            <a:custGeom>
              <a:avLst/>
              <a:gdLst/>
              <a:ahLst/>
              <a:rect l="l" t="t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rgbClr val="003399"/>
                </a:gs>
                <a:gs pos="100000">
                  <a:srgbClr val="002b81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0" y="0"/>
              <a:ext cx="9140760" cy="2819520"/>
            </a:xfrm>
            <a:custGeom>
              <a:avLst/>
              <a:gdLst/>
              <a:ahLst/>
              <a:rect l="l" t="t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514"/>
                </a:gs>
                <a:gs pos="100000">
                  <a:srgbClr val="003399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" name="PlaceHolder 3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Clique para editar o formato do texto do título</a:t>
            </a:r>
            <a:endParaRPr b="1" lang="pt-BR" sz="44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3"/>
          </p:nvPr>
        </p:nvSpPr>
        <p:spPr>
          <a:xfrm>
            <a:off x="3124080" y="624816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&lt;rodapé&gt;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cc0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1" marL="743040" indent="-285840">
              <a:spcBef>
                <a:spcPts val="799"/>
              </a:spcBef>
              <a:buClr>
                <a:srgbClr val="a886e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2" marL="1143000" indent="-228600">
              <a:spcBef>
                <a:spcPts val="799"/>
              </a:spcBef>
              <a:buClr>
                <a:srgbClr val="e5e5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3" marL="1600200" indent="-228600">
              <a:spcBef>
                <a:spcPts val="799"/>
              </a:spcBef>
              <a:buClr>
                <a:srgbClr val="a886e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2057400" indent="-228600">
              <a:spcBef>
                <a:spcPts val="799"/>
              </a:spcBef>
              <a:buClr>
                <a:srgbClr val="ffcc0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dt" idx="4"/>
          </p:nvPr>
        </p:nvSpPr>
        <p:spPr>
          <a:xfrm>
            <a:off x="456840" y="625104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ldNum" idx="5"/>
          </p:nvPr>
        </p:nvSpPr>
        <p:spPr>
          <a:xfrm>
            <a:off x="6552720" y="624816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012F7DF-9EB1-4532-8A82-AB4E7F1B6448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" name=""/>
          <p:cNvGrpSpPr/>
          <p:nvPr/>
        </p:nvGrpSpPr>
        <p:grpSpPr>
          <a:xfrm>
            <a:off x="0" y="0"/>
            <a:ext cx="9140760" cy="6850080"/>
            <a:chOff x="0" y="0"/>
            <a:chExt cx="9140760" cy="6850080"/>
          </a:xfrm>
        </p:grpSpPr>
        <p:grpSp>
          <p:nvGrpSpPr>
            <p:cNvPr id="17" name=""/>
            <p:cNvGrpSpPr/>
            <p:nvPr/>
          </p:nvGrpSpPr>
          <p:grpSpPr>
            <a:xfrm>
              <a:off x="2743200" y="3540240"/>
              <a:ext cx="6392880" cy="3309840"/>
              <a:chOff x="2743200" y="3540240"/>
              <a:chExt cx="6392880" cy="3309840"/>
            </a:xfrm>
          </p:grpSpPr>
          <p:sp>
            <p:nvSpPr>
              <p:cNvPr id="4" name=""/>
              <p:cNvSpPr/>
              <p:nvPr/>
            </p:nvSpPr>
            <p:spPr>
              <a:xfrm>
                <a:off x="2743200" y="4197240"/>
                <a:ext cx="4575240" cy="2652840"/>
              </a:xfrm>
              <a:custGeom>
                <a:avLst/>
                <a:gdLst/>
                <a:ahLst/>
                <a:rect l="l" t="t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e8a"/>
                  </a:gs>
                  <a:gs pos="100000">
                    <a:srgbClr val="003399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" name=""/>
              <p:cNvSpPr/>
              <p:nvPr/>
            </p:nvSpPr>
            <p:spPr>
              <a:xfrm>
                <a:off x="6620040" y="4240080"/>
                <a:ext cx="1998360" cy="1287720"/>
              </a:xfrm>
              <a:custGeom>
                <a:avLst/>
                <a:gdLst/>
                <a:ahLst/>
                <a:rect l="l" t="t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e8a"/>
                  </a:gs>
                  <a:gs pos="100000">
                    <a:srgbClr val="003399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4603680" y="5311800"/>
                <a:ext cx="4522680" cy="1538280"/>
              </a:xfrm>
              <a:custGeom>
                <a:avLst/>
                <a:gdLst/>
                <a:ahLst/>
                <a:rect l="l" t="t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97c"/>
                  </a:gs>
                  <a:gs pos="100000">
                    <a:srgbClr val="0033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4362480" y="3540240"/>
                <a:ext cx="4773600" cy="3309840"/>
              </a:xfrm>
              <a:custGeom>
                <a:avLst/>
                <a:gdLst/>
                <a:ahLst/>
                <a:rect l="l" t="t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rgbClr val="0033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7145280" y="3678120"/>
                <a:ext cx="1981080" cy="855720"/>
              </a:xfrm>
              <a:custGeom>
                <a:avLst/>
                <a:gdLst/>
                <a:ahLst/>
                <a:rect l="l" t="t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3399"/>
                  </a:gs>
                  <a:gs pos="100000">
                    <a:srgbClr val="002c85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" name=""/>
            <p:cNvSpPr/>
            <p:nvPr/>
          </p:nvSpPr>
          <p:spPr>
            <a:xfrm>
              <a:off x="5273640" y="2128680"/>
              <a:ext cx="2897280" cy="2440080"/>
            </a:xfrm>
            <a:custGeom>
              <a:avLst/>
              <a:gdLst/>
              <a:ahLst/>
              <a:rect l="l" t="t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rgbClr val="003399"/>
                </a:gs>
                <a:gs pos="100000">
                  <a:srgbClr val="002b81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0" y="0"/>
              <a:ext cx="9140760" cy="2819520"/>
            </a:xfrm>
            <a:custGeom>
              <a:avLst/>
              <a:gdLst/>
              <a:ahLst/>
              <a:rect l="l" t="t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514"/>
                </a:gs>
                <a:gs pos="100000">
                  <a:srgbClr val="003399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" name="PlaceHolder 3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Clique para editar o formato do texto do título</a:t>
            </a:r>
            <a:endParaRPr b="1" lang="pt-BR" sz="44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6"/>
          </p:nvPr>
        </p:nvSpPr>
        <p:spPr>
          <a:xfrm>
            <a:off x="3124080" y="624816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&lt;rodapé&gt;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cc0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1" marL="743040" indent="-285840">
              <a:spcBef>
                <a:spcPts val="799"/>
              </a:spcBef>
              <a:buClr>
                <a:srgbClr val="a886e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2" marL="1143000" indent="-228600">
              <a:spcBef>
                <a:spcPts val="799"/>
              </a:spcBef>
              <a:buClr>
                <a:srgbClr val="e5e5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3" marL="1600200" indent="-228600">
              <a:spcBef>
                <a:spcPts val="799"/>
              </a:spcBef>
              <a:buClr>
                <a:srgbClr val="a886e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2057400" indent="-228600">
              <a:spcBef>
                <a:spcPts val="799"/>
              </a:spcBef>
              <a:buClr>
                <a:srgbClr val="ffcc0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95280" y="220464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7 </a:t>
            </a:r>
            <a:br>
              <a:rPr sz="4000"/>
            </a:br>
            <a:r>
              <a:rPr b="1" i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 CRISTO CURA, SIM!</a:t>
            </a:r>
            <a:endParaRPr b="1" lang="pt-BR" sz="40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274680"/>
            <a:ext cx="9144000" cy="560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9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CONTRA OS MALES DESTE MUNDO,</a:t>
            </a:r>
            <a:br>
              <a:rPr sz="3900"/>
            </a:br>
            <a:r>
              <a:rPr b="1" lang="pt-BR" sz="39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DEUS NOS VALE SÓ;</a:t>
            </a:r>
            <a:br>
              <a:rPr sz="3900"/>
            </a:br>
            <a:r>
              <a:rPr b="1" lang="pt-BR" sz="39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NÃO HÁ MAL QUE DEUS NÃO CURE,</a:t>
            </a:r>
            <a:br>
              <a:rPr sz="3900"/>
            </a:br>
            <a:r>
              <a:rPr b="1" lang="pt-BR" sz="39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POIS DE NÓS TEM DÓ.</a:t>
            </a:r>
            <a:endParaRPr b="1" lang="pt-BR" sz="39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95280" y="1628280"/>
            <a:ext cx="8291520" cy="272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CRISTO CURA, SIM,</a:t>
            </a:r>
            <a:br>
              <a:rPr sz="4000"/>
            </a:b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CRISTO CURA, SIM.</a:t>
            </a:r>
            <a:br>
              <a:rPr sz="4000"/>
            </a:b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SEU AMOR POR NÓS É IMENSO;</a:t>
            </a:r>
            <a:br>
              <a:rPr sz="4000"/>
            </a:b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ELE CURA, SIM!</a:t>
            </a:r>
            <a:endParaRPr b="1" lang="pt-BR" sz="40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476280"/>
            <a:ext cx="9144000" cy="344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DERRAMOU SEU SANGUE PURO</a:t>
            </a:r>
            <a:br>
              <a:rPr sz="4000"/>
            </a:b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P’RA REMIR A MIM;</a:t>
            </a:r>
            <a:br>
              <a:rPr sz="4000"/>
            </a:b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QUANDO UNGIDO SOU DE AZEITE,</a:t>
            </a:r>
            <a:br>
              <a:rPr sz="4000"/>
            </a:b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SOU CURADO, ENFIM!</a:t>
            </a:r>
            <a:endParaRPr b="1" lang="pt-BR" sz="40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95280" y="549360"/>
            <a:ext cx="8291520" cy="2722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CRISTO CURA, SIM,</a:t>
            </a:r>
            <a:br>
              <a:rPr sz="4000"/>
            </a:b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CRISTO CURA, SIM.</a:t>
            </a:r>
            <a:br>
              <a:rPr sz="4000"/>
            </a:b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SEU AMOR POR NÓS É IMENSO;</a:t>
            </a:r>
            <a:br>
              <a:rPr sz="4000"/>
            </a:b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ELE CURA, SIM!</a:t>
            </a:r>
            <a:endParaRPr b="1" lang="pt-BR" sz="40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50560" y="620280"/>
            <a:ext cx="8435880" cy="322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SÓ  NOSS’ALMA É BEM SEGURA,</a:t>
            </a:r>
            <a:br>
              <a:rPr sz="4000"/>
            </a:b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OCULTA EM JESUS;</a:t>
            </a:r>
            <a:br>
              <a:rPr sz="4000"/>
            </a:b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ELE O BÁLSAMO DA VIDA,</a:t>
            </a:r>
            <a:br>
              <a:rPr sz="4000"/>
            </a:b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DERRAMOU NA CRUZ.</a:t>
            </a:r>
            <a:endParaRPr b="1" lang="pt-BR" sz="40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95280" y="475920"/>
            <a:ext cx="8291520" cy="272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CRISTO CURA, SIM,</a:t>
            </a:r>
            <a:br>
              <a:rPr sz="4000"/>
            </a:b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CRISTO CURA, SIM.</a:t>
            </a:r>
            <a:br>
              <a:rPr sz="4000"/>
            </a:b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SEU AMOR POR NÓS É IMENSO;</a:t>
            </a:r>
            <a:br>
              <a:rPr sz="4000"/>
            </a:b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ELE CURA, SIM!</a:t>
            </a:r>
            <a:endParaRPr b="1" lang="pt-BR" sz="40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24000" y="476280"/>
            <a:ext cx="8362800" cy="293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GLÓRIA A DEUS! </a:t>
            </a:r>
            <a:br>
              <a:rPr sz="4000"/>
            </a:b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ETERNA GLÓRIA,</a:t>
            </a:r>
            <a:br>
              <a:rPr sz="4000"/>
            </a:b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DEMOS-LHE LOUVOR;</a:t>
            </a:r>
            <a:br>
              <a:rPr sz="4000"/>
            </a:b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GLÓRIA, CÂNTICOS E HOSANAS</a:t>
            </a:r>
            <a:br>
              <a:rPr sz="4000"/>
            </a:b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DAI AO REDENTOR!</a:t>
            </a:r>
            <a:endParaRPr b="1" lang="pt-BR" sz="40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95280" y="475920"/>
            <a:ext cx="8291520" cy="272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CRISTO CURA, SIM,</a:t>
            </a:r>
            <a:br>
              <a:rPr sz="4000"/>
            </a:b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CRISTO CURA, SIM.</a:t>
            </a:r>
            <a:br>
              <a:rPr sz="4000"/>
            </a:b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SEU AMOR POR NÓS É IMENSO;</a:t>
            </a:r>
            <a:br>
              <a:rPr sz="4000"/>
            </a:br>
            <a:r>
              <a:rPr b="1" lang="pt-BR" sz="4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ELE CURA, SIM!</a:t>
            </a:r>
            <a:endParaRPr b="1" lang="pt-BR" sz="40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2004-07-28T20:47:00Z</dcterms:created>
  <dc:creator>Jose Antonio de Bem</dc:creator>
  <dc:description/>
  <dc:language>pt-BR</dc:language>
  <cp:lastModifiedBy>Junior</cp:lastModifiedBy>
  <dcterms:modified xsi:type="dcterms:W3CDTF">2005-07-30T01:54:08Z</dcterms:modified>
  <cp:revision>4</cp:revision>
  <dc:subject/>
  <dc:title>CONTRA OS MALES DESTE MUNDO DEUS NOS VALE SÓ NÃO HÁ MAL QUE DEUS NÃO CURE POIS DE NÓS TEM DÓ.</dc:title>
</cp:coreProperties>
</file>