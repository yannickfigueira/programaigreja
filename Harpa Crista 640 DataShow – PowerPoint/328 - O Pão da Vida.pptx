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8DCE2A-EE81-4769-A529-9C839EFE44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0A40F3-2554-4964-9F76-2539F24DFC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7939B24-A5FD-4ED1-9755-0A13DC56DD7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328 - O Pão da Vida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pão da vida, descido dos céus,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 paz, saúde e vigor;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pão celeste, mandado por Deus,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Cristo, o Salvador;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Redentor, vem sem tardar,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pecador o mal sanar!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algum perdido buscar Tua luz,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Depressa vem a paz lhe dar;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tardes mais, amoroso Jesus,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me confortar! 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gozo santo p'ra quem tem a luz,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se lembrar do seu Senhor,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só falar do amor de Jesus,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grande Redentor!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jugo é doce, meu Senhor,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fardo é leve, que amor!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eu não posso levar minha cruz, Depressa vem me ajudar;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tardes mais, amoroso Jesus,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me confortar! 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duras provas e perseguições,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fazes o fiel passar;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quem vencer há de ter galardão, Também no céu lugar,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lá verei Teu esplendor,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Tua glória. Salvador;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não puder carregar minha cruz, Depressa vem me auxiliar;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tardes mais, amoroso Jesus,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me confortar! 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Teu insondável amor,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faz sentir no coração;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amor de Deus, este santo amor,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viverei, então;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Ti, Jesus, eu dou louvor;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me dás graça e vigor;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és o pão que a vida produz;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Minh'alma vem alimentar;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tardes mais, amoroso Jesus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vem me confortar!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2005-12-26T19:04:37Z</dcterms:created>
  <dc:creator>Junior</dc:creator>
  <dc:description/>
  <dc:language>pt-BR</dc:language>
  <cp:lastModifiedBy>Junior</cp:lastModifiedBy>
  <dcterms:modified xsi:type="dcterms:W3CDTF">2005-12-26T19:04:38Z</dcterms:modified>
  <cp:revision>1</cp:revision>
  <dc:subject/>
  <dc:title>328 - O Pão da Vida </dc:title>
</cp:coreProperties>
</file>