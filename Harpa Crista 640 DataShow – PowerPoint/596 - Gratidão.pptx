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38BA40-603C-4600-8ABF-178D6F2747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8C5C56-78C6-4FC4-8ACE-0917B6782E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4842F3-EFC8-4D9C-9525-C9FF542B0F5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596 - Gratidão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 agradeço, Jesus, meu Senhor,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tuas bênçãos a flux.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me enlevo por teu grande amor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Manifestado na cruz!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lado estou das riquezas dos céus,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Fluídas de tuas mãos.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cantar mil cantares!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Oferta profunda do meu coração!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Louvemos, pois, o nosso Rei Jesus,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amor morreu na dura cruz!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Ele nos dá paz,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satisfaz: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Louvemos, pois, o nosso Rei Jesus!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bondade é sublime e real,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Eternamente pra mim.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agora o meu voto leal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tua graça sem fim!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nos provês da fartura dos céus,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tuas divinas mãos.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isto canto mil cantos,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jorram de dentro do meu coração!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Louvemos, pois, o nosso Rei Jesus,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amor morreu na dura cruz!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Ele nos dá paz,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satisfaz: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Louvemos, pois, o nosso Rei Jesus!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amoroso és, Cristo Jesus,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o Calvário de dor.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abriu-se a fonte da Luz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sara o sofredor.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gratidão, quero sempre cantar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Louvores de salvação,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cantar mil cantares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gozo imenso do meu coração!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Louvemos, pois, o nosso Rei Jesus,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amor morreu na dura cruz!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Ele nos dá paz,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satisfaz: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Louvemos, pois, o nosso Rei Jesus!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2005-12-26T23:29:32Z</dcterms:created>
  <dc:creator>Junior</dc:creator>
  <dc:description/>
  <dc:language>pt-BR</dc:language>
  <cp:lastModifiedBy>Junior</cp:lastModifiedBy>
  <dcterms:modified xsi:type="dcterms:W3CDTF">2005-12-26T23:29:34Z</dcterms:modified>
  <cp:revision>1</cp:revision>
  <dc:subject/>
  <dc:title>596 - Gratidão </dc:title>
</cp:coreProperties>
</file>