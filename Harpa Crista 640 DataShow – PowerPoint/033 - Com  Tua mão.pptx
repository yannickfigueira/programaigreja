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28A98E-FDC3-4195-B2D6-0DE04FA085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58BFD-0E0F-4BB5-AD10-8345D5589C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3E7F1B-2C10-4040-9CB2-B7AAFD2727F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33</a:t>
            </a:r>
            <a:br>
              <a:rPr sz="3600"/>
            </a:br>
            <a:r>
              <a:rPr b="0" lang="pt-BR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COM TUA MÃO SEGURA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Com Tua mão, segura bem a minha,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Pois eu tão fraco sou, ó Salvador!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Que não me atrevo a dar nem um só passo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Sem Teu amparo, meu Jesus Senhor!</a:t>
            </a:r>
            <a:r>
              <a:rPr b="0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Com Tua mão, segura bem a minha,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E mais e mais unido a Ti, Jesus.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Ó traze-me, que nunca me desvie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De Ti, Senhor, a minha vida e luz!</a:t>
            </a:r>
            <a:r>
              <a:rPr b="0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Com Tua mão, segura bem a minha,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E, pelo mundo, alegre seguirei: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Mesmo onde as sombras caem mais escuras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Teu rosto vendo, nada temerei.</a:t>
            </a:r>
            <a:r>
              <a:rPr b="0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E, se chegar à beira desse rio,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Que Tu por mim quiseste atravessar,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Com Tua mão segura bem a minha,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E sobre a morte eu hei de triunfar</a:t>
            </a:r>
            <a:r>
              <a:rPr b="0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Quando voltares esses céus rompendo, Segura bem a minha mão, Senhor,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E, meu Jesus, ó leva-me contigo, </a:t>
            </a:r>
            <a:br>
              <a:rPr sz="3600"/>
            </a:br>
            <a:r>
              <a:rPr b="0" i="1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Para onde eu goze Teu eterno amor.  </a:t>
            </a:r>
            <a:r>
              <a:rPr b="0" lang="en-US" sz="3600" strike="noStrike" u="none">
                <a:solidFill>
                  <a:srgbClr val="fde8fe"/>
                </a:solidFill>
                <a:effectLst/>
                <a:uFillTx/>
                <a:latin typeface="Tahoma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2005-12-22T21:58:28Z</dcterms:created>
  <dc:creator>Junior</dc:creator>
  <dc:description/>
  <dc:language>pt-BR</dc:language>
  <cp:lastModifiedBy>User041</cp:lastModifiedBy>
  <dcterms:modified xsi:type="dcterms:W3CDTF">2006-06-17T20:49:59Z</dcterms:modified>
  <cp:revision>3</cp:revision>
  <dc:subject/>
  <dc:title>33 COM TUA MÃO SEGURA </dc:title>
</cp:coreProperties>
</file>