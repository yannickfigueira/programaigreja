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074D9-C65E-40C9-8EB2-304E00BEB2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4AB211-E899-44A7-A2C1-9C34FC84A5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2248C6-4A06-4EF5-A987-DFB8E1540A1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481 – Cristo e sua humilhação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deixaste,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glória, esplendor,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mundo quiseste descer, Não puderam achar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Belém um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presépio Tu foste nascer.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p’ra Ti um lugar!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podes p’ra sempre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Hinos de adoração,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Anjos no céu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rendendo excelso louvor. Mas humilde o Senhor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ao mundo de horror,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dar vida ao mais vil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p’ra Ti um lugar!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podes p’ra sempre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raposas aqui Covas têm para si,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seus ninhos as aves do céus,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não teve um lugar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cabeça pousar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o Filho de Deus.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p’ra Ti um lugar!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podes p’ra sempre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vieste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trazendo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luz, Que nos dá eternal salvação;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ódio e furor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cravaram,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donde deste o perdão!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p’ra Ti um lugar!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podes p’ra sempre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Aleluias nos céus,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Cordeiro de Deus!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vier o Seu povo buscar;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voz se ouvirá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pra mim, oh! Dirá: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“Vem, Eu tenho pra ti um lugar”.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p’ra Ti um lugar!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meu coração, ó Cristo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podes p’ra sempre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2005-12-25T18:39:55Z</dcterms:created>
  <dc:creator>Junior</dc:creator>
  <dc:description/>
  <dc:language>pt-BR</dc:language>
  <cp:lastModifiedBy>Junior</cp:lastModifiedBy>
  <dcterms:modified xsi:type="dcterms:W3CDTF">2005-12-25T18:40:00Z</dcterms:modified>
  <cp:revision>1</cp:revision>
  <dc:subject/>
  <dc:title>481 – Cristo e sua humilhação</dc:title>
</cp:coreProperties>
</file>