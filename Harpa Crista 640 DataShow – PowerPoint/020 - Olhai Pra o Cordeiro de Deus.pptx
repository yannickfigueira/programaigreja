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92D5E8-D612-4596-95DC-40236F51C3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06519E-C17F-4B66-92D8-324C275217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2503EF4-37D5-411A-9176-A3490B832E2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Olhai Pra o Cordeiro de Deus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Livres do pecado vós quereis ficar?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Olhai pra o Cordeiro de Deus!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morto foi na cruz, pra vos salvar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Olhai pra o Cordeiro de Deus!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533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Olhai pra o Cordeiro de Deus.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Olhai pra o Cordeiro de Deus.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Porque só Ele vos pode salvar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Olhai pra o Cordeiro de Deus!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685440"/>
            <a:ext cx="9144000" cy="51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estas tentados, em hesitação.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Olhai pra o Cordeiro de Deus.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encherá o vosso coração.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Olhai pra o Cordeiro de Deus!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685440"/>
            <a:ext cx="9144000" cy="518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Olhai pra o Cordeiro de Deus.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Olhai pra o Cordeiro de Deus.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Porque só Ele vos pode salvar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Olhai pra o Cordeiro de Deus!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60912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estais cansados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sem mais vigor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Olhai pra o Cordeiro de Deus.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vos quer dar Seu divinal amor.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Olhai pra o Cordeiro de Deus.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0" y="609480"/>
            <a:ext cx="914400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Olhai pra o Cordeiro de Deus.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Olhai pra o Cordeiro de Deus.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Porque só Ele vos pode salvar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Olhai pra o Cordeiro de Deus!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0" y="685800"/>
            <a:ext cx="9144000" cy="510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na vossa senda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Sombras vêm cair;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Olhai pra o Cordeiro de Deus.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Ele, com Sua graça tudo quer suprir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Olhai pra o Cordeiro de Deus.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0" y="685800"/>
            <a:ext cx="9144000" cy="49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Olhai pra o Cordeiro de Deus.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Olhai pra o Cordeiro de Deus.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Porque só Ele vos pode salvar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Olhai pra o Cordeiro de Deus!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2005-10-14T19:29:33Z</dcterms:created>
  <dc:creator>Junior</dc:creator>
  <dc:description/>
  <dc:language>pt-BR</dc:language>
  <cp:lastModifiedBy>Junior</cp:lastModifiedBy>
  <dcterms:modified xsi:type="dcterms:W3CDTF">2005-10-17T13:47:50Z</dcterms:modified>
  <cp:revision>2</cp:revision>
  <dc:subject/>
  <dc:title>20 Olhai Pra o Cordeiro de Deus</dc:title>
</cp:coreProperties>
</file>