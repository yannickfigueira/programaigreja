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647625-C80D-4542-9288-04E64C27AD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81434A-8B15-4BC0-B4E7-6AFFB206CF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2CC7A2-8274-4F5D-B17E-0F2BEE3E7F4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112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NOME SOBERANO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há na terra e céu também,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nome com doçura,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este a quem louvor convém,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toda a criatura.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a luz és Tu do céu!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nosso amado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verdadeiro Deus,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todos exaltado!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Descendo ao mundo, a luz do céu Vestiu-se em corpo humano;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santo Filho, então, se deu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nome soberano.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a luz és Tu do céu!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nosso amado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verdadeiro Deus,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todos exaltado!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Entregue à morte sobre a cruz,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cima foi escrito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nome amável de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nós, ali maldito.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a luz és Tu do céu!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nosso amado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verdadeiro Deus,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todos exaltado!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morte o grande vencedor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mão do Pai sentado,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nós Ele é intercessor,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único Advogado.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a luz és Tu do céu!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nosso amado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verdadeiro Deus,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todos exaltado!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meu terno Salvador,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 Tu minha esperança,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Confio só no Teu amor;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pões-me em segurança.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a luz és Tu do céu!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nosso amado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verdadeiro Deus,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todos exaltado!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2005-12-23T11:15:07Z</dcterms:created>
  <dc:creator>Junior</dc:creator>
  <dc:description/>
  <dc:language>pt-BR</dc:language>
  <cp:lastModifiedBy>Junior</cp:lastModifiedBy>
  <dcterms:modified xsi:type="dcterms:W3CDTF">2005-12-23T11:15:19Z</dcterms:modified>
  <cp:revision>1</cp:revision>
  <dc:subject/>
  <dc:title>112 O NOME SOBERANO </dc:title>
</cp:coreProperties>
</file>