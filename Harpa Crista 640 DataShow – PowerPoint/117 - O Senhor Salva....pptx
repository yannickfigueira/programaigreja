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CC5A79-4D8A-45BC-9DF7-EBDB0F866B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9E472A-91D4-4C54-BBE1-ECA275BA6B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C12689-2570-4252-9D28-4D29650AAA2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117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SALVA A TODO O PECADOR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O Senhor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 a todo pecador!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tem poder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todo o mal vencer,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e redenção!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já me amou e me salvou.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dou e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que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Jeová,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santidade dá;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paz e vivo já,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em mim está.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e redenção!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já me amou e me salvou.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dou e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que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Falarei sempre o que sei,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Exaltando o meu 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Seu sangue já verteu,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tornar-me filho Seu,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e redenção!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já me amou e me salvou.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dou e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que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Cantaremos, sempre ali,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sairmos nós daqui;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Exaltando 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Louvaremos com fervor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Salvação!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e redenção!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já me amou e me salvou.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dou e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que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2005-12-23T11:29:32Z</dcterms:created>
  <dc:creator>Junior</dc:creator>
  <dc:description/>
  <dc:language>pt-BR</dc:language>
  <cp:lastModifiedBy>Junior</cp:lastModifiedBy>
  <dcterms:modified xsi:type="dcterms:W3CDTF">2005-12-23T11:29:41Z</dcterms:modified>
  <cp:revision>1</cp:revision>
  <dc:subject/>
  <dc:title>117 O SENHOR SALVA A TODO O PECADOR </dc:title>
</cp:coreProperties>
</file>