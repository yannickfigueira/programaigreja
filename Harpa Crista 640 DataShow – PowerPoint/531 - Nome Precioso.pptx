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326502-EC0A-4CA5-8E64-CC64549661E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F13645-AF44-44D0-995B-D953230C60D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2124097-FB33-4670-A3F7-7EA682AF9C2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531 - Nome Precioso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Leva tu contigo o nome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Jesus, o Salvador!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Este nome dá conforto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Hoje, sempre e onde for.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Nome bom! - doce à fé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esperança do porvir!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Nome bom! - doce à fé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esperança do porvir!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Este nome leva sempre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bem te defender: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é a arma ao teu alcance,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mal te aparecer.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Nome bom! - doce à fé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esperança do porvir!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Nome bom! - doce à fé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esperança do porvir!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nome precioso!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Gozo traz ao coração!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Sendo por Jesus aceito,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terás o seu perdão.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Nome bom! - doce à fé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esperança do porvir!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Nome bom! - doce à fé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esperança do porvir!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Santo nome! adorável!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 Jesus, o amado teu: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"Rei dos reis”, "Senhor eterno”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o aclamarás no Céu.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Nome bom! - doce à fé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esperança do porvir!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Nome bom! - doce à fé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esperança do porvir!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2005-12-26T20:09:47Z</dcterms:created>
  <dc:creator>Junior</dc:creator>
  <dc:description/>
  <dc:language>pt-BR</dc:language>
  <cp:lastModifiedBy>Junior</cp:lastModifiedBy>
  <dcterms:modified xsi:type="dcterms:W3CDTF">2005-12-26T20:09:48Z</dcterms:modified>
  <cp:revision>1</cp:revision>
  <dc:subject/>
  <dc:title>531 - Nome Precioso</dc:title>
</cp:coreProperties>
</file>