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AE92F-F454-4DA7-9A1C-465D76D922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98744-B728-41F7-A250-B5AF30BAA7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0F1519-3C83-4F36-9A75-7321979279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27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 que Vence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04920" y="304560"/>
            <a:ext cx="8229600" cy="601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Amor, que por amor desceste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 que por amor morreste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Oh! Quanta dor não padeceste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Meu coração pra conquistar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meu amor ganhar.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8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Amor, que com a mor seguias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 mim, que sem amor Tu vias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Ah! Quanto amor por mim sentias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Meu Salvador, meu bom Jesus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Sofrendo sobre a cruz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8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Amor, que tudo me perdoas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Amor, que até mesmo abençoas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Um réu de quem te afeiçoas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Por Ti vencido, ó Salvador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Eis-me a Teus pés Senhor!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89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Amor, que nunca, nunca muda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 nos Teus braços me seguras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Cercando-me de mil venturas!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Aceita agora, Salvador</a:t>
            </a:r>
            <a:br>
              <a:rPr sz="4400"/>
            </a:br>
            <a:r>
              <a:rPr b="0" lang="pt-BR" sz="4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O meu humilde amor.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2005-08-21T19:09:37Z</dcterms:created>
  <dc:creator>Junior</dc:creator>
  <dc:description/>
  <dc:language>pt-BR</dc:language>
  <cp:lastModifiedBy>Junior</cp:lastModifiedBy>
  <dcterms:modified xsi:type="dcterms:W3CDTF">2005-08-21T19:22:06Z</dcterms:modified>
  <cp:revision>2</cp:revision>
  <dc:subject/>
  <dc:title>27 Amor que Vence</dc:title>
</cp:coreProperties>
</file>