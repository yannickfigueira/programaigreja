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A81B0-FC9D-4117-BEC1-C54B1C33E7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98C1D3-8A6C-45C9-83B4-57ED37E180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1819D6-14A3-430A-9FBE-B5B23B0FF2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CLAMA: JESUS, JESUS!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clama na tribulação: Jesus, Jesus.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todo o teu coração: Jesus, Jesus,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certo, te socorrerá: Jesus, Jesus,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e paz te dará: Jesus,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queres um bom Salvador? Jesus,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ama o vil pecador? Jesus,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tem poder p’ra salvar? Jesus, Jesus,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te levar? Jesus, Jesus.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que te pode curar: Jesus, Jesus. E da corrupção te guardar: Jesus. Jesus Só um nome dá salvação: Jesus, Jesus. O gozo, a paz, o perdão: Jesus,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Aceita, no teu coração: Jesus, Jesus; Assim, tu terás salvação, Jesus, Jesus; Abraça, com terno amor: Jesus, Jesus; Que chora por ti, pecador, Jesus, Jesus.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2005-12-23T11:09:58Z</dcterms:created>
  <dc:creator>Junior</dc:creator>
  <dc:description/>
  <dc:language>pt-BR</dc:language>
  <cp:lastModifiedBy>Junior</cp:lastModifiedBy>
  <dcterms:modified xsi:type="dcterms:W3CDTF">2005-12-23T11:10:13Z</dcterms:modified>
  <cp:revision>1</cp:revision>
  <dc:subject/>
  <dc:title>110 CLAMA: JESUS, JESUS! </dc:title>
</cp:coreProperties>
</file>