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699201-601E-4B93-BBCE-577CE5670E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A80188-7367-48B7-AD03-2529FF788F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FEE64E0-A971-47BE-A33A-9AE0C40A7B4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216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LOUVAI A DEUS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Louvai a Deus, com júbilo, cantando,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Seu amor ao mundo anunciai!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Cristo, as glórias,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Juntos celebrando;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Salvador, a fama publicai.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prodígios cantaremos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Jesus, o Redentor;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Força, vida, bens daremos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P’ra falar do Seu amor!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Louvei a Deus, Senhor onipotente,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quem devemos nossa salvação,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habita os céus,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Porém, aqui presente.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Seguros, guia os Seus por Sua mão!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prodígios cantaremos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Jesus, o Redentor;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Força, vida, bens daremos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P’ra falar do Seu amor!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Louvai a Deus e alegres, adorai-O;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Mil graças demos por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grande amor;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 celeste multidão louvei-O,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Deus, sempiterno e nosso Redentor.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prodígios cantaremos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Jesus, o Redentor;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Força, vida, bens daremos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P’ra falar do Seu amor!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2005-12-23T18:48:08Z</dcterms:created>
  <dc:creator>Junior</dc:creator>
  <dc:description/>
  <dc:language>pt-BR</dc:language>
  <cp:lastModifiedBy>Junior</cp:lastModifiedBy>
  <dcterms:modified xsi:type="dcterms:W3CDTF">2005-12-23T18:48:20Z</dcterms:modified>
  <cp:revision>1</cp:revision>
  <dc:subject/>
  <dc:title>216 LOUVAI A DEUS </dc:title>
</cp:coreProperties>
</file>