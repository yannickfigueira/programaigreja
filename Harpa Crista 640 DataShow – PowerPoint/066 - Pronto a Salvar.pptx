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F9D574-252C-4918-9621-4E9FAED8D1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C9C52F-0E9A-4B3A-BA42-5DCCCEFA5C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51AAEA4-BFDE-4D14-9162-09823B00DF8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66</a:t>
            </a:r>
            <a:br>
              <a:rPr sz="3600"/>
            </a:br>
            <a:r>
              <a:rPr b="1" i="1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PRONTO A SALVAR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 o que crê no Filho de Deus,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Que, p'ra nos remir, desceu dos céus;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 o que, contrito, a Deus se chegar,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está pronto, agora, a salvar.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Jesus te chama, ó meu Irmão!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ti Ele oferece pleno perdão;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sangue verteu para te resgatar,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Ele é quem quer e pode salvar.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Quem, arrependido, busca perdão,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Abrindo a Jesus o seu coração,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paz hoje mesmo pode gozar,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Ele está pronto, agora, a salvar.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2005-12-23T09:12:32Z</dcterms:created>
  <dc:creator>Junior</dc:creator>
  <dc:description/>
  <dc:language>pt-BR</dc:language>
  <cp:lastModifiedBy>Junior</cp:lastModifiedBy>
  <dcterms:modified xsi:type="dcterms:W3CDTF">2005-12-23T09:12:56Z</dcterms:modified>
  <cp:revision>1</cp:revision>
  <dc:subject/>
  <dc:title>66 PRONTO A SALVAR </dc:title>
</cp:coreProperties>
</file>