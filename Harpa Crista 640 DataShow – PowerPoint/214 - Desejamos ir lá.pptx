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8674C-DD04-4141-9959-6602FA6CA7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DF40D-EF85-45D0-BF57-2CA02C94F2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6E0EF1-6194-48C3-9B28-5A4BFE5CA64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DESEJAMOS IR LÁ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Redentor foi preparar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lugar de repouso e esplendor; Brevemente chamará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casa a descansar,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os salvos, do mundo enganador.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Desejamos Ir lá,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Desejamos Ir lá;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será,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nós nos encontrarmos lá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terra tesouros não há,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possam aqui segurar; Desejamos ir ao céu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Cristo já está,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lugar onde iremos descansar.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Desejamos Ir lá,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Desejamos Ir lá;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será,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nós nos encontrarmos lá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lar com Jesus,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havemos de sempre reinar.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nós ali cantar,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Novos hinos de louvor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Cordeiro que veio nos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Desejamos Ir lá,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Desejamos Ir lá;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será,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nós nos encontrarmos lá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2005-12-23T18:36:41Z</dcterms:created>
  <dc:creator>Junior</dc:creator>
  <dc:description/>
  <dc:language>pt-BR</dc:language>
  <cp:lastModifiedBy>Junior</cp:lastModifiedBy>
  <dcterms:modified xsi:type="dcterms:W3CDTF">2005-12-23T18:36:54Z</dcterms:modified>
  <cp:revision>1</cp:revision>
  <dc:subject/>
  <dc:title>214 DESEJAMOS IR LÁ </dc:title>
</cp:coreProperties>
</file>