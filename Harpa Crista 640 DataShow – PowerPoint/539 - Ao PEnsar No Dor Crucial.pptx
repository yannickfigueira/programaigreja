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029E9-006A-4400-94F0-5D31C08BA2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BCAFA4-D87A-4221-816C-7F5DF37D0C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FEDA42-20E3-4620-A9EC-49B3CF1AEF9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539 – Ao PEnsar No Dor Crucial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pensar no sofrer e na dor crucial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na cruz suportou por amor nosso Rei,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Próprio eu, vida, enfim, e prazer mundanal,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Coisas vãs aqui nunca mais amarei.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Destas mãos, destes pés sangue está a jorrar,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Manancial de poder, e de paz, e de amor.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irei nesta cruz do Senhor me gloriar,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amor sem fim pelo vil pecador.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do Céu a extensão é capaz de conter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amplidão sem igual e o poder deste amor.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Céu, pela fé neste amor e poder,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Estarei aos pés do meu bom Salvador.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2005-12-26T20:22:14Z</dcterms:created>
  <dc:creator>Junior</dc:creator>
  <dc:description/>
  <dc:language>pt-BR</dc:language>
  <cp:lastModifiedBy>Junior</cp:lastModifiedBy>
  <dcterms:modified xsi:type="dcterms:W3CDTF">2005-12-26T20:22:15Z</dcterms:modified>
  <cp:revision>1</cp:revision>
  <dc:subject/>
  <dc:title>539 – Ao PEnsar No Dor Crucial</dc:title>
</cp:coreProperties>
</file>