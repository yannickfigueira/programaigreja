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F3FB3B-D7B1-4910-BDC2-3441ED4B3C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6A2086-3477-4655-8A6E-C302C5016C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1178F36-1BF0-4B76-9F97-201CF16AA2F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114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 O PERDÃO DE JESUS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tu cansado já estás de pecar,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 o perdão de Jesus.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vida nova quiseres achar,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 o perdão de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pecador.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ti morreu lá na cruz.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tempo, vem sem temor;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Aceite o perdão de Jesus.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vida pura desejas obter,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 o perdão de Jesus.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é a fonte que limpa teu ser;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 o perdão de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pecador.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ti morreu lá na cruz.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tempo, vem sem temor;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Aceite o perdão de Jesus.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tu não podes tuas lutas calmar, Aceita o perdão de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teus desejos não podes domar, Aceita o perdão de Jesus.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pecador.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ti morreu lá na cruz.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tempo, vem sem temor;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Aceite o perdão de Jesus.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com os santos te queres unir, Aceita o perdão de Jesus.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para os céus tu desejas partir, Aceita o perdão de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Jesus, pecador.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ti morreu lá na cruz.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tempo, vem sem temor;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Aceite o perdão de Jesus.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2005-12-23T11:24:12Z</dcterms:created>
  <dc:creator>Junior</dc:creator>
  <dc:description/>
  <dc:language>pt-BR</dc:language>
  <cp:lastModifiedBy>Junior</cp:lastModifiedBy>
  <dcterms:modified xsi:type="dcterms:W3CDTF">2005-12-23T11:24:31Z</dcterms:modified>
  <cp:revision>1</cp:revision>
  <dc:subject/>
  <dc:title>114 ACEITA O PERDÃO DE JESUS </dc:title>
</cp:coreProperties>
</file>