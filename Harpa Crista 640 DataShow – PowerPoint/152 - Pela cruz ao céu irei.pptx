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EAD8ED-84E4-4753-AB3A-CEC9FB85F2A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3E7FEA-D381-417A-A207-A1EAC3E6FD8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8FF9DC1-2E50-4E10-8354-549543C50E30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152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 CRUZ AO CÉU IREI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Calvário, só Jesus se transportou Levando pesada cruz,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morrendo, lá p'ra o mortal deixou, Um fanal de gloriosa luz.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 cruz ao céu irei;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 cruz eu seguirei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Pare o lar de paz e eterno amor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 cruz ao céu irei.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na cruz, a alma sedenta achará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fonte de Inspiração;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ali o fardo de dor cairá;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Calvário, há salvação.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 cruz ao céu irei;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 cruz eu seguirei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Pare o lar de paz e eterno amor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 cruz ao céu irei.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 cruz irei à mansão celestial.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rumo marcado está,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minha vida obscura será o fanal; Em sua luz minha alma irá.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 cruz ao céu irei;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 cruz eu seguirei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Pare o lar de paz e eterno amor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 cruz ao céu irei.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2005-12-23T12:37:14Z</dcterms:created>
  <dc:creator>Junior</dc:creator>
  <dc:description/>
  <dc:language>pt-BR</dc:language>
  <cp:lastModifiedBy>Junior</cp:lastModifiedBy>
  <dcterms:modified xsi:type="dcterms:W3CDTF">2005-12-23T12:37:30Z</dcterms:modified>
  <cp:revision>1</cp:revision>
  <dc:subject/>
  <dc:title>152 PELA CRUZ AO CÉU IREI </dc:title>
</cp:coreProperties>
</file>