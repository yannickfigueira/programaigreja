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10A2D4-86AF-43B1-B3B7-3085CBEFEAE1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48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CB7E02-EF0E-42D8-9A73-EED34974426C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61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65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90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7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9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4AED3A-0F78-431A-B281-E6E25EF4C7F9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65 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QUEM IRÁ?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2280" y="609120"/>
            <a:ext cx="86868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EIS OS MILHÕES,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QUE EM TREVAS TÃO MEDONHAS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JAZEM PERDIDOS, SEM O SALVADOR!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QUEM, QUEM IRÁ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AS NOVAS PROCLAMANDO,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DEUS, EM CRISTO,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SALVA O PECADOR?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280" y="456840"/>
            <a:ext cx="8569440" cy="415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PODER O PAI ME DEU,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TERRA COMO LÁ NO CÉU!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IDE, POIS, ANUNCIAR O EVANGELHO,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EIS-ME CONVOSCO SEMPRE!</a:t>
            </a:r>
            <a:br>
              <a:rPr sz="36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609120"/>
            <a:ext cx="9144000" cy="441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PORTAS ABERTAS,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EIS POR TODO O MUNDO!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CRISTÃOS, ERGUEI-VOS!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JÁ AVANTE ANDAI!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CRENTES EM CRISTO!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UNI AS VOSSAS FORÇAS.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DA ESCRAVIDÃO OS POVOS LIBERTAI.</a:t>
            </a:r>
            <a:br>
              <a:rPr sz="36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52280" y="685800"/>
            <a:ext cx="8686800" cy="401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PODER O PAI ME DEU,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TERRA COMO LÁ NO CÉU!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IDE, POIS, ANUNCIAR O EVANGELHO,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EIS-ME CONVOSCO SEMPRE!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50560" y="685440"/>
            <a:ext cx="8893080" cy="437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VINDE A MIM! A VOZ DIVINA CLAMA,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VINDE! CLAMAI EM NOME DE JESUS: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NOS SALVAR DA MALDIÇÃO ETERNA,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SEU SANGUE DERRAMOU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NÓS NA CRUZ.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3640" y="475920"/>
            <a:ext cx="8507160" cy="415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PODER O PAI ME DEU,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TERRA COMO LÁ NO CÉU!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IDE, POIS, ANUNCIAR O EVANGELHO,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EIS-ME CONVOSCO SEMPRE!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260280"/>
            <a:ext cx="8964720" cy="48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DEUS APRESSA O DIA GLORIOSO,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QUE OS REMIDOS TODOS SE UNIRÃO,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E, EM CORO EXCELSO, SANTO, JUBILOSO,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TODO O SEMPRE, 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GLÓRIA A TI DARÃO.</a:t>
            </a: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50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PODER O PAI ME DEU,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TERRA COMO LÁ NO CÉU!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IDE, POIS, ANUNCIAR O EVANGELHO,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EIS-ME CONVOSCO SEMPRE!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50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PODER O PAI ME DEU,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TERRA COMO LÁ NO CÉU!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IDE, POIS, ANUNCIAR O EVANGELHO,</a:t>
            </a:r>
            <a:br>
              <a:rPr sz="3200"/>
            </a:br>
            <a:r>
              <a:rPr b="1" i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EIS-ME CONVOSCO SEMPRE!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2005-06-27T21:14:55Z</dcterms:created>
  <dc:creator>Junior</dc:creator>
  <dc:description/>
  <dc:language>pt-BR</dc:language>
  <cp:lastModifiedBy>Junior</cp:lastModifiedBy>
  <dcterms:modified xsi:type="dcterms:W3CDTF">2005-08-21T14:45:19Z</dcterms:modified>
  <cp:revision>3</cp:revision>
  <dc:subject/>
  <dc:title>65 - QUEM IRÁ?</dc:title>
</cp:coreProperties>
</file>