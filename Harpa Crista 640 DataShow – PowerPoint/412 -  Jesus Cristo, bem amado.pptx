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35474F-5911-4A44-80E9-D5F14250DF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B4A26D-AFEB-4320-AEE1-52D0911961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B1B040-F5DD-4BE8-BD57-DCD419CDAF3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412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CRISTO, BEM AMADO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 divino,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guia e Redentor,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seja ao Deus trino; Aleluia ao Deus de amor!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Cristo, bem amado,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Poderoso Salvador,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era ontem, é hoje,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Será sempre o Deus de amor!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Alegrar-se todos devem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grande salvação;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 e glória a Deus elevem,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nos dá Seu galardão.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Cristo, bem amado,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Poderoso Salvador,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era ontem, é hoje,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Será sempre o Deus de amor!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Adorai a Deus, com canto,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é compassivo e bom,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divino Espírito Santo,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Desça sobre nós Teu dom.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Cristo, bem amado,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Poderoso Salvador,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era ontem, é hoje,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Será sempre o Deus de amor!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Teu nome seja glória,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bendito e bom Senhor!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nos guias p'ra vitória,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 ao Redentor!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Cristo, bem amado,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Poderoso Salvador,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era ontem, é hoje,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Será sempre o Deus de amor!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2005-10-21T03:21:31Z</dcterms:created>
  <dc:creator>Montagna</dc:creator>
  <dc:description/>
  <dc:language>pt-BR</dc:language>
  <cp:lastModifiedBy>Montagna</cp:lastModifiedBy>
  <dcterms:modified xsi:type="dcterms:W3CDTF">2005-10-21T03:21:42Z</dcterms:modified>
  <cp:revision>2</cp:revision>
  <dc:subject/>
  <dc:title>412 -  JESUS CRISTO, BEM AMADO</dc:title>
</cp:coreProperties>
</file>