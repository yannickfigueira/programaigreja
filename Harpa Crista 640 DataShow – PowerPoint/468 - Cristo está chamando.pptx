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0861C8-0404-469B-8F69-2CC170EEDF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B6403-9B1C-4366-B56B-D3698262B0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9603E2-23A7-4641-99DB-02DC0CA71E7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468 – Cristo está chamando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tu seguir a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andar na Sua luz?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ser por todos visto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Carregando a tua cruz?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está chamando,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da morte te livrar;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paciência te esperando,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p’ra Ele te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hoje dar o passo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tornares-te cristão?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pecado, rompe o laço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a salvação.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está chamando,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da morte te livrar;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paciência te esperando,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p’ra Ele te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tens tu resistido,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voz de compaixão?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do amor de Deus vencido,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recebe a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está chamando,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da morte te livrar;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paciência te esperando,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p’ra Ele te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pede, aqui recebe,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perdão no sangue Seu;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da água viva bebe,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 terá no céu!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está chamando,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da morte te livrar;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paciência te esperando,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p’ra Ele te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2005-12-26T15:01:56Z</dcterms:created>
  <dc:creator>Junior</dc:creator>
  <dc:description/>
  <dc:language>pt-BR</dc:language>
  <cp:lastModifiedBy>Junior</cp:lastModifiedBy>
  <dcterms:modified xsi:type="dcterms:W3CDTF">2005-12-26T15:01:58Z</dcterms:modified>
  <cp:revision>1</cp:revision>
  <dc:subject/>
  <dc:title>468 – Cristo está chamando </dc:title>
</cp:coreProperties>
</file>