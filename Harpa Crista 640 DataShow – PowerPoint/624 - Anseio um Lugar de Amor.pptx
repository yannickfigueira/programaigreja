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A56E0-E503-4560-AA3B-5809E5AF57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342D45-EA12-40DA-AA80-D9C1483F51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C68FC1-EDF9-404F-A7BC-C9E78BD6825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624 – Anseio um Lugar de Amor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Anseio a paz, um lugar de amor!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Saudoso estou deste lar feliz;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Subir em vestes de fulgor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sempiterno, bom pais.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virão os pecados vis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penetrar nos portais de luz;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Será no centro do pais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trono eterno de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fruir infindáveis paz,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viver são os sonhos meus;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doce enlevo que me traz,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Real se torne, queira Deus!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2005-12-27T15:42:48Z</dcterms:created>
  <dc:creator>Junior</dc:creator>
  <dc:description/>
  <dc:language>pt-BR</dc:language>
  <cp:lastModifiedBy>Junior</cp:lastModifiedBy>
  <dcterms:modified xsi:type="dcterms:W3CDTF">2005-12-27T15:42:50Z</dcterms:modified>
  <cp:revision>1</cp:revision>
  <dc:subject/>
  <dc:title>624 – Anseio um Lugar de Amor </dc:title>
</cp:coreProperties>
</file>