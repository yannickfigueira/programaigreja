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AC1AB9-79B5-479E-A016-B0A8C38FB3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4CA6DB-C518-4184-B416-23EA368043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A4D579-00EB-4CC0-9CE6-7554CF564BB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VALOR EM VALOR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 que uma vez me foi dada,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seguir o Cordeiro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graça de Deus enviada,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Andarei, com valor, para os céus.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 de valor em valor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seguir a Jesus, meu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receba no céu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coroa, que me dará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Deus, quero vestir a armadura,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lutar com coragem e valor.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aqui a peleja é dura,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Contra as hostes do vil tentador.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 de valor em valor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seguir a Jesus, meu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receba no céu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coroa, que me dará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eu farei mil proezas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combate da fé e do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tenho vigor e destreza,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lutar e pra ser vencedor!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 de valor em valor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seguir a Jesus, meu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receba no céu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coroa, que me dará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direi, ao findar esta liça: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Combati o combate de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coroa terei de justiça.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céu me dará 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andar de valor em valor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seguir a Jesus, meu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receba no céu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coroa, que me dará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2005-12-23T14:14:22Z</dcterms:created>
  <dc:creator>Junior</dc:creator>
  <dc:description/>
  <dc:language>pt-BR</dc:language>
  <cp:lastModifiedBy>Junior</cp:lastModifiedBy>
  <dcterms:modified xsi:type="dcterms:W3CDTF">2005-12-23T14:14:33Z</dcterms:modified>
  <cp:revision>1</cp:revision>
  <dc:subject/>
  <dc:title>186 DE VALOR EM VALOR </dc:title>
</cp:coreProperties>
</file>