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2D82B0-3623-4041-BBDE-C8ACBCAE28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FCA720-202E-44FA-83AC-5E86A63A59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D4D9989-99E3-4B4A-A62C-B37D872D936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509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PASSAR O JORDÃO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Jordão passarmos unidos,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entrarmos no céu, veremos lá,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areia da praia os remidos,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gloriosa vista será!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Tantos como a areia da praia!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Tantos como a areia do mar!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gozo sentirá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o salvo pois verá,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tantos como a areia da praia!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virmos os salvos do mundo,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morte jamais alcançará,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saudarem com gozo profundo,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gloriosa vista será!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Tantos como a areia da praia!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Tantos como a areia do mar!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gozo sentirá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o salvo pois verá,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tantos como a areia da praia!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25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margem do rio da vida,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paz e justiça haverá,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veremos a terra prometida;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gloriosa vista será!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Tantos como a areia da praia!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Tantos como a areia do mar!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gozo sentirá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o salvo pois verá,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tantos como a areia da praia!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Cristo Jesus contemplarmos,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Coroado no céu como está,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prostrado aos Seus pés adorarmos,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gloriosa vista será!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Tantos como a areia da praia!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Tantos como a areia do mar!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gozo sentirá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o salvo pois verá,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tantos como a areia da praia!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2005-12-18T18:38:56Z</dcterms:created>
  <dc:creator>Junior</dc:creator>
  <dc:description/>
  <dc:language>pt-BR</dc:language>
  <cp:lastModifiedBy>Junior</cp:lastModifiedBy>
  <dcterms:modified xsi:type="dcterms:W3CDTF">2005-12-18T18:39:16Z</dcterms:modified>
  <cp:revision>1</cp:revision>
  <dc:subject/>
  <dc:title>509 AO PASSAR O JORDÃO </dc:title>
</cp:coreProperties>
</file>