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E7D4497-F4F6-403C-8FBC-CE18EE50BC6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2162430-5CCE-49D8-A2FD-BBAF26FF5F8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2E3191E-53F4-4783-B11F-A914044F5F29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554 - O Evangelho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meu Salvador, por seu grande amor,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 céu, veio aqui morrer,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Pra, salvo, levar quem nele confiar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ir sempre com Ele viver.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2005-12-26T21:26:05Z</dcterms:created>
  <dc:creator>Junior</dc:creator>
  <dc:description/>
  <dc:language>pt-BR</dc:language>
  <cp:lastModifiedBy>Junior</cp:lastModifiedBy>
  <dcterms:modified xsi:type="dcterms:W3CDTF">2005-12-26T21:26:06Z</dcterms:modified>
  <cp:revision>1</cp:revision>
  <dc:subject/>
  <dc:title>554 - O Evangelho</dc:title>
</cp:coreProperties>
</file>