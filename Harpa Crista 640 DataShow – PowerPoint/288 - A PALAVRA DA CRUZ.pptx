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2D0845-CE82-4AAC-A8FD-60E90B4FDF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DE04B-3F59-462C-8FAC-418AA085FE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998078-5779-4A3E-A18F-5FE3651727A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cruz, a palavra é fiel, Aleluia! Aleluia!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Chamando aquele que é infiel, Aleluia! Aleluia!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Qualquer temporal pode vir,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mensagem mui firme `stá: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veio nos remir,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morte sobre a cruz.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 é poder.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em Cristo crer.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 é poder.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em Cristo crer.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Morrendo por nós lá na cruz,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Vitória nos ganhou Jesus,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o Cordeiro de Deus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Veio a graça do céu raiar!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salvou quem veio dos céus,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morte, sobre a cruz.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 é poder.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em Cristo crer.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 é poder.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em Cristo crer.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me envergonho da cruz,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deu-me vida, deu-me luz,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caminho p'ra o céu se abriu,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 é poder.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em Cristo crer.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palavra da cruz é poder.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Aleluia!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quem em Cristo crer.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2005-10-18T21:56:06Z</dcterms:created>
  <dc:creator>Montagna</dc:creator>
  <dc:description/>
  <dc:language>pt-BR</dc:language>
  <cp:lastModifiedBy>Montagna</cp:lastModifiedBy>
  <dcterms:modified xsi:type="dcterms:W3CDTF">2005-10-18T21:56:19Z</dcterms:modified>
  <cp:revision>2</cp:revision>
  <dc:subject/>
  <dc:title>288 - A PALAVRA DA CRUZ</dc:title>
</cp:coreProperties>
</file>