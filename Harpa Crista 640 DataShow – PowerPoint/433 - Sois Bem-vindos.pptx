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83C20D-7256-40C5-9A07-4616A70921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439658-0EC9-4B83-8E83-2B01872874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D63A1D1-66BE-464B-82B7-99D69ADE12D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71640" y="1844640"/>
            <a:ext cx="77724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433</a:t>
            </a:r>
            <a:br>
              <a:rPr sz="4400"/>
            </a:br>
            <a:r>
              <a:rPr b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SOIS BEM-VINDOS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14400" y="-360"/>
            <a:ext cx="8229600" cy="42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Nossas vozes jubilosas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Elevamos com fervor,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Pela vinda amistosa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Dos obreiros do Senhor.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4400" y="-360"/>
            <a:ext cx="8229600" cy="39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Sois bem-vindos, 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Sois bem-vindos, 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Campeões de Jeová! 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Parabéns, mas não fingidos,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congregação vos dá.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358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Recebei os lutadores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 verdade, do amor,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Demos a Jesus louvores,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os trouxe com vigor.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4581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Sois bem-vindos, 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Sois bem-vindos, 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Campeões de Jeová! 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Parabéns, mas não fingidos,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congregação vos dá.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-360"/>
            <a:ext cx="8229600" cy="452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Abraçai os bons soldados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Das fileiras de Jesus,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Aos que lutam denodados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Para difundir a luz.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042560" y="0"/>
            <a:ext cx="8101080" cy="416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Sois bem-vindos, 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Sois bem-vindos, 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Campeões de Jeová! 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Parabéns, mas não fingidos,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congregação vos dá.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14400" y="-360"/>
            <a:ext cx="8229600" cy="40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Dos fiéis é bem superno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Trabalhar sem dilação;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P'ra fazer que o Rei eterno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Reine em cada coração!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-360"/>
            <a:ext cx="8229600" cy="39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Sois bem-vindos, 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Sois bem-vindos, 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Campeões de Jeová! 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Parabéns, mas não fingidos,</a:t>
            </a:r>
            <a:br>
              <a:rPr sz="4400"/>
            </a:br>
            <a:r>
              <a:rPr b="1" i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congregação vos dá.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2005-10-21T04:19:54Z</dcterms:created>
  <dc:creator>Montagna</dc:creator>
  <dc:description/>
  <dc:language>pt-BR</dc:language>
  <cp:lastModifiedBy>Junior</cp:lastModifiedBy>
  <dcterms:modified xsi:type="dcterms:W3CDTF">2006-01-22T18:08:22Z</dcterms:modified>
  <cp:revision>3</cp:revision>
  <dc:subject/>
  <dc:title>433 - SOIS BEM-VINDOS</dc:title>
</cp:coreProperties>
</file>