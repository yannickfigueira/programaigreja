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2CE0AD-626B-41F2-B234-288D1C7B49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C60216-F251-4DFF-893B-A79DA4655C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A2367B2-F1EA-4A69-A4D6-13D85571490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455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POVO DE DEUS NA TERRA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povo de Deus, aqui na terra tem um sinal: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Povo que vive em santa guerra contra o mal;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Povo que espera a Jesus Cristo, que presto vem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pois Ele mesmo, quem nos diz isto:  "Vigiai mui bem".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minha paz, sim, não a do mundo,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vos darei O coração de gozo profundo,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encherei;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 Seu braço Ele nos guia,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grande amor Para os que Lhe pedem,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logo envia o Consolador!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vinde a Mim, Jesus convida, quem sede tem!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Beber, vinde, da àgua da vida, celeste bem!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sacia a alma sedenta do pecador!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Salva, purifica e alimenta, enche de amor!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Cristo, crendo sempre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seguindo quão doce é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paz profunda e o amor sentindo: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por Feliz o homem que guarda isto,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vida tem Há de reinar sempre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 Cristo na mansão de além.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2005-10-21T10:33:14Z</dcterms:created>
  <dc:creator>Montagna</dc:creator>
  <dc:description/>
  <dc:language>pt-BR</dc:language>
  <cp:lastModifiedBy>Montagna</cp:lastModifiedBy>
  <dcterms:modified xsi:type="dcterms:W3CDTF">2005-10-21T10:33:58Z</dcterms:modified>
  <cp:revision>2</cp:revision>
  <dc:subject/>
  <dc:title>455 - O POVO DE DEUS NA TERRA</dc:title>
</cp:coreProperties>
</file>