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6011FA-3ECC-4A49-8C33-81B0FE9405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CC10F5-1E56-4AE7-A3A1-9EF98ED031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EA4124-00B8-4E3D-8724-368F31609F3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400"/>
            <a:ext cx="9144000" cy="154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585 - Jesus Me Satisfaz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satisfaz.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sua paz;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Ele vou,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Contente estou: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satisfaz.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2005-12-26T23:08:21Z</dcterms:created>
  <dc:creator>Junior</dc:creator>
  <dc:description/>
  <dc:language>pt-BR</dc:language>
  <cp:lastModifiedBy>Junior</cp:lastModifiedBy>
  <dcterms:modified xsi:type="dcterms:W3CDTF">2005-12-26T23:08:22Z</dcterms:modified>
  <cp:revision>1</cp:revision>
  <dc:subject/>
  <dc:title>585 - Jesus Me Satisfaz</dc:title>
</cp:coreProperties>
</file>