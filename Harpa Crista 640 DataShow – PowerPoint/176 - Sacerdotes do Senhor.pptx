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B517B-C417-4FB7-9C12-06204AC550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DF048-F56E-43A5-8B7E-B177644D8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8B01BE-61F5-40DF-9180-CC46DB630CF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-360" y="2057040"/>
            <a:ext cx="8915400" cy="152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SACERDOTES DO SENHOR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Senhor que nos tem feito Sacerdotes verdadeiros,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Demos-Lhe louvor e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cessar;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Seu sangue é perfeito,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Regenera por inteiro,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alma, que quer se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Todos, tendo a mesma mente,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 e contentes,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glória, suma honra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Redentor: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foi traspassado;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derramado,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Resgatou-nos o bom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o alfa e o Ômega.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primeiro e o Ultimo,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Rei dos reis, de todos o Senhor; Ele é quem nos achega Sua graça, Seu arrimo, Pelo divinal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Todos, tendo a mesma mente,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 e contentes,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glória, suma honra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Redentor: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foi traspassado;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derramado,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Resgatou-nos o bom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Esposo.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céu, nós entraremos.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juntos, sim, no Reino Seu,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Vê-Lo-emos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Ele cantaremos Novos hinos, Cheios de fervor.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Todos, tendo a mesma mente,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 e contentes,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glória, suma honra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Redentor: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foi traspassado;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derramado,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Resgatou-nos o bom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2005-12-23T13:24:41Z</dcterms:created>
  <dc:creator>Junior</dc:creator>
  <dc:description/>
  <dc:language>pt-BR</dc:language>
  <cp:lastModifiedBy>Junior</cp:lastModifiedBy>
  <dcterms:modified xsi:type="dcterms:W3CDTF">2005-12-23T13:24:55Z</dcterms:modified>
  <cp:revision>1</cp:revision>
  <dc:subject/>
  <dc:title>176 SACERDOTES DO SENHOR </dc:title>
</cp:coreProperties>
</file>