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2945DB-E8FE-4101-AACF-EE7F24EC87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F9FF3B-956A-4F83-BDE4-3AE17E4387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B40C92-E37E-46C9-80FD-B9E3F7C0380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LAR PATERNAL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vos contar a história dum varão,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outrora relatou,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tinha dois filhos em feliz mansão,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Té que o mais jovem o deixou.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Filho desleal ao lar paternal,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hoje regressar!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Pai está por ti esperando lá;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ó volta p'ra teu lar!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mais moço disse ao seu bondoso pai: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"A herança minha queiras dar";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sua fazenda, alegremente vai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país distante desfrutar.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Filho desleal ao lar paternal,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hoje regressar!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Pai está por ti esperando lá;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ó volta p'ra teu lar!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incauto jovem os seus bens esbanjou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seus camaradas, no prazer;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vindo a fome, do seu pai se lembrou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pudera sempre o suster.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Filho desleal ao lar paternal,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hoje regressar!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Pai está por ti esperando lá;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ó volta p'ra teu lar!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perdido filho, ao lar por fim, voltou,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arrependido do que fez;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pai contente, amoroso o beijou,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seu filho via outra vez!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Filho desleal ao lar paternal,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Queiras hoje regressar!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 Pai está por ti esperando lá;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ó volta p'ra teu lar!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2005-10-19T07:14:59Z</dcterms:created>
  <dc:creator>Montagna</dc:creator>
  <dc:description/>
  <dc:language>pt-BR</dc:language>
  <cp:lastModifiedBy>Montagna</cp:lastModifiedBy>
  <dcterms:modified xsi:type="dcterms:W3CDTF">2005-10-19T07:15:11Z</dcterms:modified>
  <cp:revision>2</cp:revision>
  <dc:subject/>
  <dc:title>318 - AO LAR PATERNAL</dc:title>
</cp:coreProperties>
</file>