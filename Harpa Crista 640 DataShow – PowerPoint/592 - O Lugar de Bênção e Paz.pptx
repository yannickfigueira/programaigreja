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5C12C30-053D-4163-9234-2DD50D04A47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699F0C4-099E-443A-B0F6-AE6334486E7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A403D56-E1B9-4174-B893-DBFCA4BADFEC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0" y="2057040"/>
            <a:ext cx="91440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592 - O Lugar de Bênção e Paz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estou no lugar onde há bênção e paz,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Onde sinto comigo Jesus.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Aos humildes seu sangue assegura perdão: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Seu Espírito os enche de luz.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Estou no lugar onde há bênção e paz,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Onde Cristo nos mostra afeição.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Descansai! exulta!! confessai-o!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PublIcai que nele há salvação.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alegria estar onde há bênção e paz!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riqueza de amor sem igual: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cansado recebe alimento e vigor: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o triste há consolo real!  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Estou no lugar onde há bênção e paz,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Onde Cristo nos mostra afeição.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Descansai! exulta!! confessai-o!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PublIcai que nele há salvação.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ternura estar onde há bênção e paz,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perdão de inefável valor!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 somente os fiéis é que podem contar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Esta graça do bom Salvador.  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Estou no lugar onde há bênção e paz,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Onde Cristo nos mostra afeição.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Descansai! exulta!! confessai-o!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PublIcai que nele há salvação.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Há louvor sem igual onde há bênção e paz!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eis que os anjos desejam cantar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os homens, em coro, a bendita mercê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Jesus, que nos veio salvar! 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Estou no lugar onde há bênção e paz,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Onde Cristo nos mostra afeição.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Descansai! exulta!! confessai-o!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PublIcai que nele há salvação.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2005-12-26T23:21:22Z</dcterms:created>
  <dc:creator>Junior</dc:creator>
  <dc:description/>
  <dc:language>pt-BR</dc:language>
  <cp:lastModifiedBy>Junior</cp:lastModifiedBy>
  <dcterms:modified xsi:type="dcterms:W3CDTF">2005-12-26T23:21:24Z</dcterms:modified>
  <cp:revision>1</cp:revision>
  <dc:subject/>
  <dc:title>592 - O Lugar de Bênção e Paz </dc:title>
</cp:coreProperties>
</file>