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037492-E1FB-4973-A86E-3A79E9653F8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796DE-A28E-4A54-A70C-1B02EECA098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C6FC3E-F697-4242-886E-361877569DE5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209680"/>
            <a:ext cx="9144000" cy="147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215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a vera Igreja,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Peregrina vai andar,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Anelando que esteja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seu verdadeiro 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na terra divinal;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junto ao rio sem igual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Nada aqui é permanente,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tem que terminar,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olhamos para a frente,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nosso eterno lar. 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na terra divinal;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junto ao rio sem igual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remidos cá enterram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Seus amados ao morrer,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um dia, sim, esperam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no céu os hão de ver.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na terra divinal;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junto ao rio sem igual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Jesus, o Rei, nos ares,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havemos nós de estar,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com anjos, aos milhares,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Sua glória contemplar.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6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na terra divinal;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Ver-nos-emos, ver-nos-emos,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Ver-nos-emos junto ao rio sem igual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2005-12-23T18:44:08Z</dcterms:created>
  <dc:creator>Junior</dc:creator>
  <dc:description/>
  <dc:language>pt-BR</dc:language>
  <cp:lastModifiedBy>Junior</cp:lastModifiedBy>
  <dcterms:modified xsi:type="dcterms:W3CDTF">2005-12-23T18:44:18Z</dcterms:modified>
  <cp:revision>1</cp:revision>
  <dc:subject/>
  <dc:title>215 VER-NOS-EMOS </dc:title>
</cp:coreProperties>
</file>