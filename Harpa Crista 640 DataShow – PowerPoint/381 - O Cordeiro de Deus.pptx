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98451-7E49-4DEF-978C-49ABC8E8C3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C89164-F7C8-4574-B855-583C884375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4CA3FE-489B-420D-B500-C5C65FC554E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381 - O Cordeiro de Deus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Vejo um homem na cruz pendurado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derramar sangue, por meu pecado,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Cordeiro de Deus imolado,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por mim sofre grandíssima dor; Quanto padece na cruz, no altar,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Jesus, o meu bom Salvador,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fazer-me um tesouro herdar.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santo reino do Senhor!  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oração, quando rompe a alva,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Sinto remorsos no fundo da alma,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na cruz sofreu Cristo com calma, Todo castigo, por mim pecador;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Quis o supremo Pai determinar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cruel morte ao meu Salvador;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no céu conceder-me lugar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Junto de Cristo Redentor.  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Quanta dor não sentiu o Eterno, Quando nos deu Cristo meigo e terno! Para minh’alma salvar do inferno,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morreu o meu bom Salvador,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meus pecados na cruz expiou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morte horrenda sofreu com amor.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sobre Si minha culpa tomou,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amado Redentor.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24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Faz Jesus Cristo. que eu mais Te ame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mais e mais Tua graça proclame;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Livra-me de todos fortes liames,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sempre tece o vil tentador;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o altar, por mim Cristo subiu, Oferecendo holocausto de amor: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um cordeiro, na cruz sucumbiu Cristo Jesus, meu Salvador.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2005-12-26T18:13:53Z</dcterms:created>
  <dc:creator>Junior</dc:creator>
  <dc:description/>
  <dc:language>pt-BR</dc:language>
  <cp:lastModifiedBy>Junior</cp:lastModifiedBy>
  <dcterms:modified xsi:type="dcterms:W3CDTF">2005-12-26T18:13:55Z</dcterms:modified>
  <cp:revision>1</cp:revision>
  <dc:subject/>
  <dc:title>381 - O Cordeiro de Deus</dc:title>
</cp:coreProperties>
</file>