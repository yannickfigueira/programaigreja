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DEB747-AC5F-48EB-8BC0-B7AFCE68AC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6DEF25-BADA-44E8-8ABD-08C067113C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F1422A9-F677-44D7-A412-174B3579B07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543 – Cristo, Meu Redentor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Cristo, meu Redentor!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Cristo, meu bom Pastor!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Tu, que morreste, e teu sangue verteste,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meu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2005-12-26T20:53:58Z</dcterms:created>
  <dc:creator>Junior</dc:creator>
  <dc:description/>
  <dc:language>pt-BR</dc:language>
  <cp:lastModifiedBy>Junior</cp:lastModifiedBy>
  <dcterms:modified xsi:type="dcterms:W3CDTF">2005-12-26T20:54:01Z</dcterms:modified>
  <cp:revision>1</cp:revision>
  <dc:subject/>
  <dc:title>543 – Cristo, Meu Redentor</dc:title>
</cp:coreProperties>
</file>