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74EF20-D34F-45B8-A774-72DCB58998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0E6C26-D5B6-4B63-BBAD-093682B62F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7D4DC2-1435-4DBD-A67C-C491C01075F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273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A TI RECORREREI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nas trevas quer na luz,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a Ti recorrerei,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a Ti meu bom Jesus,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socorro acharei.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a Ti, meu Senhor,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a Ti recorrerei;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Ti, Salvador,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refúgio encontrarei!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lutas, penas, dor,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mundo encontrar,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 buscarei, Senhor,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virás me consolar!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a Ti, meu Senhor,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a Ti recorrerei;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Ti, Salvador,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refúgio encontrarei!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grande tentador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minh'alma combater,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graça do Senhor,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mal hei de vencer.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a Ti, meu Senhor,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a Ti recorrerei;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Ti, Salvador,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refúgio encontrarei!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2005-10-18T21:47:20Z</dcterms:created>
  <dc:creator>Montagna</dc:creator>
  <dc:description/>
  <dc:language>pt-BR</dc:language>
  <cp:lastModifiedBy>Montagna</cp:lastModifiedBy>
  <dcterms:modified xsi:type="dcterms:W3CDTF">2005-10-18T21:48:06Z</dcterms:modified>
  <cp:revision>2</cp:revision>
  <dc:subject/>
  <dc:title>273 - SÓ A TI RECORREREI</dc:title>
</cp:coreProperties>
</file>