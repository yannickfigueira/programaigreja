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8A8ED7-4E38-422B-AE88-493B1372EE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4C599-87F1-4831-8792-61ECD877C3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29700BA-B4E4-4EB8-8DC3-D42136CEC9D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425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ANDEI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neste mundo andei,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Imerso em sua escuridão;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vãs promessas confiei;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tinha Deus, nem salvação.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andei, mas me salvei,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guiado pela luz,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avistei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levou ao Rei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forças `stava p'ra viver,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nada mais eu esperar;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uma luz eu pude ver,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me iluminar.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andei, mas me salvei,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guiado pela luz,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avistei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levou ao Rei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Fitei a luz e logo cri,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muito alegre eu fiquei;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Prazer do céu também senti;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essa luz eu abracei.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andei, mas me salvei,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guiado pela luz,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avistei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levou ao Rei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Confesso com satisfação,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nessa luz me sinto bem;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paz entrou no coração,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Porque vi um abrigo além.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andei, mas me salvei,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guiado pela luz,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avistei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levou ao Rei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braços do Senhor Jesus,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Prazer eu tenho em viver,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Unido à salvadora luz,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Cristo veio me trazer.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Perdido andei, mas me salvei,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Sendo guiado pela luz,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Calvário avistei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me levou ao Rei Jesus!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2005-10-21T03:55:25Z</dcterms:created>
  <dc:creator>Montagna</dc:creator>
  <dc:description/>
  <dc:language>pt-BR</dc:language>
  <cp:lastModifiedBy>Montagna</cp:lastModifiedBy>
  <dcterms:modified xsi:type="dcterms:W3CDTF">2005-10-21T03:55:51Z</dcterms:modified>
  <cp:revision>2</cp:revision>
  <dc:subject/>
  <dc:title>425 - PERDIDO ANDEI</dc:title>
</cp:coreProperties>
</file>