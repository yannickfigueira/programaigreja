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A531D47-558C-4067-9502-4B824C0FC8E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9D14EEF-42B9-4B66-B129-B926753FADF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505B9F33-79C7-42E8-B547-803B21703A82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513-MINHA ALMA TE QUER</a:t>
            </a: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94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Vem, ó meu bom Jesus, me consolar;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Vem, leva-me daqui, pra contigo estar.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94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Minh’aima Te quer, vem ó meu Jesus sem par!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Vem, leva-me daqui, p’ra contigo estar.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94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 Que sofrimento atroz eu sinto aqui.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Longe da pátria além, choro eu por Ti.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94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 Quero descanso ter ao pé de Ti.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Desejo só partir deste mundo aqui.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94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 Nada me satisfaz longe do lar,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preparaste ali, para eu morar.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94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 Que glória, que prazer eu sentirei,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Quando eu daqui, partir, com o eterno Rei.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32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 Vem, ora vem, Senhor, é Rei dos céus!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Vem já me libertar, para estar com Deus.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2005-12-24T11:31:39Z</dcterms:created>
  <dc:creator>Junior</dc:creator>
  <dc:description/>
  <dc:language>pt-BR</dc:language>
  <cp:lastModifiedBy>Junior</cp:lastModifiedBy>
  <dcterms:modified xsi:type="dcterms:W3CDTF">2005-12-24T11:31:54Z</dcterms:modified>
  <cp:revision>1</cp:revision>
  <dc:subject/>
  <dc:title>513-MINHA ALMA TE QUER </dc:title>
</cp:coreProperties>
</file>