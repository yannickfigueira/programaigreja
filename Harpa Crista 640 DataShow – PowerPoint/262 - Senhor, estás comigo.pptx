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B61C89-8D99-41D1-80C4-AF44E248E5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202917-3FFD-4253-973B-DC6CB90226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A1A912-83E0-4D87-A812-957511FD9C3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262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ESTÁS COMIGO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Senhor, estás comigo em todo tempo, Fazendo-me feliz no sofrimento,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 p’ra cumprir Teu mandamento.  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dá-me cada dia o Teu sustento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graça p’ra cumprir Teu mandamento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estás comigo em todo tempo,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es o meu maná, meu alimento;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estás comigo em todo tempo,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dá-me Tua vida; Teu Sustento.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Contigo, ó Senhor, vou caminhando,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Evangelho santo proclamando: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face do Senhor Jesus buscando,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sempre do pecado me guardando.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estás comigo em todo tempo,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es o meu maná, meu alimento;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estás comigo em todo tempo,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dá-me Tua vida; Teu Sustento.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Deus estamos nós santificados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Ti, Jesus, que nos tens resgatado Do mundo e de todo o vil pecado, Também o nosso ser vivificado.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estás comigo em todo tempo,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es o meu maná, meu alimento;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estás comigo em todo tempo,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dá-me Tua vida; Teu Sustento.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2005-12-23T21:08:36Z</dcterms:created>
  <dc:creator>Junior</dc:creator>
  <dc:description/>
  <dc:language>pt-BR</dc:language>
  <cp:lastModifiedBy>Junior</cp:lastModifiedBy>
  <dcterms:modified xsi:type="dcterms:W3CDTF">2005-12-23T21:08:52Z</dcterms:modified>
  <cp:revision>1</cp:revision>
  <dc:subject/>
  <dc:title>262 SENHOR, ESTÁS COMIGO </dc:title>
</cp:coreProperties>
</file>