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27FF80-569E-45E1-8618-B9FAC68F55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BA9779-4FED-4C87-B528-5C698BC4EB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D19990-DB58-4CAB-8DA7-A0355F62F7E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594 - Fé Persistente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Almejo a fé que forte é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Diante do terror,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Que, calma, não recuará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mundo aterrador.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fé que não me faz queixar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dor da correção,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quanto o fogo mais arder,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firma o coração.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fé que sempre brilha mais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negro furacão,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perigo sente paz,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Audaz na escuridão.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Deus, me dá tamanha fé,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venha o que vier!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 na lide provarei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Celestial prazer.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2005-12-26T23:23:27Z</dcterms:created>
  <dc:creator>Junior</dc:creator>
  <dc:description/>
  <dc:language>pt-BR</dc:language>
  <cp:lastModifiedBy>Junior</cp:lastModifiedBy>
  <dcterms:modified xsi:type="dcterms:W3CDTF">2005-12-26T23:23:29Z</dcterms:modified>
  <cp:revision>1</cp:revision>
  <dc:subject/>
  <dc:title>594 - Fé Persistente</dc:title>
</cp:coreProperties>
</file>