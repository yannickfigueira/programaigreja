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BF28B2-20F8-4D78-BA2C-9F2CEBEB5A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B68C1F-8C56-41AA-94F5-7C3625B782D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3308A37-FBC9-44CD-991B-71ABF33C22B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53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ESPERANÇA DA IGREJA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Até que volte o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Cercando a mesa do Senhor,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Ceia vimos celebrar,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Cristo, a morte anunciar,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humilde devoção,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Render a Deus adoração.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Até que volte o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Aqui mostremos Seu amor;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viva fá e gratidão,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Participemos deste pão,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Obedientes a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Lembrando assim a Sua cruz!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Até que volte o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Bebendo o cálice do Senhor,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nome queremos bendizer,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mais e mais engrandecer,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sangue que Ele derramou,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sangue que nos resgatou!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duras são as provações,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fortes as perseguições,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as lutas fazem-se sentir,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custa-nos as resistir,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nos deixemos perturbar: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só até Jesus voltar!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prontos para O receber,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Devemos sempre aqui viver;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tempo foge, o dia vem,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glória esperamos além,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trabalhemos, com fervor,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Até que volte o Salvador.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2005-12-22T23:19:01Z</dcterms:created>
  <dc:creator>Junior</dc:creator>
  <dc:description/>
  <dc:language>pt-BR</dc:language>
  <cp:lastModifiedBy>Junior</cp:lastModifiedBy>
  <dcterms:modified xsi:type="dcterms:W3CDTF">2005-12-22T23:19:16Z</dcterms:modified>
  <cp:revision>1</cp:revision>
  <dc:subject/>
  <dc:title>53 A ESPERANÇA DA IGREJA   </dc:title>
</cp:coreProperties>
</file>