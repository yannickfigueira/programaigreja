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96D9EF-FA0E-457B-9404-D2B22181AD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60F798-A60E-403A-8093-9F4A9853F9F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85BBB33-5A11-412E-858E-E66A9EB645A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443 – Larga o Mundo!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Pecador, um convite te queremos dar.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convite divino e consolador;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queres à casa paternal voltar,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Cristo te espera cheio de amor.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Larga o mundo já, vem após Jesus;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qual pode agora mesmo te salvar!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pronto está, que divina luz!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hoje te convida para vir cear!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Cristo sofreu pregado lá na cruz;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Preparou pra teu ser um divinal manjar;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agora te chama para Sua luz;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tua alma faminta Ele quer fartar!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Larga o mundo já, vem após Jesus;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qual pode agora mesmo te salvar!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pronto está, que divina luz!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hoje te convida para vir cear!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aceita o convite que Jesus te faz,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franqueia a entrada na mansão de luz;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 gozo divino que te satisfaz,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aceita o convite do Senhor Jesus!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Larga o mundo já, vem após Jesus;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qual pode agora mesmo te salvar!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pronto está, que divina luz!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hoje te convida para vir cear!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Ai do que o convite santo recusar,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tiver por profano o sangue de Jesus;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banquete celeste não vai desfrutar,</a:t>
            </a:r>
            <a:r>
              <a:rPr b="0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despreza o convite feito lá na cruz!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Larga o mundo já, vem após Jesus;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qual pode agora mesmo te salvar!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pronto está, que divina luz!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hoje te convida para vir cear!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2005-12-26T15:51:02Z</dcterms:created>
  <dc:creator>Junior</dc:creator>
  <dc:description/>
  <dc:language>pt-BR</dc:language>
  <cp:lastModifiedBy>Junior</cp:lastModifiedBy>
  <dcterms:modified xsi:type="dcterms:W3CDTF">2005-12-26T15:51:06Z</dcterms:modified>
  <cp:revision>1</cp:revision>
  <dc:subject/>
  <dc:title>443 – Larga o Mundo! </dc:title>
</cp:coreProperties>
</file>