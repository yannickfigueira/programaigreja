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B926EC-7046-43BC-80AF-2649B6269C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FED4D1-107F-47F6-9BD1-315262E3C6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561DCD-5034-4332-8F22-B8AC2564314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12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Vem já, Pecador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Pecador, vê a luz,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Brilha para ti,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Lá da cruz do Salvador,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Onde a vida deu; e do lado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Seu Corre sangue redentor</a:t>
            </a:r>
            <a:br>
              <a:rPr sz="4400"/>
            </a:b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3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Ó vem já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Como estás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Vem agora, ao Salvador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Sua vida deu 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Tudo padeceu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Não demores vem já pecador.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21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Na escuridão do jardim orou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Tão aflito meu Senhor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Quando pranteou, 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Sangue Seu suou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No Getsêmane em 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51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Ó vem já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Como estás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Vem agora, ao Salvador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Sua vida deu 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Tudo padeceu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Não demores vem já pecador.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59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Vê o Salvador, 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Co’as feridas mãos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Te chamando o pecador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Vida eterna tem 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Os que neles crêem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E aceitam o seu amor.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28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Ó vem já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Como estás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Vem agora, ao Salvador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Sua vida deu 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Tudo padeceu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Não demores vem já pecador.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51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Vem a Cristo,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Vem confessando, já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Teus pecados, e te ouvirá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E no coração sentirás o perdão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Pois Jesus te perdoará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05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Ó vem já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Como estás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Vem agora, ao Salvador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Sua vida deu 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Tudo padeceu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Não demores vem já pecador.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28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Ó vem já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Como estás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Vem agora, ao Salvador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Sua vida deu 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Tudo padeceu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Não demores vem já pecador.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2005-08-21T19:03:12Z</dcterms:created>
  <dc:creator>Junior</dc:creator>
  <dc:description/>
  <dc:language>pt-BR</dc:language>
  <cp:lastModifiedBy>Junior</cp:lastModifiedBy>
  <dcterms:modified xsi:type="dcterms:W3CDTF">2005-08-21T19:31:14Z</dcterms:modified>
  <cp:revision>2</cp:revision>
  <dc:subject/>
  <dc:title>12 Vem já, Pecador</dc:title>
</cp:coreProperties>
</file>