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EA0CAB-364A-4B42-94C0-4E3E2AA44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EF41C-2917-4129-BB8C-879EF60123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C6F227-098B-4816-B95F-88A5431CFDB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TRISTE, ABATIDA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Alma triste, abatida,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tens medo de morrer;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um triz, atua vida,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 hoje perecer;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Vê nos mares e nas dores,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farol jorrando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enche de louvores: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Jesus, sim, é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que andas vacilante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o mundo seduziu,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 segue, confiante,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na cruz já te remiu,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 graça não é finda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quem expirou na cruz;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Olha, com amor, ainda,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Jesus, sim, pra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na cruz Jesus morrendo,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pecados expiou;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Espírito concedendo,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Igreja adornou,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mal e sofrimento,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pregados estão na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sublime livramento,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sim, de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Jesus bondoso,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Acho paz, consolação!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Enches-me de santo gozo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imensa gratidão;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eu constantemente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Receber a pura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dimana fortemente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sim, de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2005-12-23T21:03:51Z</dcterms:created>
  <dc:creator>Junior</dc:creator>
  <dc:description/>
  <dc:language>pt-BR</dc:language>
  <cp:lastModifiedBy>Junior</cp:lastModifiedBy>
  <dcterms:modified xsi:type="dcterms:W3CDTF">2005-12-23T21:04:08Z</dcterms:modified>
  <cp:revision>1</cp:revision>
  <dc:subject/>
  <dc:title>261 ALMA TRISTE, ABATIDA </dc:title>
</cp:coreProperties>
</file>