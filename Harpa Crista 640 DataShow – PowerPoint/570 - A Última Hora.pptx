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5FB1F63-D3DD-4E49-B15A-0FE0FCC0B81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0923DC6-BBF1-47AD-B117-FE0DD35264A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73639A3F-FC73-41B4-BFD3-B6C6676AEEC0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570 - A Última Hora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Ao findar o labor desta vida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Quando a morte a teu lado chegar,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destino há de ter a tua alma?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Qual será no futuro teu lar?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Meu amigo, hoje tu tens a escolha: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- Vida ou morte - qual vais aceitar?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Amanhã pode ser muito tarde: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Hoje Cristo te quer libertar.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Tu procuras a paz neste mundo,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 prazeres que passam em vão.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Mas, na última hora da vida,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Eles não mais te satisfarão.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Meu amigo, hoje tu tens a escolha: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- Vida ou morte - qual vais aceitar?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Amanhã pode ser muito tarde: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Hoje Cristo te quer libertar.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Por acaso tu riste, ó amigo,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Quando ouviste falar de Jesus?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Mas somente Jesus pode dar-te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Salvação pela morte na cruz.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Meu amigo, hoje tu tens a escolha: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- Vida ou morte - qual vais aceitar?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Amanhã pode ser muito tarde: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Hoje Cristo te quer libertar.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Tens manchada tua alma e não podes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Contemplar o semblante de Deus: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Só os crentes de corações limpos Poderão ter o gozo nos céus.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Meu amigo, hoje tu tens a escolha: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- Vida ou morte - qual vais aceitar?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Amanhã pode ser muito tarde: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Hoje Cristo te quer libertar.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 decides deixar teus pecados,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entregar tua vida a Jesus,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Trilharás, sim, na última hora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Um caminho brilhante de luz.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Meu amigo, hoje tu tens a escolha: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- Vida ou morte - qual vais aceitar?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Amanhã pode ser muito tarde: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Hoje Cristo te quer libertar.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2005-12-26T22:33:34Z</dcterms:created>
  <dc:creator>Junior</dc:creator>
  <dc:description/>
  <dc:language>pt-BR</dc:language>
  <cp:lastModifiedBy>User041</cp:lastModifiedBy>
  <dcterms:modified xsi:type="dcterms:W3CDTF">2006-08-20T21:13:18Z</dcterms:modified>
  <cp:revision>2</cp:revision>
  <dc:subject/>
  <dc:title>570 - A Última Hora </dc:title>
</cp:coreProperties>
</file>