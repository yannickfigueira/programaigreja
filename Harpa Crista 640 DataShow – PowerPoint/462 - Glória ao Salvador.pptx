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058C24-97DF-4DD3-AD03-7961DC69B1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05C90F-B573-43A7-831A-D609F85D3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6767BC-ACBC-4772-B590-788103A5046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462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SALVADOR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 ao nosso Salvador!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Jesus! Glória a Jesus!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grande Redentor.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2005-10-21T06:50:02Z</dcterms:created>
  <dc:creator>Montagna</dc:creator>
  <dc:description/>
  <dc:language>pt-BR</dc:language>
  <cp:lastModifiedBy>Montagna</cp:lastModifiedBy>
  <dcterms:modified xsi:type="dcterms:W3CDTF">2005-10-21T06:50:16Z</dcterms:modified>
  <cp:revision>2</cp:revision>
  <dc:subject/>
  <dc:title>462 - GLÓRIA AO SALVADOR</dc:title>
</cp:coreProperties>
</file>