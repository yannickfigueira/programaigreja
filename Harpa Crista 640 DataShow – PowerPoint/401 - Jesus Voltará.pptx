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bg>
      <p:bgPr>
        <a:solidFill>
          <a:srgbClr val="0068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6627960" y="6429240"/>
            <a:ext cx="285480" cy="209520"/>
          </a:xfrm>
          <a:custGeom>
            <a:avLst/>
            <a:gdLst/>
            <a:ahLst/>
            <a:rect l="l" t="t" r="r" b="b"/>
            <a:pathLst>
              <a:path w="179" h="132">
                <a:moveTo>
                  <a:pt x="0" y="132"/>
                </a:moveTo>
                <a:lnTo>
                  <a:pt x="29" y="132"/>
                </a:lnTo>
                <a:lnTo>
                  <a:pt x="77" y="108"/>
                </a:lnTo>
                <a:lnTo>
                  <a:pt x="119" y="78"/>
                </a:lnTo>
                <a:lnTo>
                  <a:pt x="155" y="48"/>
                </a:lnTo>
                <a:lnTo>
                  <a:pt x="179" y="12"/>
                </a:lnTo>
                <a:lnTo>
                  <a:pt x="173" y="6"/>
                </a:lnTo>
                <a:lnTo>
                  <a:pt x="167" y="0"/>
                </a:lnTo>
                <a:lnTo>
                  <a:pt x="137" y="42"/>
                </a:lnTo>
                <a:lnTo>
                  <a:pt x="101" y="78"/>
                </a:lnTo>
                <a:lnTo>
                  <a:pt x="53" y="108"/>
                </a:lnTo>
                <a:lnTo>
                  <a:pt x="0" y="132"/>
                </a:lnTo>
                <a:lnTo>
                  <a:pt x="0" y="132"/>
                </a:lnTo>
                <a:close/>
              </a:path>
            </a:pathLst>
          </a:custGeom>
          <a:gradFill rotWithShape="0">
            <a:gsLst>
              <a:gs pos="0">
                <a:srgbClr val="0077c7"/>
              </a:gs>
              <a:gs pos="100000">
                <a:srgbClr val="0088e4"/>
              </a:gs>
            </a:gsLst>
            <a:lin ang="81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" name=""/>
          <p:cNvGrpSpPr/>
          <p:nvPr/>
        </p:nvGrpSpPr>
        <p:grpSpPr>
          <a:xfrm>
            <a:off x="3240" y="4267080"/>
            <a:ext cx="9140760" cy="2590920"/>
            <a:chOff x="3240" y="4267080"/>
            <a:chExt cx="9140760" cy="2590920"/>
          </a:xfrm>
        </p:grpSpPr>
        <p:sp>
          <p:nvSpPr>
            <p:cNvPr id="2" name=""/>
            <p:cNvSpPr/>
            <p:nvPr/>
          </p:nvSpPr>
          <p:spPr>
            <a:xfrm>
              <a:off x="3240" y="4267080"/>
              <a:ext cx="9140760" cy="2590920"/>
            </a:xfrm>
            <a:custGeom>
              <a:avLst/>
              <a:gdLst/>
              <a:ahLst/>
              <a:rect l="l" t="t" r="r" b="b"/>
              <a:pathLst>
                <a:path w="5740" h="4316">
                  <a:moveTo>
                    <a:pt x="5740" y="4316"/>
                  </a:moveTo>
                  <a:lnTo>
                    <a:pt x="0" y="4316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4316"/>
                  </a:lnTo>
                  <a:lnTo>
                    <a:pt x="5740" y="4316"/>
                  </a:lnTo>
                  <a:close/>
                </a:path>
              </a:pathLst>
            </a:custGeom>
            <a:gradFill rotWithShape="0">
              <a:gsLst>
                <a:gs pos="0">
                  <a:srgbClr val="0068ae"/>
                </a:gs>
                <a:gs pos="100000">
                  <a:srgbClr val="0088e4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" name=""/>
            <p:cNvGrpSpPr/>
            <p:nvPr/>
          </p:nvGrpSpPr>
          <p:grpSpPr>
            <a:xfrm>
              <a:off x="5600880" y="5897520"/>
              <a:ext cx="1256760" cy="827280"/>
              <a:chOff x="5600880" y="5897520"/>
              <a:chExt cx="1256760" cy="827280"/>
            </a:xfrm>
          </p:grpSpPr>
          <p:sp>
            <p:nvSpPr>
              <p:cNvPr id="4" name=""/>
              <p:cNvSpPr/>
              <p:nvPr/>
            </p:nvSpPr>
            <p:spPr>
              <a:xfrm>
                <a:off x="5852880" y="6048360"/>
                <a:ext cx="844200" cy="51912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bce"/>
                  </a:gs>
                </a:gsLst>
                <a:path path="rect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" name=""/>
              <p:cNvSpPr/>
              <p:nvPr/>
            </p:nvSpPr>
            <p:spPr>
              <a:xfrm>
                <a:off x="5916600" y="6095880"/>
                <a:ext cx="717120" cy="436680"/>
              </a:xfrm>
              <a:prstGeom prst="ellipse">
                <a:avLst/>
              </a:prstGeom>
              <a:gradFill rotWithShape="0">
                <a:gsLst>
                  <a:gs pos="0">
                    <a:srgbClr val="007bce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" name=""/>
              <p:cNvSpPr/>
              <p:nvPr/>
            </p:nvSpPr>
            <p:spPr>
              <a:xfrm>
                <a:off x="6005520" y="6146640"/>
                <a:ext cx="545760" cy="32868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" name=""/>
              <p:cNvSpPr/>
              <p:nvPr/>
            </p:nvSpPr>
            <p:spPr>
              <a:xfrm>
                <a:off x="6068880" y="6184800"/>
                <a:ext cx="415440" cy="252360"/>
              </a:xfrm>
              <a:prstGeom prst="ellipse">
                <a:avLst/>
              </a:prstGeom>
              <a:gradFill rotWithShape="0">
                <a:gsLst>
                  <a:gs pos="0">
                    <a:srgbClr val="0083db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" name=""/>
              <p:cNvSpPr/>
              <p:nvPr/>
            </p:nvSpPr>
            <p:spPr>
              <a:xfrm>
                <a:off x="6122880" y="6226200"/>
                <a:ext cx="304560" cy="16992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" name=""/>
              <p:cNvSpPr/>
              <p:nvPr/>
            </p:nvSpPr>
            <p:spPr>
              <a:xfrm>
                <a:off x="5676840" y="5897520"/>
                <a:ext cx="607680" cy="255600"/>
              </a:xfrm>
              <a:custGeom>
                <a:avLst/>
                <a:gdLst/>
                <a:ahLst/>
                <a:rect l="l" t="t" r="r" b="b"/>
                <a:pathLst>
                  <a:path w="382" h="161">
                    <a:moveTo>
                      <a:pt x="376" y="12"/>
                    </a:moveTo>
                    <a:lnTo>
                      <a:pt x="257" y="24"/>
                    </a:lnTo>
                    <a:lnTo>
                      <a:pt x="149" y="54"/>
                    </a:lnTo>
                    <a:lnTo>
                      <a:pt x="101" y="77"/>
                    </a:lnTo>
                    <a:lnTo>
                      <a:pt x="59" y="101"/>
                    </a:lnTo>
                    <a:lnTo>
                      <a:pt x="24" y="131"/>
                    </a:lnTo>
                    <a:lnTo>
                      <a:pt x="0" y="161"/>
                    </a:lnTo>
                    <a:lnTo>
                      <a:pt x="0" y="137"/>
                    </a:lnTo>
                    <a:lnTo>
                      <a:pt x="29" y="107"/>
                    </a:lnTo>
                    <a:lnTo>
                      <a:pt x="65" y="83"/>
                    </a:lnTo>
                    <a:lnTo>
                      <a:pt x="155" y="36"/>
                    </a:lnTo>
                    <a:lnTo>
                      <a:pt x="257" y="12"/>
                    </a:lnTo>
                    <a:lnTo>
                      <a:pt x="376" y="0"/>
                    </a:lnTo>
                    <a:lnTo>
                      <a:pt x="376" y="0"/>
                    </a:lnTo>
                    <a:lnTo>
                      <a:pt x="382" y="0"/>
                    </a:lnTo>
                    <a:lnTo>
                      <a:pt x="382" y="12"/>
                    </a:lnTo>
                    <a:lnTo>
                      <a:pt x="376" y="12"/>
                    </a:lnTo>
                    <a:lnTo>
                      <a:pt x="376" y="12"/>
                    </a:lnTo>
                    <a:lnTo>
                      <a:pt x="376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7fd5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"/>
              <p:cNvSpPr/>
              <p:nvPr/>
            </p:nvSpPr>
            <p:spPr>
              <a:xfrm>
                <a:off x="5867280" y="6620040"/>
                <a:ext cx="704520" cy="104760"/>
              </a:xfrm>
              <a:custGeom>
                <a:avLst/>
                <a:gdLst/>
                <a:ahLst/>
                <a:rect l="l" t="t" r="r" b="b"/>
                <a:pathLst>
                  <a:path w="443" h="66">
                    <a:moveTo>
                      <a:pt x="257" y="54"/>
                    </a:moveTo>
                    <a:lnTo>
                      <a:pt x="353" y="48"/>
                    </a:lnTo>
                    <a:lnTo>
                      <a:pt x="443" y="24"/>
                    </a:lnTo>
                    <a:lnTo>
                      <a:pt x="443" y="36"/>
                    </a:lnTo>
                    <a:lnTo>
                      <a:pt x="353" y="60"/>
                    </a:lnTo>
                    <a:lnTo>
                      <a:pt x="257" y="66"/>
                    </a:lnTo>
                    <a:lnTo>
                      <a:pt x="186" y="60"/>
                    </a:lnTo>
                    <a:lnTo>
                      <a:pt x="120" y="48"/>
                    </a:lnTo>
                    <a:lnTo>
                      <a:pt x="60" y="36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54" y="24"/>
                    </a:lnTo>
                    <a:lnTo>
                      <a:pt x="120" y="36"/>
                    </a:lnTo>
                    <a:lnTo>
                      <a:pt x="186" y="48"/>
                    </a:lnTo>
                    <a:lnTo>
                      <a:pt x="257" y="54"/>
                    </a:lnTo>
                    <a:lnTo>
                      <a:pt x="257" y="5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2c0"/>
                  </a:gs>
                </a:gsLst>
                <a:lin ang="81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"/>
              <p:cNvSpPr/>
              <p:nvPr/>
            </p:nvSpPr>
            <p:spPr>
              <a:xfrm>
                <a:off x="5600880" y="6200640"/>
                <a:ext cx="141120" cy="343080"/>
              </a:xfrm>
              <a:custGeom>
                <a:avLst/>
                <a:gdLst/>
                <a:ahLst/>
                <a:rect l="l" t="t" r="r" b="b"/>
                <a:pathLst>
                  <a:path w="89" h="216">
                    <a:moveTo>
                      <a:pt x="12" y="66"/>
                    </a:moveTo>
                    <a:lnTo>
                      <a:pt x="18" y="108"/>
                    </a:lnTo>
                    <a:lnTo>
                      <a:pt x="36" y="144"/>
                    </a:lnTo>
                    <a:lnTo>
                      <a:pt x="60" y="180"/>
                    </a:lnTo>
                    <a:lnTo>
                      <a:pt x="89" y="216"/>
                    </a:lnTo>
                    <a:lnTo>
                      <a:pt x="72" y="216"/>
                    </a:lnTo>
                    <a:lnTo>
                      <a:pt x="42" y="180"/>
                    </a:lnTo>
                    <a:lnTo>
                      <a:pt x="18" y="144"/>
                    </a:lnTo>
                    <a:lnTo>
                      <a:pt x="6" y="108"/>
                    </a:lnTo>
                    <a:lnTo>
                      <a:pt x="0" y="66"/>
                    </a:lnTo>
                    <a:lnTo>
                      <a:pt x="0" y="30"/>
                    </a:lnTo>
                    <a:lnTo>
                      <a:pt x="12" y="0"/>
                    </a:lnTo>
                    <a:lnTo>
                      <a:pt x="30" y="0"/>
                    </a:lnTo>
                    <a:lnTo>
                      <a:pt x="18" y="30"/>
                    </a:lnTo>
                    <a:lnTo>
                      <a:pt x="12" y="66"/>
                    </a:lnTo>
                    <a:lnTo>
                      <a:pt x="12" y="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7c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" name=""/>
              <p:cNvSpPr/>
              <p:nvPr/>
            </p:nvSpPr>
            <p:spPr>
              <a:xfrm>
                <a:off x="5667120" y="5945040"/>
                <a:ext cx="1190520" cy="731880"/>
              </a:xfrm>
              <a:custGeom>
                <a:avLst/>
                <a:gdLst/>
                <a:ahLst/>
                <a:rect l="l" t="t" r="r" b="b"/>
                <a:pathLst>
                  <a:path w="747" h="461">
                    <a:moveTo>
                      <a:pt x="382" y="443"/>
                    </a:moveTo>
                    <a:lnTo>
                      <a:pt x="311" y="437"/>
                    </a:lnTo>
                    <a:lnTo>
                      <a:pt x="245" y="425"/>
                    </a:lnTo>
                    <a:lnTo>
                      <a:pt x="185" y="407"/>
                    </a:lnTo>
                    <a:lnTo>
                      <a:pt x="131" y="383"/>
                    </a:lnTo>
                    <a:lnTo>
                      <a:pt x="83" y="347"/>
                    </a:lnTo>
                    <a:lnTo>
                      <a:pt x="53" y="311"/>
                    </a:lnTo>
                    <a:lnTo>
                      <a:pt x="30" y="269"/>
                    </a:lnTo>
                    <a:lnTo>
                      <a:pt x="24" y="227"/>
                    </a:lnTo>
                    <a:lnTo>
                      <a:pt x="30" y="185"/>
                    </a:lnTo>
                    <a:lnTo>
                      <a:pt x="53" y="143"/>
                    </a:lnTo>
                    <a:lnTo>
                      <a:pt x="83" y="107"/>
                    </a:lnTo>
                    <a:lnTo>
                      <a:pt x="131" y="77"/>
                    </a:lnTo>
                    <a:lnTo>
                      <a:pt x="185" y="47"/>
                    </a:lnTo>
                    <a:lnTo>
                      <a:pt x="245" y="30"/>
                    </a:lnTo>
                    <a:lnTo>
                      <a:pt x="311" y="18"/>
                    </a:lnTo>
                    <a:lnTo>
                      <a:pt x="382" y="12"/>
                    </a:lnTo>
                    <a:lnTo>
                      <a:pt x="478" y="18"/>
                    </a:lnTo>
                    <a:lnTo>
                      <a:pt x="562" y="41"/>
                    </a:lnTo>
                    <a:lnTo>
                      <a:pt x="562" y="36"/>
                    </a:lnTo>
                    <a:lnTo>
                      <a:pt x="562" y="30"/>
                    </a:lnTo>
                    <a:lnTo>
                      <a:pt x="478" y="6"/>
                    </a:lnTo>
                    <a:lnTo>
                      <a:pt x="382" y="0"/>
                    </a:lnTo>
                    <a:lnTo>
                      <a:pt x="305" y="6"/>
                    </a:lnTo>
                    <a:lnTo>
                      <a:pt x="233" y="18"/>
                    </a:lnTo>
                    <a:lnTo>
                      <a:pt x="167" y="41"/>
                    </a:lnTo>
                    <a:lnTo>
                      <a:pt x="113" y="65"/>
                    </a:lnTo>
                    <a:lnTo>
                      <a:pt x="65" y="101"/>
                    </a:lnTo>
                    <a:lnTo>
                      <a:pt x="30" y="137"/>
                    </a:lnTo>
                    <a:lnTo>
                      <a:pt x="6" y="179"/>
                    </a:lnTo>
                    <a:lnTo>
                      <a:pt x="0" y="227"/>
                    </a:lnTo>
                    <a:lnTo>
                      <a:pt x="6" y="275"/>
                    </a:lnTo>
                    <a:lnTo>
                      <a:pt x="30" y="317"/>
                    </a:lnTo>
                    <a:lnTo>
                      <a:pt x="65" y="359"/>
                    </a:lnTo>
                    <a:lnTo>
                      <a:pt x="113" y="395"/>
                    </a:lnTo>
                    <a:lnTo>
                      <a:pt x="167" y="419"/>
                    </a:lnTo>
                    <a:lnTo>
                      <a:pt x="233" y="443"/>
                    </a:lnTo>
                    <a:lnTo>
                      <a:pt x="305" y="455"/>
                    </a:lnTo>
                    <a:lnTo>
                      <a:pt x="382" y="461"/>
                    </a:lnTo>
                    <a:lnTo>
                      <a:pt x="448" y="455"/>
                    </a:lnTo>
                    <a:lnTo>
                      <a:pt x="508" y="449"/>
                    </a:lnTo>
                    <a:lnTo>
                      <a:pt x="609" y="413"/>
                    </a:lnTo>
                    <a:lnTo>
                      <a:pt x="657" y="389"/>
                    </a:lnTo>
                    <a:lnTo>
                      <a:pt x="693" y="359"/>
                    </a:lnTo>
                    <a:lnTo>
                      <a:pt x="723" y="329"/>
                    </a:lnTo>
                    <a:lnTo>
                      <a:pt x="747" y="293"/>
                    </a:lnTo>
                    <a:lnTo>
                      <a:pt x="741" y="287"/>
                    </a:lnTo>
                    <a:lnTo>
                      <a:pt x="729" y="281"/>
                    </a:lnTo>
                    <a:lnTo>
                      <a:pt x="711" y="317"/>
                    </a:lnTo>
                    <a:lnTo>
                      <a:pt x="681" y="347"/>
                    </a:lnTo>
                    <a:lnTo>
                      <a:pt x="645" y="377"/>
                    </a:lnTo>
                    <a:lnTo>
                      <a:pt x="604" y="401"/>
                    </a:lnTo>
                    <a:lnTo>
                      <a:pt x="502" y="431"/>
                    </a:lnTo>
                    <a:lnTo>
                      <a:pt x="442" y="443"/>
                    </a:lnTo>
                    <a:lnTo>
                      <a:pt x="382" y="443"/>
                    </a:lnTo>
                    <a:lnTo>
                      <a:pt x="382" y="44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7bce"/>
                  </a:gs>
                  <a:gs pos="100000">
                    <a:srgbClr val="0088e4"/>
                  </a:gs>
                </a:gsLst>
                <a:path path="rect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" name=""/>
              <p:cNvSpPr/>
              <p:nvPr/>
            </p:nvSpPr>
            <p:spPr>
              <a:xfrm>
                <a:off x="6410160" y="5907240"/>
                <a:ext cx="151920" cy="47520"/>
              </a:xfrm>
              <a:custGeom>
                <a:avLst/>
                <a:gdLst/>
                <a:ahLst/>
                <a:rect l="l" t="t" r="r" b="b"/>
                <a:pathLst>
                  <a:path w="96" h="30">
                    <a:moveTo>
                      <a:pt x="0" y="0"/>
                    </a:moveTo>
                    <a:lnTo>
                      <a:pt x="0" y="12"/>
                    </a:lnTo>
                    <a:lnTo>
                      <a:pt x="48" y="18"/>
                    </a:lnTo>
                    <a:lnTo>
                      <a:pt x="96" y="30"/>
                    </a:lnTo>
                    <a:lnTo>
                      <a:pt x="96" y="24"/>
                    </a:lnTo>
                    <a:lnTo>
                      <a:pt x="96" y="18"/>
                    </a:lnTo>
                    <a:lnTo>
                      <a:pt x="48" y="1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77c7"/>
                  </a:gs>
                  <a:gs pos="100000">
                    <a:srgbClr val="0088e4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720" bIns="72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" name=""/>
              <p:cNvSpPr/>
              <p:nvPr/>
            </p:nvSpPr>
            <p:spPr>
              <a:xfrm>
                <a:off x="6208560" y="6267600"/>
                <a:ext cx="132840" cy="83880"/>
              </a:xfrm>
              <a:prstGeom prst="ellipse">
                <a:avLst/>
              </a:prstGeom>
              <a:gradFill rotWithShape="0">
                <a:gsLst>
                  <a:gs pos="0">
                    <a:srgbClr val="007fd5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2600" bIns="126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5" name=""/>
            <p:cNvGrpSpPr/>
            <p:nvPr/>
          </p:nvGrpSpPr>
          <p:grpSpPr>
            <a:xfrm>
              <a:off x="2819520" y="5764320"/>
              <a:ext cx="2581200" cy="1084320"/>
              <a:chOff x="2819520" y="5764320"/>
              <a:chExt cx="2581200" cy="1084320"/>
            </a:xfrm>
          </p:grpSpPr>
          <p:sp>
            <p:nvSpPr>
              <p:cNvPr id="16" name=""/>
              <p:cNvSpPr/>
              <p:nvPr/>
            </p:nvSpPr>
            <p:spPr>
              <a:xfrm>
                <a:off x="3600360" y="6245280"/>
                <a:ext cx="1013040" cy="59832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7c7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" name=""/>
              <p:cNvSpPr/>
              <p:nvPr/>
            </p:nvSpPr>
            <p:spPr>
              <a:xfrm>
                <a:off x="3673440" y="6283440"/>
                <a:ext cx="862200" cy="527040"/>
              </a:xfrm>
              <a:prstGeom prst="ellipse">
                <a:avLst/>
              </a:prstGeom>
              <a:gradFill rotWithShape="0">
                <a:gsLst>
                  <a:gs pos="0">
                    <a:srgbClr val="0077c7"/>
                  </a:gs>
                  <a:gs pos="100000">
                    <a:srgbClr val="0088e4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" name=""/>
              <p:cNvSpPr/>
              <p:nvPr/>
            </p:nvSpPr>
            <p:spPr>
              <a:xfrm>
                <a:off x="3716280" y="6316560"/>
                <a:ext cx="795240" cy="47484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bce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" name=""/>
              <p:cNvSpPr/>
              <p:nvPr/>
            </p:nvSpPr>
            <p:spPr>
              <a:xfrm>
                <a:off x="3759120" y="6345360"/>
                <a:ext cx="704880" cy="409320"/>
              </a:xfrm>
              <a:prstGeom prst="ellipse">
                <a:avLst/>
              </a:prstGeom>
              <a:gradFill rotWithShape="0">
                <a:gsLst>
                  <a:gs pos="0">
                    <a:srgbClr val="0077c7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" name=""/>
              <p:cNvSpPr/>
              <p:nvPr/>
            </p:nvSpPr>
            <p:spPr>
              <a:xfrm>
                <a:off x="3786120" y="6357960"/>
                <a:ext cx="655560" cy="380880"/>
              </a:xfrm>
              <a:prstGeom prst="ellipse">
                <a:avLst/>
              </a:prstGeom>
              <a:gradFill rotWithShape="0">
                <a:gsLst>
                  <a:gs pos="0">
                    <a:srgbClr val="007fd5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" name=""/>
              <p:cNvSpPr/>
              <p:nvPr/>
            </p:nvSpPr>
            <p:spPr>
              <a:xfrm>
                <a:off x="3868560" y="6391440"/>
                <a:ext cx="486000" cy="304560"/>
              </a:xfrm>
              <a:prstGeom prst="ellipse">
                <a:avLst/>
              </a:prstGeom>
              <a:gradFill rotWithShape="0">
                <a:gsLst>
                  <a:gs pos="0">
                    <a:srgbClr val="0077c7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" name=""/>
              <p:cNvSpPr/>
              <p:nvPr/>
            </p:nvSpPr>
            <p:spPr>
              <a:xfrm>
                <a:off x="3930480" y="6438960"/>
                <a:ext cx="360360" cy="214200"/>
              </a:xfrm>
              <a:prstGeom prst="ellipse">
                <a:avLst/>
              </a:prstGeom>
              <a:gradFill rotWithShape="0">
                <a:gsLst>
                  <a:gs pos="0">
                    <a:srgbClr val="007bce"/>
                  </a:gs>
                  <a:gs pos="100000">
                    <a:srgbClr val="0088e4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" name=""/>
              <p:cNvSpPr/>
              <p:nvPr/>
            </p:nvSpPr>
            <p:spPr>
              <a:xfrm>
                <a:off x="4035600" y="6504120"/>
                <a:ext cx="142560" cy="95040"/>
              </a:xfrm>
              <a:prstGeom prst="ellipse">
                <a:avLst/>
              </a:prstGeom>
              <a:gradFill rotWithShape="0">
                <a:gsLst>
                  <a:gs pos="0">
                    <a:srgbClr val="007bce"/>
                  </a:gs>
                  <a:gs pos="100000">
                    <a:srgbClr val="0088e4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0880" bIns="2088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" name=""/>
              <p:cNvSpPr/>
              <p:nvPr/>
            </p:nvSpPr>
            <p:spPr>
              <a:xfrm>
                <a:off x="4103640" y="6067440"/>
                <a:ext cx="712800" cy="295200"/>
              </a:xfrm>
              <a:custGeom>
                <a:avLst/>
                <a:gdLst/>
                <a:ahLst/>
                <a:rect l="l" t="t" r="r" b="b"/>
                <a:pathLst>
                  <a:path w="448" h="186">
                    <a:moveTo>
                      <a:pt x="6" y="6"/>
                    </a:moveTo>
                    <a:lnTo>
                      <a:pt x="78" y="12"/>
                    </a:lnTo>
                    <a:lnTo>
                      <a:pt x="150" y="18"/>
                    </a:lnTo>
                    <a:lnTo>
                      <a:pt x="215" y="36"/>
                    </a:lnTo>
                    <a:lnTo>
                      <a:pt x="275" y="60"/>
                    </a:lnTo>
                    <a:lnTo>
                      <a:pt x="329" y="84"/>
                    </a:lnTo>
                    <a:lnTo>
                      <a:pt x="377" y="114"/>
                    </a:lnTo>
                    <a:lnTo>
                      <a:pt x="419" y="150"/>
                    </a:lnTo>
                    <a:lnTo>
                      <a:pt x="448" y="186"/>
                    </a:lnTo>
                    <a:lnTo>
                      <a:pt x="448" y="162"/>
                    </a:lnTo>
                    <a:lnTo>
                      <a:pt x="413" y="126"/>
                    </a:lnTo>
                    <a:lnTo>
                      <a:pt x="371" y="96"/>
                    </a:lnTo>
                    <a:lnTo>
                      <a:pt x="323" y="66"/>
                    </a:lnTo>
                    <a:lnTo>
                      <a:pt x="269" y="48"/>
                    </a:lnTo>
                    <a:lnTo>
                      <a:pt x="144" y="12"/>
                    </a:lnTo>
                    <a:lnTo>
                      <a:pt x="78" y="6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6" y="6"/>
                    </a:lnTo>
                    <a:lnTo>
                      <a:pt x="6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7bce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" name=""/>
              <p:cNvSpPr/>
              <p:nvPr/>
            </p:nvSpPr>
            <p:spPr>
              <a:xfrm>
                <a:off x="3400560" y="6114960"/>
                <a:ext cx="1415880" cy="733680"/>
              </a:xfrm>
              <a:custGeom>
                <a:avLst/>
                <a:gdLst/>
                <a:ahLst/>
                <a:rect l="l" t="t" r="r" b="b"/>
                <a:pathLst>
                  <a:path w="890" h="462">
                    <a:moveTo>
                      <a:pt x="23" y="276"/>
                    </a:moveTo>
                    <a:lnTo>
                      <a:pt x="29" y="222"/>
                    </a:lnTo>
                    <a:lnTo>
                      <a:pt x="59" y="174"/>
                    </a:lnTo>
                    <a:lnTo>
                      <a:pt x="95" y="132"/>
                    </a:lnTo>
                    <a:lnTo>
                      <a:pt x="149" y="96"/>
                    </a:lnTo>
                    <a:lnTo>
                      <a:pt x="209" y="60"/>
                    </a:lnTo>
                    <a:lnTo>
                      <a:pt x="281" y="36"/>
                    </a:lnTo>
                    <a:lnTo>
                      <a:pt x="364" y="24"/>
                    </a:lnTo>
                    <a:lnTo>
                      <a:pt x="448" y="18"/>
                    </a:lnTo>
                    <a:lnTo>
                      <a:pt x="532" y="24"/>
                    </a:lnTo>
                    <a:lnTo>
                      <a:pt x="609" y="36"/>
                    </a:lnTo>
                    <a:lnTo>
                      <a:pt x="681" y="60"/>
                    </a:lnTo>
                    <a:lnTo>
                      <a:pt x="741" y="96"/>
                    </a:lnTo>
                    <a:lnTo>
                      <a:pt x="795" y="132"/>
                    </a:lnTo>
                    <a:lnTo>
                      <a:pt x="831" y="174"/>
                    </a:lnTo>
                    <a:lnTo>
                      <a:pt x="861" y="222"/>
                    </a:lnTo>
                    <a:lnTo>
                      <a:pt x="867" y="276"/>
                    </a:lnTo>
                    <a:lnTo>
                      <a:pt x="855" y="330"/>
                    </a:lnTo>
                    <a:lnTo>
                      <a:pt x="831" y="378"/>
                    </a:lnTo>
                    <a:lnTo>
                      <a:pt x="783" y="426"/>
                    </a:lnTo>
                    <a:lnTo>
                      <a:pt x="723" y="462"/>
                    </a:lnTo>
                    <a:lnTo>
                      <a:pt x="765" y="462"/>
                    </a:lnTo>
                    <a:lnTo>
                      <a:pt x="819" y="426"/>
                    </a:lnTo>
                    <a:lnTo>
                      <a:pt x="855" y="378"/>
                    </a:lnTo>
                    <a:lnTo>
                      <a:pt x="884" y="330"/>
                    </a:lnTo>
                    <a:lnTo>
                      <a:pt x="890" y="276"/>
                    </a:lnTo>
                    <a:lnTo>
                      <a:pt x="884" y="222"/>
                    </a:lnTo>
                    <a:lnTo>
                      <a:pt x="855" y="168"/>
                    </a:lnTo>
                    <a:lnTo>
                      <a:pt x="813" y="120"/>
                    </a:lnTo>
                    <a:lnTo>
                      <a:pt x="759" y="84"/>
                    </a:lnTo>
                    <a:lnTo>
                      <a:pt x="693" y="48"/>
                    </a:lnTo>
                    <a:lnTo>
                      <a:pt x="621" y="24"/>
                    </a:lnTo>
                    <a:lnTo>
                      <a:pt x="538" y="6"/>
                    </a:lnTo>
                    <a:lnTo>
                      <a:pt x="448" y="0"/>
                    </a:lnTo>
                    <a:lnTo>
                      <a:pt x="358" y="6"/>
                    </a:lnTo>
                    <a:lnTo>
                      <a:pt x="275" y="24"/>
                    </a:lnTo>
                    <a:lnTo>
                      <a:pt x="197" y="48"/>
                    </a:lnTo>
                    <a:lnTo>
                      <a:pt x="131" y="84"/>
                    </a:lnTo>
                    <a:lnTo>
                      <a:pt x="77" y="120"/>
                    </a:lnTo>
                    <a:lnTo>
                      <a:pt x="35" y="168"/>
                    </a:lnTo>
                    <a:lnTo>
                      <a:pt x="12" y="222"/>
                    </a:lnTo>
                    <a:lnTo>
                      <a:pt x="0" y="276"/>
                    </a:lnTo>
                    <a:lnTo>
                      <a:pt x="6" y="330"/>
                    </a:lnTo>
                    <a:lnTo>
                      <a:pt x="35" y="378"/>
                    </a:lnTo>
                    <a:lnTo>
                      <a:pt x="71" y="426"/>
                    </a:lnTo>
                    <a:lnTo>
                      <a:pt x="125" y="462"/>
                    </a:lnTo>
                    <a:lnTo>
                      <a:pt x="167" y="462"/>
                    </a:lnTo>
                    <a:lnTo>
                      <a:pt x="107" y="426"/>
                    </a:lnTo>
                    <a:lnTo>
                      <a:pt x="59" y="378"/>
                    </a:lnTo>
                    <a:lnTo>
                      <a:pt x="35" y="330"/>
                    </a:lnTo>
                    <a:lnTo>
                      <a:pt x="23" y="276"/>
                    </a:lnTo>
                    <a:lnTo>
                      <a:pt x="23" y="27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72c0"/>
                  </a:gs>
                  <a:gs pos="100000">
                    <a:srgbClr val="0088e4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" name=""/>
              <p:cNvSpPr/>
              <p:nvPr/>
            </p:nvSpPr>
            <p:spPr>
              <a:xfrm>
                <a:off x="3305160" y="6076800"/>
                <a:ext cx="646200" cy="771840"/>
              </a:xfrm>
              <a:custGeom>
                <a:avLst/>
                <a:gdLst/>
                <a:ahLst/>
                <a:rect l="l" t="t" r="r" b="b"/>
                <a:pathLst>
                  <a:path w="406" h="486">
                    <a:moveTo>
                      <a:pt x="18" y="300"/>
                    </a:moveTo>
                    <a:lnTo>
                      <a:pt x="24" y="246"/>
                    </a:lnTo>
                    <a:lnTo>
                      <a:pt x="48" y="198"/>
                    </a:lnTo>
                    <a:lnTo>
                      <a:pt x="83" y="150"/>
                    </a:lnTo>
                    <a:lnTo>
                      <a:pt x="131" y="108"/>
                    </a:lnTo>
                    <a:lnTo>
                      <a:pt x="185" y="72"/>
                    </a:lnTo>
                    <a:lnTo>
                      <a:pt x="251" y="42"/>
                    </a:lnTo>
                    <a:lnTo>
                      <a:pt x="329" y="24"/>
                    </a:lnTo>
                    <a:lnTo>
                      <a:pt x="406" y="6"/>
                    </a:lnTo>
                    <a:lnTo>
                      <a:pt x="406" y="0"/>
                    </a:lnTo>
                    <a:lnTo>
                      <a:pt x="323" y="12"/>
                    </a:lnTo>
                    <a:lnTo>
                      <a:pt x="245" y="36"/>
                    </a:lnTo>
                    <a:lnTo>
                      <a:pt x="179" y="66"/>
                    </a:lnTo>
                    <a:lnTo>
                      <a:pt x="119" y="102"/>
                    </a:lnTo>
                    <a:lnTo>
                      <a:pt x="72" y="144"/>
                    </a:lnTo>
                    <a:lnTo>
                      <a:pt x="30" y="192"/>
                    </a:lnTo>
                    <a:lnTo>
                      <a:pt x="6" y="246"/>
                    </a:lnTo>
                    <a:lnTo>
                      <a:pt x="0" y="300"/>
                    </a:lnTo>
                    <a:lnTo>
                      <a:pt x="6" y="348"/>
                    </a:lnTo>
                    <a:lnTo>
                      <a:pt x="30" y="396"/>
                    </a:lnTo>
                    <a:lnTo>
                      <a:pt x="66" y="444"/>
                    </a:lnTo>
                    <a:lnTo>
                      <a:pt x="107" y="486"/>
                    </a:lnTo>
                    <a:lnTo>
                      <a:pt x="131" y="486"/>
                    </a:lnTo>
                    <a:lnTo>
                      <a:pt x="83" y="450"/>
                    </a:lnTo>
                    <a:lnTo>
                      <a:pt x="48" y="402"/>
                    </a:lnTo>
                    <a:lnTo>
                      <a:pt x="24" y="354"/>
                    </a:lnTo>
                    <a:lnTo>
                      <a:pt x="18" y="300"/>
                    </a:lnTo>
                    <a:lnTo>
                      <a:pt x="18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7bce"/>
                  </a:gs>
                  <a:gs pos="100000">
                    <a:srgbClr val="0088e4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" name=""/>
              <p:cNvSpPr/>
              <p:nvPr/>
            </p:nvSpPr>
            <p:spPr>
              <a:xfrm>
                <a:off x="4741920" y="6419880"/>
                <a:ext cx="171360" cy="399960"/>
              </a:xfrm>
              <a:custGeom>
                <a:avLst/>
                <a:gdLst/>
                <a:ahLst/>
                <a:rect l="l" t="t" r="r" b="b"/>
                <a:pathLst>
                  <a:path w="107" h="252">
                    <a:moveTo>
                      <a:pt x="89" y="84"/>
                    </a:moveTo>
                    <a:lnTo>
                      <a:pt x="83" y="132"/>
                    </a:lnTo>
                    <a:lnTo>
                      <a:pt x="65" y="174"/>
                    </a:lnTo>
                    <a:lnTo>
                      <a:pt x="36" y="216"/>
                    </a:lnTo>
                    <a:lnTo>
                      <a:pt x="0" y="252"/>
                    </a:lnTo>
                    <a:lnTo>
                      <a:pt x="18" y="252"/>
                    </a:lnTo>
                    <a:lnTo>
                      <a:pt x="53" y="216"/>
                    </a:lnTo>
                    <a:lnTo>
                      <a:pt x="83" y="174"/>
                    </a:lnTo>
                    <a:lnTo>
                      <a:pt x="101" y="132"/>
                    </a:lnTo>
                    <a:lnTo>
                      <a:pt x="107" y="84"/>
                    </a:lnTo>
                    <a:lnTo>
                      <a:pt x="101" y="42"/>
                    </a:lnTo>
                    <a:lnTo>
                      <a:pt x="89" y="0"/>
                    </a:lnTo>
                    <a:lnTo>
                      <a:pt x="65" y="0"/>
                    </a:lnTo>
                    <a:lnTo>
                      <a:pt x="83" y="42"/>
                    </a:lnTo>
                    <a:lnTo>
                      <a:pt x="89" y="84"/>
                    </a:lnTo>
                    <a:lnTo>
                      <a:pt x="89" y="8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6fba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" name=""/>
              <p:cNvSpPr/>
              <p:nvPr/>
            </p:nvSpPr>
            <p:spPr>
              <a:xfrm>
                <a:off x="3282840" y="5850000"/>
                <a:ext cx="1325520" cy="237960"/>
              </a:xfrm>
              <a:custGeom>
                <a:avLst/>
                <a:gdLst/>
                <a:ahLst/>
                <a:rect l="l" t="t" r="r" b="b"/>
                <a:pathLst>
                  <a:path w="835" h="150">
                    <a:moveTo>
                      <a:pt x="518" y="18"/>
                    </a:moveTo>
                    <a:lnTo>
                      <a:pt x="597" y="24"/>
                    </a:lnTo>
                    <a:lnTo>
                      <a:pt x="682" y="30"/>
                    </a:lnTo>
                    <a:lnTo>
                      <a:pt x="755" y="42"/>
                    </a:lnTo>
                    <a:lnTo>
                      <a:pt x="828" y="60"/>
                    </a:lnTo>
                    <a:lnTo>
                      <a:pt x="835" y="42"/>
                    </a:lnTo>
                    <a:lnTo>
                      <a:pt x="761" y="24"/>
                    </a:lnTo>
                    <a:lnTo>
                      <a:pt x="688" y="12"/>
                    </a:lnTo>
                    <a:lnTo>
                      <a:pt x="603" y="6"/>
                    </a:lnTo>
                    <a:lnTo>
                      <a:pt x="518" y="0"/>
                    </a:lnTo>
                    <a:lnTo>
                      <a:pt x="372" y="12"/>
                    </a:lnTo>
                    <a:lnTo>
                      <a:pt x="232" y="36"/>
                    </a:lnTo>
                    <a:lnTo>
                      <a:pt x="110" y="78"/>
                    </a:lnTo>
                    <a:lnTo>
                      <a:pt x="0" y="132"/>
                    </a:lnTo>
                    <a:lnTo>
                      <a:pt x="19" y="150"/>
                    </a:lnTo>
                    <a:lnTo>
                      <a:pt x="122" y="96"/>
                    </a:lnTo>
                    <a:lnTo>
                      <a:pt x="244" y="54"/>
                    </a:lnTo>
                    <a:lnTo>
                      <a:pt x="378" y="30"/>
                    </a:lnTo>
                    <a:lnTo>
                      <a:pt x="518" y="18"/>
                    </a:lnTo>
                    <a:lnTo>
                      <a:pt x="518" y="18"/>
                    </a:lnTo>
                    <a:close/>
                  </a:path>
                </a:pathLst>
              </a:custGeom>
              <a:solidFill>
                <a:srgbClr val="0088e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" name=""/>
              <p:cNvSpPr/>
              <p:nvPr/>
            </p:nvSpPr>
            <p:spPr>
              <a:xfrm>
                <a:off x="2963880" y="6116760"/>
                <a:ext cx="271440" cy="731880"/>
              </a:xfrm>
              <a:custGeom>
                <a:avLst/>
                <a:gdLst/>
                <a:ahLst/>
                <a:rect l="l" t="t" r="r" b="b"/>
                <a:pathLst>
                  <a:path w="171" h="461">
                    <a:moveTo>
                      <a:pt x="31" y="263"/>
                    </a:moveTo>
                    <a:lnTo>
                      <a:pt x="43" y="191"/>
                    </a:lnTo>
                    <a:lnTo>
                      <a:pt x="67" y="131"/>
                    </a:lnTo>
                    <a:lnTo>
                      <a:pt x="116" y="72"/>
                    </a:lnTo>
                    <a:lnTo>
                      <a:pt x="171" y="18"/>
                    </a:lnTo>
                    <a:lnTo>
                      <a:pt x="153" y="0"/>
                    </a:lnTo>
                    <a:lnTo>
                      <a:pt x="86" y="60"/>
                    </a:lnTo>
                    <a:lnTo>
                      <a:pt x="43" y="120"/>
                    </a:lnTo>
                    <a:lnTo>
                      <a:pt x="13" y="191"/>
                    </a:lnTo>
                    <a:lnTo>
                      <a:pt x="0" y="263"/>
                    </a:lnTo>
                    <a:lnTo>
                      <a:pt x="6" y="317"/>
                    </a:lnTo>
                    <a:lnTo>
                      <a:pt x="25" y="365"/>
                    </a:lnTo>
                    <a:lnTo>
                      <a:pt x="49" y="413"/>
                    </a:lnTo>
                    <a:lnTo>
                      <a:pt x="86" y="461"/>
                    </a:lnTo>
                    <a:lnTo>
                      <a:pt x="122" y="461"/>
                    </a:lnTo>
                    <a:lnTo>
                      <a:pt x="86" y="413"/>
                    </a:lnTo>
                    <a:lnTo>
                      <a:pt x="55" y="365"/>
                    </a:lnTo>
                    <a:lnTo>
                      <a:pt x="37" y="317"/>
                    </a:lnTo>
                    <a:lnTo>
                      <a:pt x="31" y="263"/>
                    </a:lnTo>
                    <a:lnTo>
                      <a:pt x="31" y="263"/>
                    </a:lnTo>
                    <a:close/>
                  </a:path>
                </a:pathLst>
              </a:custGeom>
              <a:solidFill>
                <a:srgbClr val="0088e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" name=""/>
              <p:cNvSpPr/>
              <p:nvPr/>
            </p:nvSpPr>
            <p:spPr>
              <a:xfrm>
                <a:off x="4684680" y="5954760"/>
                <a:ext cx="571680" cy="893880"/>
              </a:xfrm>
              <a:custGeom>
                <a:avLst/>
                <a:gdLst/>
                <a:ahLst/>
                <a:rect l="l" t="t" r="r" b="b"/>
                <a:pathLst>
                  <a:path w="360" h="563">
                    <a:moveTo>
                      <a:pt x="360" y="365"/>
                    </a:moveTo>
                    <a:lnTo>
                      <a:pt x="353" y="305"/>
                    </a:lnTo>
                    <a:lnTo>
                      <a:pt x="335" y="251"/>
                    </a:lnTo>
                    <a:lnTo>
                      <a:pt x="305" y="204"/>
                    </a:lnTo>
                    <a:lnTo>
                      <a:pt x="262" y="156"/>
                    </a:lnTo>
                    <a:lnTo>
                      <a:pt x="213" y="108"/>
                    </a:lnTo>
                    <a:lnTo>
                      <a:pt x="159" y="66"/>
                    </a:lnTo>
                    <a:lnTo>
                      <a:pt x="92" y="30"/>
                    </a:lnTo>
                    <a:lnTo>
                      <a:pt x="19" y="0"/>
                    </a:lnTo>
                    <a:lnTo>
                      <a:pt x="0" y="12"/>
                    </a:lnTo>
                    <a:lnTo>
                      <a:pt x="67" y="42"/>
                    </a:lnTo>
                    <a:lnTo>
                      <a:pt x="134" y="78"/>
                    </a:lnTo>
                    <a:lnTo>
                      <a:pt x="189" y="114"/>
                    </a:lnTo>
                    <a:lnTo>
                      <a:pt x="238" y="162"/>
                    </a:lnTo>
                    <a:lnTo>
                      <a:pt x="274" y="210"/>
                    </a:lnTo>
                    <a:lnTo>
                      <a:pt x="299" y="257"/>
                    </a:lnTo>
                    <a:lnTo>
                      <a:pt x="317" y="311"/>
                    </a:lnTo>
                    <a:lnTo>
                      <a:pt x="323" y="365"/>
                    </a:lnTo>
                    <a:lnTo>
                      <a:pt x="317" y="419"/>
                    </a:lnTo>
                    <a:lnTo>
                      <a:pt x="299" y="467"/>
                    </a:lnTo>
                    <a:lnTo>
                      <a:pt x="274" y="515"/>
                    </a:lnTo>
                    <a:lnTo>
                      <a:pt x="238" y="563"/>
                    </a:lnTo>
                    <a:lnTo>
                      <a:pt x="268" y="563"/>
                    </a:lnTo>
                    <a:lnTo>
                      <a:pt x="311" y="515"/>
                    </a:lnTo>
                    <a:lnTo>
                      <a:pt x="335" y="467"/>
                    </a:lnTo>
                    <a:lnTo>
                      <a:pt x="353" y="419"/>
                    </a:lnTo>
                    <a:lnTo>
                      <a:pt x="360" y="365"/>
                    </a:lnTo>
                    <a:lnTo>
                      <a:pt x="360" y="36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7c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" name=""/>
              <p:cNvSpPr/>
              <p:nvPr/>
            </p:nvSpPr>
            <p:spPr>
              <a:xfrm>
                <a:off x="3679920" y="5764320"/>
                <a:ext cx="1711080" cy="674640"/>
              </a:xfrm>
              <a:custGeom>
                <a:avLst/>
                <a:gdLst/>
                <a:ahLst/>
                <a:rect l="l" t="t" r="r" b="b"/>
                <a:pathLst>
                  <a:path w="1078" h="425">
                    <a:moveTo>
                      <a:pt x="1053" y="425"/>
                    </a:moveTo>
                    <a:lnTo>
                      <a:pt x="1078" y="419"/>
                    </a:lnTo>
                    <a:lnTo>
                      <a:pt x="1066" y="377"/>
                    </a:lnTo>
                    <a:lnTo>
                      <a:pt x="1047" y="336"/>
                    </a:lnTo>
                    <a:lnTo>
                      <a:pt x="986" y="252"/>
                    </a:lnTo>
                    <a:lnTo>
                      <a:pt x="907" y="180"/>
                    </a:lnTo>
                    <a:lnTo>
                      <a:pt x="810" y="120"/>
                    </a:lnTo>
                    <a:lnTo>
                      <a:pt x="694" y="72"/>
                    </a:lnTo>
                    <a:lnTo>
                      <a:pt x="560" y="30"/>
                    </a:lnTo>
                    <a:lnTo>
                      <a:pt x="420" y="6"/>
                    </a:lnTo>
                    <a:lnTo>
                      <a:pt x="268" y="0"/>
                    </a:lnTo>
                    <a:lnTo>
                      <a:pt x="134" y="6"/>
                    </a:lnTo>
                    <a:lnTo>
                      <a:pt x="0" y="24"/>
                    </a:lnTo>
                    <a:lnTo>
                      <a:pt x="12" y="36"/>
                    </a:lnTo>
                    <a:lnTo>
                      <a:pt x="134" y="18"/>
                    </a:lnTo>
                    <a:lnTo>
                      <a:pt x="268" y="12"/>
                    </a:lnTo>
                    <a:lnTo>
                      <a:pt x="420" y="18"/>
                    </a:lnTo>
                    <a:lnTo>
                      <a:pt x="554" y="42"/>
                    </a:lnTo>
                    <a:lnTo>
                      <a:pt x="682" y="84"/>
                    </a:lnTo>
                    <a:lnTo>
                      <a:pt x="798" y="132"/>
                    </a:lnTo>
                    <a:lnTo>
                      <a:pt x="895" y="192"/>
                    </a:lnTo>
                    <a:lnTo>
                      <a:pt x="968" y="264"/>
                    </a:lnTo>
                    <a:lnTo>
                      <a:pt x="999" y="300"/>
                    </a:lnTo>
                    <a:lnTo>
                      <a:pt x="1023" y="342"/>
                    </a:lnTo>
                    <a:lnTo>
                      <a:pt x="1041" y="383"/>
                    </a:lnTo>
                    <a:lnTo>
                      <a:pt x="1053" y="425"/>
                    </a:lnTo>
                    <a:lnTo>
                      <a:pt x="1053" y="42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7c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" name=""/>
              <p:cNvSpPr/>
              <p:nvPr/>
            </p:nvSpPr>
            <p:spPr>
              <a:xfrm>
                <a:off x="5245200" y="6477120"/>
                <a:ext cx="155520" cy="371520"/>
              </a:xfrm>
              <a:custGeom>
                <a:avLst/>
                <a:gdLst/>
                <a:ahLst/>
                <a:rect l="l" t="t" r="r" b="b"/>
                <a:pathLst>
                  <a:path w="98" h="234">
                    <a:moveTo>
                      <a:pt x="0" y="234"/>
                    </a:moveTo>
                    <a:lnTo>
                      <a:pt x="25" y="234"/>
                    </a:lnTo>
                    <a:lnTo>
                      <a:pt x="55" y="186"/>
                    </a:lnTo>
                    <a:lnTo>
                      <a:pt x="80" y="138"/>
                    </a:lnTo>
                    <a:lnTo>
                      <a:pt x="92" y="90"/>
                    </a:lnTo>
                    <a:lnTo>
                      <a:pt x="98" y="36"/>
                    </a:lnTo>
                    <a:lnTo>
                      <a:pt x="98" y="0"/>
                    </a:lnTo>
                    <a:lnTo>
                      <a:pt x="74" y="0"/>
                    </a:lnTo>
                    <a:lnTo>
                      <a:pt x="74" y="36"/>
                    </a:lnTo>
                    <a:lnTo>
                      <a:pt x="67" y="90"/>
                    </a:lnTo>
                    <a:lnTo>
                      <a:pt x="55" y="138"/>
                    </a:lnTo>
                    <a:lnTo>
                      <a:pt x="31" y="186"/>
                    </a:lnTo>
                    <a:lnTo>
                      <a:pt x="0" y="234"/>
                    </a:lnTo>
                    <a:lnTo>
                      <a:pt x="0" y="23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7c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" name=""/>
              <p:cNvSpPr/>
              <p:nvPr/>
            </p:nvSpPr>
            <p:spPr>
              <a:xfrm>
                <a:off x="2819520" y="5830920"/>
                <a:ext cx="763560" cy="1017720"/>
              </a:xfrm>
              <a:custGeom>
                <a:avLst/>
                <a:gdLst/>
                <a:ahLst/>
                <a:rect l="l" t="t" r="r" b="b"/>
                <a:pathLst>
                  <a:path w="481" h="641">
                    <a:moveTo>
                      <a:pt x="18" y="443"/>
                    </a:moveTo>
                    <a:lnTo>
                      <a:pt x="24" y="371"/>
                    </a:lnTo>
                    <a:lnTo>
                      <a:pt x="55" y="305"/>
                    </a:lnTo>
                    <a:lnTo>
                      <a:pt x="91" y="246"/>
                    </a:lnTo>
                    <a:lnTo>
                      <a:pt x="146" y="186"/>
                    </a:lnTo>
                    <a:lnTo>
                      <a:pt x="213" y="132"/>
                    </a:lnTo>
                    <a:lnTo>
                      <a:pt x="292" y="84"/>
                    </a:lnTo>
                    <a:lnTo>
                      <a:pt x="384" y="48"/>
                    </a:lnTo>
                    <a:lnTo>
                      <a:pt x="481" y="12"/>
                    </a:lnTo>
                    <a:lnTo>
                      <a:pt x="457" y="0"/>
                    </a:lnTo>
                    <a:lnTo>
                      <a:pt x="359" y="36"/>
                    </a:lnTo>
                    <a:lnTo>
                      <a:pt x="274" y="78"/>
                    </a:lnTo>
                    <a:lnTo>
                      <a:pt x="195" y="126"/>
                    </a:lnTo>
                    <a:lnTo>
                      <a:pt x="128" y="180"/>
                    </a:lnTo>
                    <a:lnTo>
                      <a:pt x="73" y="240"/>
                    </a:lnTo>
                    <a:lnTo>
                      <a:pt x="37" y="305"/>
                    </a:lnTo>
                    <a:lnTo>
                      <a:pt x="6" y="371"/>
                    </a:lnTo>
                    <a:lnTo>
                      <a:pt x="0" y="443"/>
                    </a:lnTo>
                    <a:lnTo>
                      <a:pt x="6" y="497"/>
                    </a:lnTo>
                    <a:lnTo>
                      <a:pt x="18" y="545"/>
                    </a:lnTo>
                    <a:lnTo>
                      <a:pt x="43" y="593"/>
                    </a:lnTo>
                    <a:lnTo>
                      <a:pt x="73" y="641"/>
                    </a:lnTo>
                    <a:lnTo>
                      <a:pt x="97" y="641"/>
                    </a:lnTo>
                    <a:lnTo>
                      <a:pt x="67" y="593"/>
                    </a:lnTo>
                    <a:lnTo>
                      <a:pt x="43" y="545"/>
                    </a:lnTo>
                    <a:lnTo>
                      <a:pt x="24" y="497"/>
                    </a:lnTo>
                    <a:lnTo>
                      <a:pt x="18" y="443"/>
                    </a:lnTo>
                    <a:lnTo>
                      <a:pt x="18" y="443"/>
                    </a:lnTo>
                    <a:close/>
                  </a:path>
                </a:pathLst>
              </a:custGeom>
              <a:solidFill>
                <a:srgbClr val="0088e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4" name=""/>
            <p:cNvGrpSpPr/>
            <p:nvPr/>
          </p:nvGrpSpPr>
          <p:grpSpPr>
            <a:xfrm>
              <a:off x="6553080" y="5334120"/>
              <a:ext cx="2144880" cy="1303200"/>
              <a:chOff x="6553080" y="5334120"/>
              <a:chExt cx="2144880" cy="1303200"/>
            </a:xfrm>
          </p:grpSpPr>
          <p:sp>
            <p:nvSpPr>
              <p:cNvPr id="35" name=""/>
              <p:cNvSpPr/>
              <p:nvPr/>
            </p:nvSpPr>
            <p:spPr>
              <a:xfrm>
                <a:off x="6667560" y="5400720"/>
                <a:ext cx="1906560" cy="1160280"/>
              </a:xfrm>
              <a:custGeom>
                <a:avLst/>
                <a:gdLst/>
                <a:ahLst/>
                <a:rect l="l" t="t" r="r" b="b"/>
                <a:pathLst>
                  <a:path w="1201" h="731">
                    <a:moveTo>
                      <a:pt x="604" y="0"/>
                    </a:moveTo>
                    <a:lnTo>
                      <a:pt x="484" y="6"/>
                    </a:lnTo>
                    <a:lnTo>
                      <a:pt x="370" y="30"/>
                    </a:lnTo>
                    <a:lnTo>
                      <a:pt x="263" y="60"/>
                    </a:lnTo>
                    <a:lnTo>
                      <a:pt x="179" y="108"/>
                    </a:lnTo>
                    <a:lnTo>
                      <a:pt x="101" y="162"/>
                    </a:lnTo>
                    <a:lnTo>
                      <a:pt x="48" y="222"/>
                    </a:lnTo>
                    <a:lnTo>
                      <a:pt x="12" y="294"/>
                    </a:lnTo>
                    <a:lnTo>
                      <a:pt x="6" y="330"/>
                    </a:lnTo>
                    <a:lnTo>
                      <a:pt x="0" y="366"/>
                    </a:lnTo>
                    <a:lnTo>
                      <a:pt x="6" y="401"/>
                    </a:lnTo>
                    <a:lnTo>
                      <a:pt x="12" y="437"/>
                    </a:lnTo>
                    <a:lnTo>
                      <a:pt x="48" y="509"/>
                    </a:lnTo>
                    <a:lnTo>
                      <a:pt x="101" y="569"/>
                    </a:lnTo>
                    <a:lnTo>
                      <a:pt x="179" y="623"/>
                    </a:lnTo>
                    <a:lnTo>
                      <a:pt x="263" y="671"/>
                    </a:lnTo>
                    <a:lnTo>
                      <a:pt x="370" y="701"/>
                    </a:lnTo>
                    <a:lnTo>
                      <a:pt x="484" y="725"/>
                    </a:lnTo>
                    <a:lnTo>
                      <a:pt x="604" y="731"/>
                    </a:lnTo>
                    <a:lnTo>
                      <a:pt x="723" y="725"/>
                    </a:lnTo>
                    <a:lnTo>
                      <a:pt x="837" y="701"/>
                    </a:lnTo>
                    <a:lnTo>
                      <a:pt x="938" y="671"/>
                    </a:lnTo>
                    <a:lnTo>
                      <a:pt x="1028" y="623"/>
                    </a:lnTo>
                    <a:lnTo>
                      <a:pt x="1100" y="569"/>
                    </a:lnTo>
                    <a:lnTo>
                      <a:pt x="1153" y="509"/>
                    </a:lnTo>
                    <a:lnTo>
                      <a:pt x="1189" y="437"/>
                    </a:lnTo>
                    <a:lnTo>
                      <a:pt x="1201" y="401"/>
                    </a:lnTo>
                    <a:lnTo>
                      <a:pt x="1201" y="366"/>
                    </a:lnTo>
                    <a:lnTo>
                      <a:pt x="1201" y="330"/>
                    </a:lnTo>
                    <a:lnTo>
                      <a:pt x="1189" y="294"/>
                    </a:lnTo>
                    <a:lnTo>
                      <a:pt x="1153" y="222"/>
                    </a:lnTo>
                    <a:lnTo>
                      <a:pt x="1100" y="162"/>
                    </a:lnTo>
                    <a:lnTo>
                      <a:pt x="1028" y="108"/>
                    </a:lnTo>
                    <a:lnTo>
                      <a:pt x="938" y="60"/>
                    </a:lnTo>
                    <a:lnTo>
                      <a:pt x="837" y="30"/>
                    </a:lnTo>
                    <a:lnTo>
                      <a:pt x="723" y="6"/>
                    </a:lnTo>
                    <a:lnTo>
                      <a:pt x="604" y="0"/>
                    </a:lnTo>
                    <a:lnTo>
                      <a:pt x="604" y="0"/>
                    </a:lnTo>
                    <a:close/>
                    <a:moveTo>
                      <a:pt x="604" y="707"/>
                    </a:moveTo>
                    <a:lnTo>
                      <a:pt x="490" y="701"/>
                    </a:lnTo>
                    <a:lnTo>
                      <a:pt x="382" y="683"/>
                    </a:lnTo>
                    <a:lnTo>
                      <a:pt x="287" y="647"/>
                    </a:lnTo>
                    <a:lnTo>
                      <a:pt x="203" y="611"/>
                    </a:lnTo>
                    <a:lnTo>
                      <a:pt x="131" y="557"/>
                    </a:lnTo>
                    <a:lnTo>
                      <a:pt x="83" y="497"/>
                    </a:lnTo>
                    <a:lnTo>
                      <a:pt x="48" y="437"/>
                    </a:lnTo>
                    <a:lnTo>
                      <a:pt x="42" y="401"/>
                    </a:lnTo>
                    <a:lnTo>
                      <a:pt x="36" y="366"/>
                    </a:lnTo>
                    <a:lnTo>
                      <a:pt x="42" y="330"/>
                    </a:lnTo>
                    <a:lnTo>
                      <a:pt x="48" y="300"/>
                    </a:lnTo>
                    <a:lnTo>
                      <a:pt x="83" y="234"/>
                    </a:lnTo>
                    <a:lnTo>
                      <a:pt x="131" y="174"/>
                    </a:lnTo>
                    <a:lnTo>
                      <a:pt x="203" y="126"/>
                    </a:lnTo>
                    <a:lnTo>
                      <a:pt x="287" y="84"/>
                    </a:lnTo>
                    <a:lnTo>
                      <a:pt x="382" y="54"/>
                    </a:lnTo>
                    <a:lnTo>
                      <a:pt x="490" y="30"/>
                    </a:lnTo>
                    <a:lnTo>
                      <a:pt x="604" y="24"/>
                    </a:lnTo>
                    <a:lnTo>
                      <a:pt x="717" y="30"/>
                    </a:lnTo>
                    <a:lnTo>
                      <a:pt x="825" y="54"/>
                    </a:lnTo>
                    <a:lnTo>
                      <a:pt x="920" y="84"/>
                    </a:lnTo>
                    <a:lnTo>
                      <a:pt x="1004" y="126"/>
                    </a:lnTo>
                    <a:lnTo>
                      <a:pt x="1070" y="174"/>
                    </a:lnTo>
                    <a:lnTo>
                      <a:pt x="1124" y="234"/>
                    </a:lnTo>
                    <a:lnTo>
                      <a:pt x="1153" y="300"/>
                    </a:lnTo>
                    <a:lnTo>
                      <a:pt x="1165" y="366"/>
                    </a:lnTo>
                    <a:lnTo>
                      <a:pt x="1153" y="437"/>
                    </a:lnTo>
                    <a:lnTo>
                      <a:pt x="1124" y="497"/>
                    </a:lnTo>
                    <a:lnTo>
                      <a:pt x="1070" y="557"/>
                    </a:lnTo>
                    <a:lnTo>
                      <a:pt x="1004" y="611"/>
                    </a:lnTo>
                    <a:lnTo>
                      <a:pt x="920" y="647"/>
                    </a:lnTo>
                    <a:lnTo>
                      <a:pt x="825" y="683"/>
                    </a:lnTo>
                    <a:lnTo>
                      <a:pt x="717" y="701"/>
                    </a:lnTo>
                    <a:lnTo>
                      <a:pt x="604" y="707"/>
                    </a:lnTo>
                    <a:lnTo>
                      <a:pt x="604" y="70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78be3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" name=""/>
              <p:cNvSpPr/>
              <p:nvPr/>
            </p:nvSpPr>
            <p:spPr>
              <a:xfrm>
                <a:off x="6553080" y="5343480"/>
                <a:ext cx="863640" cy="1170000"/>
              </a:xfrm>
              <a:custGeom>
                <a:avLst/>
                <a:gdLst/>
                <a:ahLst/>
                <a:rect l="l" t="t" r="r" b="b"/>
                <a:pathLst>
                  <a:path w="544" h="737">
                    <a:moveTo>
                      <a:pt x="24" y="402"/>
                    </a:moveTo>
                    <a:lnTo>
                      <a:pt x="36" y="330"/>
                    </a:lnTo>
                    <a:lnTo>
                      <a:pt x="66" y="264"/>
                    </a:lnTo>
                    <a:lnTo>
                      <a:pt x="108" y="204"/>
                    </a:lnTo>
                    <a:lnTo>
                      <a:pt x="173" y="150"/>
                    </a:lnTo>
                    <a:lnTo>
                      <a:pt x="251" y="102"/>
                    </a:lnTo>
                    <a:lnTo>
                      <a:pt x="335" y="60"/>
                    </a:lnTo>
                    <a:lnTo>
                      <a:pt x="436" y="30"/>
                    </a:lnTo>
                    <a:lnTo>
                      <a:pt x="544" y="12"/>
                    </a:lnTo>
                    <a:lnTo>
                      <a:pt x="544" y="0"/>
                    </a:lnTo>
                    <a:lnTo>
                      <a:pt x="430" y="18"/>
                    </a:lnTo>
                    <a:lnTo>
                      <a:pt x="329" y="48"/>
                    </a:lnTo>
                    <a:lnTo>
                      <a:pt x="233" y="90"/>
                    </a:lnTo>
                    <a:lnTo>
                      <a:pt x="155" y="138"/>
                    </a:lnTo>
                    <a:lnTo>
                      <a:pt x="90" y="198"/>
                    </a:lnTo>
                    <a:lnTo>
                      <a:pt x="42" y="258"/>
                    </a:lnTo>
                    <a:lnTo>
                      <a:pt x="12" y="330"/>
                    </a:lnTo>
                    <a:lnTo>
                      <a:pt x="0" y="402"/>
                    </a:lnTo>
                    <a:lnTo>
                      <a:pt x="6" y="455"/>
                    </a:lnTo>
                    <a:lnTo>
                      <a:pt x="18" y="503"/>
                    </a:lnTo>
                    <a:lnTo>
                      <a:pt x="42" y="545"/>
                    </a:lnTo>
                    <a:lnTo>
                      <a:pt x="78" y="593"/>
                    </a:lnTo>
                    <a:lnTo>
                      <a:pt x="114" y="635"/>
                    </a:lnTo>
                    <a:lnTo>
                      <a:pt x="161" y="671"/>
                    </a:lnTo>
                    <a:lnTo>
                      <a:pt x="221" y="707"/>
                    </a:lnTo>
                    <a:lnTo>
                      <a:pt x="281" y="737"/>
                    </a:lnTo>
                    <a:lnTo>
                      <a:pt x="323" y="737"/>
                    </a:lnTo>
                    <a:lnTo>
                      <a:pt x="257" y="707"/>
                    </a:lnTo>
                    <a:lnTo>
                      <a:pt x="203" y="671"/>
                    </a:lnTo>
                    <a:lnTo>
                      <a:pt x="149" y="635"/>
                    </a:lnTo>
                    <a:lnTo>
                      <a:pt x="108" y="593"/>
                    </a:lnTo>
                    <a:lnTo>
                      <a:pt x="72" y="551"/>
                    </a:lnTo>
                    <a:lnTo>
                      <a:pt x="48" y="503"/>
                    </a:lnTo>
                    <a:lnTo>
                      <a:pt x="30" y="455"/>
                    </a:lnTo>
                    <a:lnTo>
                      <a:pt x="24" y="402"/>
                    </a:lnTo>
                    <a:lnTo>
                      <a:pt x="24" y="40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78be3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" name=""/>
              <p:cNvSpPr/>
              <p:nvPr/>
            </p:nvSpPr>
            <p:spPr>
              <a:xfrm>
                <a:off x="7607160" y="5334120"/>
                <a:ext cx="966960" cy="399960"/>
              </a:xfrm>
              <a:custGeom>
                <a:avLst/>
                <a:gdLst/>
                <a:ahLst/>
                <a:rect l="l" t="t" r="r" b="b"/>
                <a:pathLst>
                  <a:path w="609" h="252">
                    <a:moveTo>
                      <a:pt x="12" y="12"/>
                    </a:moveTo>
                    <a:lnTo>
                      <a:pt x="113" y="18"/>
                    </a:lnTo>
                    <a:lnTo>
                      <a:pt x="203" y="30"/>
                    </a:lnTo>
                    <a:lnTo>
                      <a:pt x="292" y="48"/>
                    </a:lnTo>
                    <a:lnTo>
                      <a:pt x="376" y="78"/>
                    </a:lnTo>
                    <a:lnTo>
                      <a:pt x="448" y="114"/>
                    </a:lnTo>
                    <a:lnTo>
                      <a:pt x="514" y="156"/>
                    </a:lnTo>
                    <a:lnTo>
                      <a:pt x="567" y="198"/>
                    </a:lnTo>
                    <a:lnTo>
                      <a:pt x="609" y="252"/>
                    </a:lnTo>
                    <a:lnTo>
                      <a:pt x="609" y="216"/>
                    </a:lnTo>
                    <a:lnTo>
                      <a:pt x="561" y="168"/>
                    </a:lnTo>
                    <a:lnTo>
                      <a:pt x="502" y="126"/>
                    </a:lnTo>
                    <a:lnTo>
                      <a:pt x="436" y="90"/>
                    </a:lnTo>
                    <a:lnTo>
                      <a:pt x="364" y="60"/>
                    </a:lnTo>
                    <a:lnTo>
                      <a:pt x="286" y="36"/>
                    </a:lnTo>
                    <a:lnTo>
                      <a:pt x="197" y="18"/>
                    </a:lnTo>
                    <a:lnTo>
                      <a:pt x="107" y="6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12"/>
                    </a:lnTo>
                    <a:lnTo>
                      <a:pt x="12" y="12"/>
                    </a:lnTo>
                    <a:lnTo>
                      <a:pt x="12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e8ee4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" name=""/>
              <p:cNvSpPr/>
              <p:nvPr/>
            </p:nvSpPr>
            <p:spPr>
              <a:xfrm>
                <a:off x="8327880" y="6361200"/>
                <a:ext cx="114480" cy="85680"/>
              </a:xfrm>
              <a:custGeom>
                <a:avLst/>
                <a:gdLst/>
                <a:ahLst/>
                <a:rect l="l" t="t" r="r" b="b"/>
                <a:pathLst>
                  <a:path w="72" h="54">
                    <a:moveTo>
                      <a:pt x="72" y="0"/>
                    </a:moveTo>
                    <a:lnTo>
                      <a:pt x="36" y="30"/>
                    </a:lnTo>
                    <a:lnTo>
                      <a:pt x="0" y="54"/>
                    </a:lnTo>
                    <a:lnTo>
                      <a:pt x="36" y="54"/>
                    </a:lnTo>
                    <a:lnTo>
                      <a:pt x="54" y="42"/>
                    </a:lnTo>
                    <a:lnTo>
                      <a:pt x="72" y="24"/>
                    </a:lnTo>
                    <a:lnTo>
                      <a:pt x="72" y="24"/>
                    </a:lnTo>
                    <a:lnTo>
                      <a:pt x="72" y="0"/>
                    </a:lnTo>
                    <a:lnTo>
                      <a:pt x="7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" name=""/>
              <p:cNvSpPr/>
              <p:nvPr/>
            </p:nvSpPr>
            <p:spPr>
              <a:xfrm>
                <a:off x="7151760" y="6465960"/>
                <a:ext cx="1119240" cy="171360"/>
              </a:xfrm>
              <a:custGeom>
                <a:avLst/>
                <a:gdLst/>
                <a:ahLst/>
                <a:rect l="l" t="t" r="r" b="b"/>
                <a:pathLst>
                  <a:path w="705" h="108">
                    <a:moveTo>
                      <a:pt x="299" y="90"/>
                    </a:moveTo>
                    <a:lnTo>
                      <a:pt x="221" y="90"/>
                    </a:lnTo>
                    <a:lnTo>
                      <a:pt x="143" y="78"/>
                    </a:lnTo>
                    <a:lnTo>
                      <a:pt x="0" y="48"/>
                    </a:lnTo>
                    <a:lnTo>
                      <a:pt x="0" y="66"/>
                    </a:lnTo>
                    <a:lnTo>
                      <a:pt x="143" y="96"/>
                    </a:lnTo>
                    <a:lnTo>
                      <a:pt x="221" y="108"/>
                    </a:lnTo>
                    <a:lnTo>
                      <a:pt x="299" y="108"/>
                    </a:lnTo>
                    <a:lnTo>
                      <a:pt x="412" y="102"/>
                    </a:lnTo>
                    <a:lnTo>
                      <a:pt x="520" y="84"/>
                    </a:lnTo>
                    <a:lnTo>
                      <a:pt x="615" y="60"/>
                    </a:lnTo>
                    <a:lnTo>
                      <a:pt x="705" y="24"/>
                    </a:lnTo>
                    <a:lnTo>
                      <a:pt x="705" y="0"/>
                    </a:lnTo>
                    <a:lnTo>
                      <a:pt x="615" y="42"/>
                    </a:lnTo>
                    <a:lnTo>
                      <a:pt x="520" y="66"/>
                    </a:lnTo>
                    <a:lnTo>
                      <a:pt x="412" y="84"/>
                    </a:lnTo>
                    <a:lnTo>
                      <a:pt x="299" y="90"/>
                    </a:lnTo>
                    <a:lnTo>
                      <a:pt x="29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" name=""/>
              <p:cNvSpPr/>
              <p:nvPr/>
            </p:nvSpPr>
            <p:spPr>
              <a:xfrm>
                <a:off x="8470800" y="5800680"/>
                <a:ext cx="227160" cy="541440"/>
              </a:xfrm>
              <a:custGeom>
                <a:avLst/>
                <a:gdLst/>
                <a:ahLst/>
                <a:rect l="l" t="t" r="r" b="b"/>
                <a:pathLst>
                  <a:path w="143" h="341">
                    <a:moveTo>
                      <a:pt x="119" y="114"/>
                    </a:moveTo>
                    <a:lnTo>
                      <a:pt x="113" y="173"/>
                    </a:lnTo>
                    <a:lnTo>
                      <a:pt x="89" y="239"/>
                    </a:lnTo>
                    <a:lnTo>
                      <a:pt x="47" y="293"/>
                    </a:lnTo>
                    <a:lnTo>
                      <a:pt x="0" y="341"/>
                    </a:lnTo>
                    <a:lnTo>
                      <a:pt x="29" y="341"/>
                    </a:lnTo>
                    <a:lnTo>
                      <a:pt x="77" y="287"/>
                    </a:lnTo>
                    <a:lnTo>
                      <a:pt x="113" y="233"/>
                    </a:lnTo>
                    <a:lnTo>
                      <a:pt x="137" y="173"/>
                    </a:lnTo>
                    <a:lnTo>
                      <a:pt x="143" y="114"/>
                    </a:lnTo>
                    <a:lnTo>
                      <a:pt x="137" y="60"/>
                    </a:lnTo>
                    <a:lnTo>
                      <a:pt x="119" y="0"/>
                    </a:lnTo>
                    <a:lnTo>
                      <a:pt x="89" y="0"/>
                    </a:lnTo>
                    <a:lnTo>
                      <a:pt x="113" y="60"/>
                    </a:lnTo>
                    <a:lnTo>
                      <a:pt x="119" y="114"/>
                    </a:lnTo>
                    <a:lnTo>
                      <a:pt x="119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" name=""/>
              <p:cNvSpPr/>
              <p:nvPr/>
            </p:nvSpPr>
            <p:spPr>
              <a:xfrm>
                <a:off x="8034480" y="5753160"/>
                <a:ext cx="131760" cy="142920"/>
              </a:xfrm>
              <a:custGeom>
                <a:avLst/>
                <a:gdLst/>
                <a:ahLst/>
                <a:rect l="l" t="t" r="r" b="b"/>
                <a:pathLst>
                  <a:path w="83" h="90">
                    <a:moveTo>
                      <a:pt x="59" y="90"/>
                    </a:moveTo>
                    <a:lnTo>
                      <a:pt x="83" y="84"/>
                    </a:lnTo>
                    <a:lnTo>
                      <a:pt x="71" y="60"/>
                    </a:lnTo>
                    <a:lnTo>
                      <a:pt x="53" y="42"/>
                    </a:lnTo>
                    <a:lnTo>
                      <a:pt x="6" y="0"/>
                    </a:lnTo>
                    <a:lnTo>
                      <a:pt x="0" y="18"/>
                    </a:lnTo>
                    <a:lnTo>
                      <a:pt x="35" y="48"/>
                    </a:lnTo>
                    <a:lnTo>
                      <a:pt x="59" y="90"/>
                    </a:lnTo>
                    <a:lnTo>
                      <a:pt x="5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" name=""/>
              <p:cNvSpPr/>
              <p:nvPr/>
            </p:nvSpPr>
            <p:spPr>
              <a:xfrm>
                <a:off x="7056360" y="5638680"/>
                <a:ext cx="1138320" cy="684360"/>
              </a:xfrm>
              <a:custGeom>
                <a:avLst/>
                <a:gdLst/>
                <a:ahLst/>
                <a:rect l="l" t="t" r="r" b="b"/>
                <a:pathLst>
                  <a:path w="717" h="431">
                    <a:moveTo>
                      <a:pt x="693" y="216"/>
                    </a:moveTo>
                    <a:lnTo>
                      <a:pt x="687" y="257"/>
                    </a:lnTo>
                    <a:lnTo>
                      <a:pt x="669" y="293"/>
                    </a:lnTo>
                    <a:lnTo>
                      <a:pt x="633" y="329"/>
                    </a:lnTo>
                    <a:lnTo>
                      <a:pt x="598" y="359"/>
                    </a:lnTo>
                    <a:lnTo>
                      <a:pt x="544" y="383"/>
                    </a:lnTo>
                    <a:lnTo>
                      <a:pt x="490" y="401"/>
                    </a:lnTo>
                    <a:lnTo>
                      <a:pt x="424" y="413"/>
                    </a:lnTo>
                    <a:lnTo>
                      <a:pt x="359" y="419"/>
                    </a:lnTo>
                    <a:lnTo>
                      <a:pt x="293" y="413"/>
                    </a:lnTo>
                    <a:lnTo>
                      <a:pt x="227" y="401"/>
                    </a:lnTo>
                    <a:lnTo>
                      <a:pt x="173" y="383"/>
                    </a:lnTo>
                    <a:lnTo>
                      <a:pt x="119" y="359"/>
                    </a:lnTo>
                    <a:lnTo>
                      <a:pt x="84" y="329"/>
                    </a:lnTo>
                    <a:lnTo>
                      <a:pt x="48" y="293"/>
                    </a:lnTo>
                    <a:lnTo>
                      <a:pt x="30" y="257"/>
                    </a:lnTo>
                    <a:lnTo>
                      <a:pt x="24" y="216"/>
                    </a:lnTo>
                    <a:lnTo>
                      <a:pt x="30" y="174"/>
                    </a:lnTo>
                    <a:lnTo>
                      <a:pt x="48" y="138"/>
                    </a:lnTo>
                    <a:lnTo>
                      <a:pt x="84" y="102"/>
                    </a:lnTo>
                    <a:lnTo>
                      <a:pt x="119" y="72"/>
                    </a:lnTo>
                    <a:lnTo>
                      <a:pt x="173" y="48"/>
                    </a:lnTo>
                    <a:lnTo>
                      <a:pt x="227" y="30"/>
                    </a:lnTo>
                    <a:lnTo>
                      <a:pt x="293" y="18"/>
                    </a:lnTo>
                    <a:lnTo>
                      <a:pt x="359" y="12"/>
                    </a:lnTo>
                    <a:lnTo>
                      <a:pt x="418" y="18"/>
                    </a:lnTo>
                    <a:lnTo>
                      <a:pt x="478" y="30"/>
                    </a:lnTo>
                    <a:lnTo>
                      <a:pt x="532" y="48"/>
                    </a:lnTo>
                    <a:lnTo>
                      <a:pt x="580" y="66"/>
                    </a:lnTo>
                    <a:lnTo>
                      <a:pt x="586" y="48"/>
                    </a:lnTo>
                    <a:lnTo>
                      <a:pt x="478" y="12"/>
                    </a:lnTo>
                    <a:lnTo>
                      <a:pt x="418" y="6"/>
                    </a:lnTo>
                    <a:lnTo>
                      <a:pt x="359" y="0"/>
                    </a:lnTo>
                    <a:lnTo>
                      <a:pt x="287" y="6"/>
                    </a:lnTo>
                    <a:lnTo>
                      <a:pt x="221" y="18"/>
                    </a:lnTo>
                    <a:lnTo>
                      <a:pt x="161" y="36"/>
                    </a:lnTo>
                    <a:lnTo>
                      <a:pt x="107" y="66"/>
                    </a:lnTo>
                    <a:lnTo>
                      <a:pt x="60" y="96"/>
                    </a:lnTo>
                    <a:lnTo>
                      <a:pt x="30" y="132"/>
                    </a:lnTo>
                    <a:lnTo>
                      <a:pt x="6" y="174"/>
                    </a:lnTo>
                    <a:lnTo>
                      <a:pt x="0" y="216"/>
                    </a:lnTo>
                    <a:lnTo>
                      <a:pt x="6" y="257"/>
                    </a:lnTo>
                    <a:lnTo>
                      <a:pt x="30" y="299"/>
                    </a:lnTo>
                    <a:lnTo>
                      <a:pt x="60" y="335"/>
                    </a:lnTo>
                    <a:lnTo>
                      <a:pt x="107" y="371"/>
                    </a:lnTo>
                    <a:lnTo>
                      <a:pt x="161" y="395"/>
                    </a:lnTo>
                    <a:lnTo>
                      <a:pt x="221" y="413"/>
                    </a:lnTo>
                    <a:lnTo>
                      <a:pt x="287" y="425"/>
                    </a:lnTo>
                    <a:lnTo>
                      <a:pt x="359" y="431"/>
                    </a:lnTo>
                    <a:lnTo>
                      <a:pt x="430" y="425"/>
                    </a:lnTo>
                    <a:lnTo>
                      <a:pt x="496" y="413"/>
                    </a:lnTo>
                    <a:lnTo>
                      <a:pt x="562" y="395"/>
                    </a:lnTo>
                    <a:lnTo>
                      <a:pt x="610" y="371"/>
                    </a:lnTo>
                    <a:lnTo>
                      <a:pt x="657" y="335"/>
                    </a:lnTo>
                    <a:lnTo>
                      <a:pt x="687" y="299"/>
                    </a:lnTo>
                    <a:lnTo>
                      <a:pt x="711" y="257"/>
                    </a:lnTo>
                    <a:lnTo>
                      <a:pt x="717" y="216"/>
                    </a:lnTo>
                    <a:lnTo>
                      <a:pt x="717" y="204"/>
                    </a:lnTo>
                    <a:lnTo>
                      <a:pt x="711" y="192"/>
                    </a:lnTo>
                    <a:lnTo>
                      <a:pt x="687" y="198"/>
                    </a:lnTo>
                    <a:lnTo>
                      <a:pt x="693" y="210"/>
                    </a:lnTo>
                    <a:lnTo>
                      <a:pt x="693" y="216"/>
                    </a:lnTo>
                    <a:lnTo>
                      <a:pt x="693" y="216"/>
                    </a:lnTo>
                    <a:close/>
                  </a:path>
                </a:pathLst>
              </a:custGeom>
              <a:solidFill>
                <a:srgbClr val="0088e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" name=""/>
              <p:cNvSpPr/>
              <p:nvPr/>
            </p:nvSpPr>
            <p:spPr>
              <a:xfrm>
                <a:off x="6904080" y="5572080"/>
                <a:ext cx="1442880" cy="846360"/>
              </a:xfrm>
              <a:custGeom>
                <a:avLst/>
                <a:gdLst/>
                <a:ahLst/>
                <a:rect l="l" t="t" r="r" b="b"/>
                <a:pathLst>
                  <a:path w="909" h="533">
                    <a:moveTo>
                      <a:pt x="616" y="0"/>
                    </a:moveTo>
                    <a:lnTo>
                      <a:pt x="616" y="18"/>
                    </a:lnTo>
                    <a:lnTo>
                      <a:pt x="724" y="60"/>
                    </a:lnTo>
                    <a:lnTo>
                      <a:pt x="765" y="84"/>
                    </a:lnTo>
                    <a:lnTo>
                      <a:pt x="807" y="114"/>
                    </a:lnTo>
                    <a:lnTo>
                      <a:pt x="837" y="144"/>
                    </a:lnTo>
                    <a:lnTo>
                      <a:pt x="861" y="180"/>
                    </a:lnTo>
                    <a:lnTo>
                      <a:pt x="873" y="216"/>
                    </a:lnTo>
                    <a:lnTo>
                      <a:pt x="879" y="258"/>
                    </a:lnTo>
                    <a:lnTo>
                      <a:pt x="873" y="311"/>
                    </a:lnTo>
                    <a:lnTo>
                      <a:pt x="843" y="359"/>
                    </a:lnTo>
                    <a:lnTo>
                      <a:pt x="807" y="401"/>
                    </a:lnTo>
                    <a:lnTo>
                      <a:pt x="753" y="443"/>
                    </a:lnTo>
                    <a:lnTo>
                      <a:pt x="694" y="473"/>
                    </a:lnTo>
                    <a:lnTo>
                      <a:pt x="622" y="497"/>
                    </a:lnTo>
                    <a:lnTo>
                      <a:pt x="538" y="509"/>
                    </a:lnTo>
                    <a:lnTo>
                      <a:pt x="455" y="515"/>
                    </a:lnTo>
                    <a:lnTo>
                      <a:pt x="371" y="509"/>
                    </a:lnTo>
                    <a:lnTo>
                      <a:pt x="287" y="497"/>
                    </a:lnTo>
                    <a:lnTo>
                      <a:pt x="215" y="473"/>
                    </a:lnTo>
                    <a:lnTo>
                      <a:pt x="156" y="443"/>
                    </a:lnTo>
                    <a:lnTo>
                      <a:pt x="102" y="401"/>
                    </a:lnTo>
                    <a:lnTo>
                      <a:pt x="66" y="359"/>
                    </a:lnTo>
                    <a:lnTo>
                      <a:pt x="36" y="311"/>
                    </a:lnTo>
                    <a:lnTo>
                      <a:pt x="30" y="258"/>
                    </a:lnTo>
                    <a:lnTo>
                      <a:pt x="36" y="222"/>
                    </a:lnTo>
                    <a:lnTo>
                      <a:pt x="48" y="186"/>
                    </a:lnTo>
                    <a:lnTo>
                      <a:pt x="66" y="156"/>
                    </a:lnTo>
                    <a:lnTo>
                      <a:pt x="90" y="126"/>
                    </a:lnTo>
                    <a:lnTo>
                      <a:pt x="66" y="114"/>
                    </a:lnTo>
                    <a:lnTo>
                      <a:pt x="36" y="144"/>
                    </a:lnTo>
                    <a:lnTo>
                      <a:pt x="18" y="180"/>
                    </a:lnTo>
                    <a:lnTo>
                      <a:pt x="6" y="216"/>
                    </a:lnTo>
                    <a:lnTo>
                      <a:pt x="0" y="258"/>
                    </a:lnTo>
                    <a:lnTo>
                      <a:pt x="12" y="311"/>
                    </a:lnTo>
                    <a:lnTo>
                      <a:pt x="36" y="365"/>
                    </a:lnTo>
                    <a:lnTo>
                      <a:pt x="78" y="413"/>
                    </a:lnTo>
                    <a:lnTo>
                      <a:pt x="132" y="449"/>
                    </a:lnTo>
                    <a:lnTo>
                      <a:pt x="203" y="485"/>
                    </a:lnTo>
                    <a:lnTo>
                      <a:pt x="275" y="509"/>
                    </a:lnTo>
                    <a:lnTo>
                      <a:pt x="365" y="527"/>
                    </a:lnTo>
                    <a:lnTo>
                      <a:pt x="455" y="533"/>
                    </a:lnTo>
                    <a:lnTo>
                      <a:pt x="544" y="527"/>
                    </a:lnTo>
                    <a:lnTo>
                      <a:pt x="634" y="509"/>
                    </a:lnTo>
                    <a:lnTo>
                      <a:pt x="712" y="485"/>
                    </a:lnTo>
                    <a:lnTo>
                      <a:pt x="777" y="449"/>
                    </a:lnTo>
                    <a:lnTo>
                      <a:pt x="831" y="413"/>
                    </a:lnTo>
                    <a:lnTo>
                      <a:pt x="873" y="365"/>
                    </a:lnTo>
                    <a:lnTo>
                      <a:pt x="897" y="311"/>
                    </a:lnTo>
                    <a:lnTo>
                      <a:pt x="909" y="258"/>
                    </a:lnTo>
                    <a:lnTo>
                      <a:pt x="903" y="216"/>
                    </a:lnTo>
                    <a:lnTo>
                      <a:pt x="885" y="174"/>
                    </a:lnTo>
                    <a:lnTo>
                      <a:pt x="861" y="132"/>
                    </a:lnTo>
                    <a:lnTo>
                      <a:pt x="825" y="102"/>
                    </a:lnTo>
                    <a:lnTo>
                      <a:pt x="783" y="66"/>
                    </a:lnTo>
                    <a:lnTo>
                      <a:pt x="735" y="42"/>
                    </a:lnTo>
                    <a:lnTo>
                      <a:pt x="616" y="0"/>
                    </a:lnTo>
                    <a:lnTo>
                      <a:pt x="61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78be3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" name=""/>
              <p:cNvSpPr/>
              <p:nvPr/>
            </p:nvSpPr>
            <p:spPr>
              <a:xfrm>
                <a:off x="7245360" y="5543640"/>
                <a:ext cx="579600" cy="104760"/>
              </a:xfrm>
              <a:custGeom>
                <a:avLst/>
                <a:gdLst/>
                <a:ahLst/>
                <a:rect l="l" t="t" r="r" b="b"/>
                <a:pathLst>
                  <a:path w="365" h="66">
                    <a:moveTo>
                      <a:pt x="240" y="18"/>
                    </a:moveTo>
                    <a:lnTo>
                      <a:pt x="299" y="24"/>
                    </a:lnTo>
                    <a:lnTo>
                      <a:pt x="359" y="30"/>
                    </a:lnTo>
                    <a:lnTo>
                      <a:pt x="365" y="12"/>
                    </a:lnTo>
                    <a:lnTo>
                      <a:pt x="305" y="6"/>
                    </a:lnTo>
                    <a:lnTo>
                      <a:pt x="240" y="0"/>
                    </a:lnTo>
                    <a:lnTo>
                      <a:pt x="174" y="6"/>
                    </a:lnTo>
                    <a:lnTo>
                      <a:pt x="114" y="12"/>
                    </a:lnTo>
                    <a:lnTo>
                      <a:pt x="0" y="42"/>
                    </a:lnTo>
                    <a:lnTo>
                      <a:pt x="0" y="66"/>
                    </a:lnTo>
                    <a:lnTo>
                      <a:pt x="54" y="48"/>
                    </a:lnTo>
                    <a:lnTo>
                      <a:pt x="114" y="30"/>
                    </a:lnTo>
                    <a:lnTo>
                      <a:pt x="174" y="24"/>
                    </a:lnTo>
                    <a:lnTo>
                      <a:pt x="240" y="18"/>
                    </a:lnTo>
                    <a:lnTo>
                      <a:pt x="240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78be3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" name=""/>
              <p:cNvSpPr/>
              <p:nvPr/>
            </p:nvSpPr>
            <p:spPr>
              <a:xfrm>
                <a:off x="7085160" y="5648400"/>
                <a:ext cx="104760" cy="75960"/>
              </a:xfrm>
              <a:custGeom>
                <a:avLst/>
                <a:gdLst/>
                <a:ahLst/>
                <a:rect l="l" t="t" r="r" b="b"/>
                <a:pathLst>
                  <a:path w="66" h="48">
                    <a:moveTo>
                      <a:pt x="66" y="18"/>
                    </a:moveTo>
                    <a:lnTo>
                      <a:pt x="48" y="0"/>
                    </a:lnTo>
                    <a:lnTo>
                      <a:pt x="24" y="12"/>
                    </a:lnTo>
                    <a:lnTo>
                      <a:pt x="0" y="30"/>
                    </a:lnTo>
                    <a:lnTo>
                      <a:pt x="12" y="48"/>
                    </a:lnTo>
                    <a:lnTo>
                      <a:pt x="42" y="30"/>
                    </a:lnTo>
                    <a:lnTo>
                      <a:pt x="66" y="18"/>
                    </a:lnTo>
                    <a:lnTo>
                      <a:pt x="66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78be3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9160" bIns="2916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" name=""/>
              <p:cNvSpPr/>
              <p:nvPr/>
            </p:nvSpPr>
            <p:spPr>
              <a:xfrm>
                <a:off x="7216920" y="5727600"/>
                <a:ext cx="822240" cy="50652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" name=""/>
              <p:cNvSpPr/>
              <p:nvPr/>
            </p:nvSpPr>
            <p:spPr>
              <a:xfrm>
                <a:off x="7267680" y="5762520"/>
                <a:ext cx="707760" cy="430200"/>
              </a:xfrm>
              <a:prstGeom prst="ellipse">
                <a:avLst/>
              </a:prstGeom>
              <a:gradFill rotWithShape="0">
                <a:gsLst>
                  <a:gs pos="0">
                    <a:srgbClr val="078be3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" name=""/>
              <p:cNvSpPr/>
              <p:nvPr/>
            </p:nvSpPr>
            <p:spPr>
              <a:xfrm>
                <a:off x="7318440" y="5794200"/>
                <a:ext cx="612720" cy="37008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" name=""/>
              <p:cNvSpPr/>
              <p:nvPr/>
            </p:nvSpPr>
            <p:spPr>
              <a:xfrm>
                <a:off x="7388280" y="5838840"/>
                <a:ext cx="473040" cy="280800"/>
              </a:xfrm>
              <a:prstGeom prst="ellipse">
                <a:avLst/>
              </a:prstGeom>
              <a:gradFill rotWithShape="0">
                <a:gsLst>
                  <a:gs pos="0">
                    <a:srgbClr val="007fd5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" name=""/>
              <p:cNvSpPr/>
              <p:nvPr/>
            </p:nvSpPr>
            <p:spPr>
              <a:xfrm>
                <a:off x="7445520" y="5870520"/>
                <a:ext cx="352440" cy="22068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" name=""/>
              <p:cNvSpPr/>
              <p:nvPr/>
            </p:nvSpPr>
            <p:spPr>
              <a:xfrm>
                <a:off x="7521480" y="5918040"/>
                <a:ext cx="200160" cy="128880"/>
              </a:xfrm>
              <a:prstGeom prst="ellipse">
                <a:avLst/>
              </a:prstGeom>
              <a:gradFill rotWithShape="0">
                <a:gsLst>
                  <a:gs pos="0">
                    <a:srgbClr val="0083db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4640" bIns="4464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52" name=""/>
            <p:cNvGrpSpPr/>
            <p:nvPr/>
          </p:nvGrpSpPr>
          <p:grpSpPr>
            <a:xfrm>
              <a:off x="8381880" y="4800600"/>
              <a:ext cx="674640" cy="409680"/>
              <a:chOff x="8381880" y="4800600"/>
              <a:chExt cx="674640" cy="409680"/>
            </a:xfrm>
          </p:grpSpPr>
          <p:sp>
            <p:nvSpPr>
              <p:cNvPr id="53" name=""/>
              <p:cNvSpPr/>
              <p:nvPr/>
            </p:nvSpPr>
            <p:spPr>
              <a:xfrm>
                <a:off x="8381880" y="5057640"/>
                <a:ext cx="608040" cy="152640"/>
              </a:xfrm>
              <a:custGeom>
                <a:avLst/>
                <a:gdLst/>
                <a:ahLst/>
                <a:rect l="l" t="t" r="r" b="b"/>
                <a:pathLst>
                  <a:path w="382" h="96">
                    <a:moveTo>
                      <a:pt x="209" y="96"/>
                    </a:moveTo>
                    <a:lnTo>
                      <a:pt x="143" y="90"/>
                    </a:lnTo>
                    <a:lnTo>
                      <a:pt x="83" y="66"/>
                    </a:lnTo>
                    <a:lnTo>
                      <a:pt x="35" y="36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9" y="42"/>
                    </a:lnTo>
                    <a:lnTo>
                      <a:pt x="77" y="72"/>
                    </a:lnTo>
                    <a:lnTo>
                      <a:pt x="137" y="90"/>
                    </a:lnTo>
                    <a:lnTo>
                      <a:pt x="209" y="96"/>
                    </a:lnTo>
                    <a:lnTo>
                      <a:pt x="263" y="90"/>
                    </a:lnTo>
                    <a:lnTo>
                      <a:pt x="311" y="84"/>
                    </a:lnTo>
                    <a:lnTo>
                      <a:pt x="352" y="66"/>
                    </a:lnTo>
                    <a:lnTo>
                      <a:pt x="382" y="42"/>
                    </a:lnTo>
                    <a:lnTo>
                      <a:pt x="376" y="42"/>
                    </a:lnTo>
                    <a:lnTo>
                      <a:pt x="346" y="66"/>
                    </a:lnTo>
                    <a:lnTo>
                      <a:pt x="305" y="78"/>
                    </a:lnTo>
                    <a:lnTo>
                      <a:pt x="263" y="90"/>
                    </a:lnTo>
                    <a:lnTo>
                      <a:pt x="209" y="96"/>
                    </a:lnTo>
                    <a:lnTo>
                      <a:pt x="209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68a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" name=""/>
              <p:cNvSpPr/>
              <p:nvPr/>
            </p:nvSpPr>
            <p:spPr>
              <a:xfrm>
                <a:off x="8437680" y="4800600"/>
                <a:ext cx="409320" cy="85680"/>
              </a:xfrm>
              <a:custGeom>
                <a:avLst/>
                <a:gdLst/>
                <a:ahLst/>
                <a:rect l="l" t="t" r="r" b="b"/>
                <a:pathLst>
                  <a:path w="258" h="54">
                    <a:moveTo>
                      <a:pt x="174" y="0"/>
                    </a:moveTo>
                    <a:lnTo>
                      <a:pt x="216" y="6"/>
                    </a:lnTo>
                    <a:lnTo>
                      <a:pt x="258" y="12"/>
                    </a:lnTo>
                    <a:lnTo>
                      <a:pt x="252" y="6"/>
                    </a:lnTo>
                    <a:lnTo>
                      <a:pt x="216" y="0"/>
                    </a:lnTo>
                    <a:lnTo>
                      <a:pt x="174" y="0"/>
                    </a:lnTo>
                    <a:lnTo>
                      <a:pt x="120" y="6"/>
                    </a:lnTo>
                    <a:lnTo>
                      <a:pt x="78" y="12"/>
                    </a:lnTo>
                    <a:lnTo>
                      <a:pt x="36" y="30"/>
                    </a:lnTo>
                    <a:lnTo>
                      <a:pt x="0" y="48"/>
                    </a:lnTo>
                    <a:lnTo>
                      <a:pt x="6" y="54"/>
                    </a:lnTo>
                    <a:lnTo>
                      <a:pt x="36" y="36"/>
                    </a:lnTo>
                    <a:lnTo>
                      <a:pt x="78" y="18"/>
                    </a:lnTo>
                    <a:lnTo>
                      <a:pt x="120" y="6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68a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" name=""/>
              <p:cNvSpPr/>
              <p:nvPr/>
            </p:nvSpPr>
            <p:spPr>
              <a:xfrm>
                <a:off x="8961480" y="4867200"/>
                <a:ext cx="95040" cy="247680"/>
              </a:xfrm>
              <a:custGeom>
                <a:avLst/>
                <a:gdLst/>
                <a:ahLst/>
                <a:rect l="l" t="t" r="r" b="b"/>
                <a:pathLst>
                  <a:path w="60" h="156">
                    <a:moveTo>
                      <a:pt x="54" y="90"/>
                    </a:moveTo>
                    <a:lnTo>
                      <a:pt x="48" y="126"/>
                    </a:lnTo>
                    <a:lnTo>
                      <a:pt x="24" y="156"/>
                    </a:lnTo>
                    <a:lnTo>
                      <a:pt x="30" y="156"/>
                    </a:lnTo>
                    <a:lnTo>
                      <a:pt x="54" y="126"/>
                    </a:lnTo>
                    <a:lnTo>
                      <a:pt x="60" y="90"/>
                    </a:lnTo>
                    <a:lnTo>
                      <a:pt x="54" y="66"/>
                    </a:lnTo>
                    <a:lnTo>
                      <a:pt x="48" y="42"/>
                    </a:lnTo>
                    <a:lnTo>
                      <a:pt x="30" y="18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4" y="24"/>
                    </a:lnTo>
                    <a:lnTo>
                      <a:pt x="42" y="42"/>
                    </a:lnTo>
                    <a:lnTo>
                      <a:pt x="48" y="66"/>
                    </a:lnTo>
                    <a:lnTo>
                      <a:pt x="54" y="90"/>
                    </a:lnTo>
                    <a:lnTo>
                      <a:pt x="54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68a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" name=""/>
              <p:cNvSpPr/>
              <p:nvPr/>
            </p:nvSpPr>
            <p:spPr>
              <a:xfrm>
                <a:off x="8532720" y="5153040"/>
                <a:ext cx="304920" cy="28440"/>
              </a:xfrm>
              <a:custGeom>
                <a:avLst/>
                <a:gdLst/>
                <a:ahLst/>
                <a:rect l="l" t="t" r="r" b="b"/>
                <a:pathLst>
                  <a:path w="192" h="18">
                    <a:moveTo>
                      <a:pt x="114" y="12"/>
                    </a:moveTo>
                    <a:lnTo>
                      <a:pt x="72" y="6"/>
                    </a:lnTo>
                    <a:lnTo>
                      <a:pt x="30" y="0"/>
                    </a:lnTo>
                    <a:lnTo>
                      <a:pt x="0" y="0"/>
                    </a:lnTo>
                    <a:lnTo>
                      <a:pt x="54" y="12"/>
                    </a:lnTo>
                    <a:lnTo>
                      <a:pt x="114" y="18"/>
                    </a:lnTo>
                    <a:lnTo>
                      <a:pt x="156" y="18"/>
                    </a:lnTo>
                    <a:lnTo>
                      <a:pt x="192" y="12"/>
                    </a:lnTo>
                    <a:lnTo>
                      <a:pt x="186" y="0"/>
                    </a:lnTo>
                    <a:lnTo>
                      <a:pt x="150" y="6"/>
                    </a:lnTo>
                    <a:lnTo>
                      <a:pt x="114" y="12"/>
                    </a:lnTo>
                    <a:lnTo>
                      <a:pt x="114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68a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" name=""/>
              <p:cNvSpPr/>
              <p:nvPr/>
            </p:nvSpPr>
            <p:spPr>
              <a:xfrm>
                <a:off x="8420040" y="4829040"/>
                <a:ext cx="255600" cy="295560"/>
              </a:xfrm>
              <a:custGeom>
                <a:avLst/>
                <a:gdLst/>
                <a:ahLst/>
                <a:rect l="l" t="t" r="r" b="b"/>
                <a:pathLst>
                  <a:path w="161" h="186">
                    <a:moveTo>
                      <a:pt x="11" y="114"/>
                    </a:moveTo>
                    <a:lnTo>
                      <a:pt x="17" y="96"/>
                    </a:lnTo>
                    <a:lnTo>
                      <a:pt x="23" y="78"/>
                    </a:lnTo>
                    <a:lnTo>
                      <a:pt x="53" y="42"/>
                    </a:lnTo>
                    <a:lnTo>
                      <a:pt x="101" y="18"/>
                    </a:lnTo>
                    <a:lnTo>
                      <a:pt x="155" y="6"/>
                    </a:lnTo>
                    <a:lnTo>
                      <a:pt x="161" y="0"/>
                    </a:lnTo>
                    <a:lnTo>
                      <a:pt x="95" y="12"/>
                    </a:lnTo>
                    <a:lnTo>
                      <a:pt x="47" y="36"/>
                    </a:lnTo>
                    <a:lnTo>
                      <a:pt x="11" y="72"/>
                    </a:lnTo>
                    <a:lnTo>
                      <a:pt x="5" y="90"/>
                    </a:lnTo>
                    <a:lnTo>
                      <a:pt x="0" y="114"/>
                    </a:lnTo>
                    <a:lnTo>
                      <a:pt x="11" y="150"/>
                    </a:lnTo>
                    <a:lnTo>
                      <a:pt x="23" y="168"/>
                    </a:lnTo>
                    <a:lnTo>
                      <a:pt x="41" y="186"/>
                    </a:lnTo>
                    <a:lnTo>
                      <a:pt x="65" y="186"/>
                    </a:lnTo>
                    <a:lnTo>
                      <a:pt x="41" y="168"/>
                    </a:lnTo>
                    <a:lnTo>
                      <a:pt x="23" y="150"/>
                    </a:lnTo>
                    <a:lnTo>
                      <a:pt x="17" y="132"/>
                    </a:lnTo>
                    <a:lnTo>
                      <a:pt x="11" y="114"/>
                    </a:lnTo>
                    <a:lnTo>
                      <a:pt x="11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8ae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" name=""/>
              <p:cNvSpPr/>
              <p:nvPr/>
            </p:nvSpPr>
            <p:spPr>
              <a:xfrm>
                <a:off x="8713800" y="4829040"/>
                <a:ext cx="295200" cy="333360"/>
              </a:xfrm>
              <a:custGeom>
                <a:avLst/>
                <a:gdLst/>
                <a:ahLst/>
                <a:rect l="l" t="t" r="r" b="b"/>
                <a:pathLst>
                  <a:path w="185" h="210">
                    <a:moveTo>
                      <a:pt x="0" y="6"/>
                    </a:moveTo>
                    <a:lnTo>
                      <a:pt x="66" y="12"/>
                    </a:lnTo>
                    <a:lnTo>
                      <a:pt x="119" y="36"/>
                    </a:lnTo>
                    <a:lnTo>
                      <a:pt x="155" y="72"/>
                    </a:lnTo>
                    <a:lnTo>
                      <a:pt x="161" y="90"/>
                    </a:lnTo>
                    <a:lnTo>
                      <a:pt x="167" y="114"/>
                    </a:lnTo>
                    <a:lnTo>
                      <a:pt x="161" y="138"/>
                    </a:lnTo>
                    <a:lnTo>
                      <a:pt x="149" y="162"/>
                    </a:lnTo>
                    <a:lnTo>
                      <a:pt x="119" y="180"/>
                    </a:lnTo>
                    <a:lnTo>
                      <a:pt x="90" y="198"/>
                    </a:lnTo>
                    <a:lnTo>
                      <a:pt x="96" y="210"/>
                    </a:lnTo>
                    <a:lnTo>
                      <a:pt x="131" y="192"/>
                    </a:lnTo>
                    <a:lnTo>
                      <a:pt x="161" y="168"/>
                    </a:lnTo>
                    <a:lnTo>
                      <a:pt x="179" y="144"/>
                    </a:lnTo>
                    <a:lnTo>
                      <a:pt x="185" y="114"/>
                    </a:lnTo>
                    <a:lnTo>
                      <a:pt x="179" y="90"/>
                    </a:lnTo>
                    <a:lnTo>
                      <a:pt x="173" y="66"/>
                    </a:lnTo>
                    <a:lnTo>
                      <a:pt x="155" y="48"/>
                    </a:lnTo>
                    <a:lnTo>
                      <a:pt x="131" y="30"/>
                    </a:lnTo>
                    <a:lnTo>
                      <a:pt x="72" y="6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8ae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" name=""/>
              <p:cNvSpPr/>
              <p:nvPr/>
            </p:nvSpPr>
            <p:spPr>
              <a:xfrm>
                <a:off x="8485200" y="4854600"/>
                <a:ext cx="474480" cy="295200"/>
              </a:xfrm>
              <a:custGeom>
                <a:avLst/>
                <a:gdLst/>
                <a:ahLst/>
                <a:rect l="l" t="t" r="r" b="b"/>
                <a:pathLst>
                  <a:path w="299" h="186">
                    <a:moveTo>
                      <a:pt x="150" y="0"/>
                    </a:moveTo>
                    <a:lnTo>
                      <a:pt x="90" y="6"/>
                    </a:lnTo>
                    <a:lnTo>
                      <a:pt x="42" y="30"/>
                    </a:lnTo>
                    <a:lnTo>
                      <a:pt x="12" y="54"/>
                    </a:lnTo>
                    <a:lnTo>
                      <a:pt x="6" y="72"/>
                    </a:lnTo>
                    <a:lnTo>
                      <a:pt x="0" y="90"/>
                    </a:lnTo>
                    <a:lnTo>
                      <a:pt x="6" y="108"/>
                    </a:lnTo>
                    <a:lnTo>
                      <a:pt x="12" y="126"/>
                    </a:lnTo>
                    <a:lnTo>
                      <a:pt x="42" y="156"/>
                    </a:lnTo>
                    <a:lnTo>
                      <a:pt x="90" y="180"/>
                    </a:lnTo>
                    <a:lnTo>
                      <a:pt x="150" y="186"/>
                    </a:lnTo>
                    <a:lnTo>
                      <a:pt x="209" y="180"/>
                    </a:lnTo>
                    <a:lnTo>
                      <a:pt x="257" y="156"/>
                    </a:lnTo>
                    <a:lnTo>
                      <a:pt x="287" y="126"/>
                    </a:lnTo>
                    <a:lnTo>
                      <a:pt x="299" y="108"/>
                    </a:lnTo>
                    <a:lnTo>
                      <a:pt x="299" y="90"/>
                    </a:lnTo>
                    <a:lnTo>
                      <a:pt x="299" y="72"/>
                    </a:lnTo>
                    <a:lnTo>
                      <a:pt x="287" y="54"/>
                    </a:lnTo>
                    <a:lnTo>
                      <a:pt x="257" y="30"/>
                    </a:lnTo>
                    <a:lnTo>
                      <a:pt x="209" y="6"/>
                    </a:lnTo>
                    <a:lnTo>
                      <a:pt x="150" y="0"/>
                    </a:lnTo>
                    <a:lnTo>
                      <a:pt x="150" y="0"/>
                    </a:lnTo>
                    <a:close/>
                    <a:moveTo>
                      <a:pt x="150" y="180"/>
                    </a:moveTo>
                    <a:lnTo>
                      <a:pt x="96" y="174"/>
                    </a:lnTo>
                    <a:lnTo>
                      <a:pt x="48" y="156"/>
                    </a:lnTo>
                    <a:lnTo>
                      <a:pt x="18" y="126"/>
                    </a:lnTo>
                    <a:lnTo>
                      <a:pt x="12" y="108"/>
                    </a:lnTo>
                    <a:lnTo>
                      <a:pt x="6" y="90"/>
                    </a:lnTo>
                    <a:lnTo>
                      <a:pt x="12" y="72"/>
                    </a:lnTo>
                    <a:lnTo>
                      <a:pt x="18" y="54"/>
                    </a:lnTo>
                    <a:lnTo>
                      <a:pt x="48" y="30"/>
                    </a:lnTo>
                    <a:lnTo>
                      <a:pt x="96" y="12"/>
                    </a:lnTo>
                    <a:lnTo>
                      <a:pt x="150" y="6"/>
                    </a:lnTo>
                    <a:lnTo>
                      <a:pt x="203" y="12"/>
                    </a:lnTo>
                    <a:lnTo>
                      <a:pt x="251" y="30"/>
                    </a:lnTo>
                    <a:lnTo>
                      <a:pt x="281" y="54"/>
                    </a:lnTo>
                    <a:lnTo>
                      <a:pt x="293" y="72"/>
                    </a:lnTo>
                    <a:lnTo>
                      <a:pt x="293" y="90"/>
                    </a:lnTo>
                    <a:lnTo>
                      <a:pt x="293" y="108"/>
                    </a:lnTo>
                    <a:lnTo>
                      <a:pt x="281" y="126"/>
                    </a:lnTo>
                    <a:lnTo>
                      <a:pt x="251" y="156"/>
                    </a:lnTo>
                    <a:lnTo>
                      <a:pt x="203" y="174"/>
                    </a:lnTo>
                    <a:lnTo>
                      <a:pt x="150" y="180"/>
                    </a:lnTo>
                    <a:lnTo>
                      <a:pt x="150" y="1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68a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60" name=""/>
              <p:cNvGrpSpPr/>
              <p:nvPr/>
            </p:nvGrpSpPr>
            <p:grpSpPr>
              <a:xfrm>
                <a:off x="8542440" y="4897440"/>
                <a:ext cx="360360" cy="209520"/>
                <a:chOff x="8542440" y="4897440"/>
                <a:chExt cx="360360" cy="209520"/>
              </a:xfrm>
            </p:grpSpPr>
            <p:sp>
              <p:nvSpPr>
                <p:cNvPr id="61" name=""/>
                <p:cNvSpPr/>
                <p:nvPr/>
              </p:nvSpPr>
              <p:spPr>
                <a:xfrm>
                  <a:off x="8542440" y="4897440"/>
                  <a:ext cx="360360" cy="2095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68ae"/>
                    </a:gs>
                    <a:gs pos="100000">
                      <a:srgbClr val="0088e4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2" name=""/>
                <p:cNvSpPr/>
                <p:nvPr/>
              </p:nvSpPr>
              <p:spPr>
                <a:xfrm>
                  <a:off x="8577360" y="4919760"/>
                  <a:ext cx="288720" cy="16200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88e4"/>
                    </a:gs>
                    <a:gs pos="100000">
                      <a:srgbClr val="0068ae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3" name=""/>
                <p:cNvSpPr/>
                <p:nvPr/>
              </p:nvSpPr>
              <p:spPr>
                <a:xfrm>
                  <a:off x="8621640" y="4935600"/>
                  <a:ext cx="198360" cy="1299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68ae"/>
                    </a:gs>
                    <a:gs pos="100000">
                      <a:srgbClr val="0088e4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pt-BR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4" name=""/>
                <p:cNvSpPr/>
                <p:nvPr/>
              </p:nvSpPr>
              <p:spPr>
                <a:xfrm>
                  <a:off x="8664480" y="4960800"/>
                  <a:ext cx="115920" cy="7488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88e4"/>
                    </a:gs>
                    <a:gs pos="100000">
                      <a:srgbClr val="0068ae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6480" bIns="6480" anchor="t">
                  <a:noAutofit/>
                </a:bodyPr>
                <a:p>
                  <a:endParaRPr b="0" lang="pt-BR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99ff99"/>
              </a:buClr>
              <a:buSzPct val="80000"/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ccecff"/>
              </a:buClr>
              <a:buSzPct val="50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88e4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afe1ff"/>
              </a:buClr>
              <a:buSzPct val="50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99ff99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B48542C-B123-49EC-B402-77CB83176E78}" type="slidenum"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1">
    <p:bg>
      <p:bgPr>
        <a:solidFill>
          <a:srgbClr val="0068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"/>
          <p:cNvGrpSpPr/>
          <p:nvPr/>
        </p:nvGrpSpPr>
        <p:grpSpPr>
          <a:xfrm>
            <a:off x="3240" y="4267080"/>
            <a:ext cx="9140760" cy="2590920"/>
            <a:chOff x="3240" y="4267080"/>
            <a:chExt cx="9140760" cy="2590920"/>
          </a:xfrm>
        </p:grpSpPr>
        <p:sp>
          <p:nvSpPr>
            <p:cNvPr id="71" name=""/>
            <p:cNvSpPr/>
            <p:nvPr/>
          </p:nvSpPr>
          <p:spPr>
            <a:xfrm>
              <a:off x="3240" y="4267080"/>
              <a:ext cx="9140760" cy="2590920"/>
            </a:xfrm>
            <a:custGeom>
              <a:avLst/>
              <a:gdLst/>
              <a:ahLst/>
              <a:rect l="l" t="t" r="r" b="b"/>
              <a:pathLst>
                <a:path w="5740" h="4316">
                  <a:moveTo>
                    <a:pt x="5740" y="4316"/>
                  </a:moveTo>
                  <a:lnTo>
                    <a:pt x="0" y="4316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4316"/>
                  </a:lnTo>
                  <a:lnTo>
                    <a:pt x="5740" y="4316"/>
                  </a:lnTo>
                  <a:close/>
                </a:path>
              </a:pathLst>
            </a:custGeom>
            <a:gradFill rotWithShape="0">
              <a:gsLst>
                <a:gs pos="0">
                  <a:srgbClr val="0068ae"/>
                </a:gs>
                <a:gs pos="100000">
                  <a:srgbClr val="0088e4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2" name=""/>
            <p:cNvGrpSpPr/>
            <p:nvPr/>
          </p:nvGrpSpPr>
          <p:grpSpPr>
            <a:xfrm>
              <a:off x="5600880" y="5897520"/>
              <a:ext cx="1256760" cy="827280"/>
              <a:chOff x="5600880" y="5897520"/>
              <a:chExt cx="1256760" cy="827280"/>
            </a:xfrm>
          </p:grpSpPr>
          <p:sp>
            <p:nvSpPr>
              <p:cNvPr id="73" name=""/>
              <p:cNvSpPr/>
              <p:nvPr/>
            </p:nvSpPr>
            <p:spPr>
              <a:xfrm>
                <a:off x="5852880" y="6048360"/>
                <a:ext cx="844200" cy="51912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bce"/>
                  </a:gs>
                </a:gsLst>
                <a:path path="rect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" name=""/>
              <p:cNvSpPr/>
              <p:nvPr/>
            </p:nvSpPr>
            <p:spPr>
              <a:xfrm>
                <a:off x="5916600" y="6095880"/>
                <a:ext cx="717120" cy="436680"/>
              </a:xfrm>
              <a:prstGeom prst="ellipse">
                <a:avLst/>
              </a:prstGeom>
              <a:gradFill rotWithShape="0">
                <a:gsLst>
                  <a:gs pos="0">
                    <a:srgbClr val="007bce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" name=""/>
              <p:cNvSpPr/>
              <p:nvPr/>
            </p:nvSpPr>
            <p:spPr>
              <a:xfrm>
                <a:off x="6005520" y="6146640"/>
                <a:ext cx="545760" cy="32868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" name=""/>
              <p:cNvSpPr/>
              <p:nvPr/>
            </p:nvSpPr>
            <p:spPr>
              <a:xfrm>
                <a:off x="6068880" y="6184800"/>
                <a:ext cx="415440" cy="252360"/>
              </a:xfrm>
              <a:prstGeom prst="ellipse">
                <a:avLst/>
              </a:prstGeom>
              <a:gradFill rotWithShape="0">
                <a:gsLst>
                  <a:gs pos="0">
                    <a:srgbClr val="0083db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" name=""/>
              <p:cNvSpPr/>
              <p:nvPr/>
            </p:nvSpPr>
            <p:spPr>
              <a:xfrm>
                <a:off x="6122880" y="6226200"/>
                <a:ext cx="304560" cy="16992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" name=""/>
              <p:cNvSpPr/>
              <p:nvPr/>
            </p:nvSpPr>
            <p:spPr>
              <a:xfrm>
                <a:off x="5676840" y="5897520"/>
                <a:ext cx="607680" cy="255600"/>
              </a:xfrm>
              <a:custGeom>
                <a:avLst/>
                <a:gdLst/>
                <a:ahLst/>
                <a:rect l="l" t="t" r="r" b="b"/>
                <a:pathLst>
                  <a:path w="382" h="161">
                    <a:moveTo>
                      <a:pt x="376" y="12"/>
                    </a:moveTo>
                    <a:lnTo>
                      <a:pt x="257" y="24"/>
                    </a:lnTo>
                    <a:lnTo>
                      <a:pt x="149" y="54"/>
                    </a:lnTo>
                    <a:lnTo>
                      <a:pt x="101" y="77"/>
                    </a:lnTo>
                    <a:lnTo>
                      <a:pt x="59" y="101"/>
                    </a:lnTo>
                    <a:lnTo>
                      <a:pt x="24" y="131"/>
                    </a:lnTo>
                    <a:lnTo>
                      <a:pt x="0" y="161"/>
                    </a:lnTo>
                    <a:lnTo>
                      <a:pt x="0" y="137"/>
                    </a:lnTo>
                    <a:lnTo>
                      <a:pt x="29" y="107"/>
                    </a:lnTo>
                    <a:lnTo>
                      <a:pt x="65" y="83"/>
                    </a:lnTo>
                    <a:lnTo>
                      <a:pt x="155" y="36"/>
                    </a:lnTo>
                    <a:lnTo>
                      <a:pt x="257" y="12"/>
                    </a:lnTo>
                    <a:lnTo>
                      <a:pt x="376" y="0"/>
                    </a:lnTo>
                    <a:lnTo>
                      <a:pt x="376" y="0"/>
                    </a:lnTo>
                    <a:lnTo>
                      <a:pt x="382" y="0"/>
                    </a:lnTo>
                    <a:lnTo>
                      <a:pt x="382" y="12"/>
                    </a:lnTo>
                    <a:lnTo>
                      <a:pt x="376" y="12"/>
                    </a:lnTo>
                    <a:lnTo>
                      <a:pt x="376" y="12"/>
                    </a:lnTo>
                    <a:lnTo>
                      <a:pt x="376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7fd5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" name=""/>
              <p:cNvSpPr/>
              <p:nvPr/>
            </p:nvSpPr>
            <p:spPr>
              <a:xfrm>
                <a:off x="5867280" y="6620040"/>
                <a:ext cx="704520" cy="104760"/>
              </a:xfrm>
              <a:custGeom>
                <a:avLst/>
                <a:gdLst/>
                <a:ahLst/>
                <a:rect l="l" t="t" r="r" b="b"/>
                <a:pathLst>
                  <a:path w="443" h="66">
                    <a:moveTo>
                      <a:pt x="257" y="54"/>
                    </a:moveTo>
                    <a:lnTo>
                      <a:pt x="353" y="48"/>
                    </a:lnTo>
                    <a:lnTo>
                      <a:pt x="443" y="24"/>
                    </a:lnTo>
                    <a:lnTo>
                      <a:pt x="443" y="36"/>
                    </a:lnTo>
                    <a:lnTo>
                      <a:pt x="353" y="60"/>
                    </a:lnTo>
                    <a:lnTo>
                      <a:pt x="257" y="66"/>
                    </a:lnTo>
                    <a:lnTo>
                      <a:pt x="186" y="60"/>
                    </a:lnTo>
                    <a:lnTo>
                      <a:pt x="120" y="48"/>
                    </a:lnTo>
                    <a:lnTo>
                      <a:pt x="60" y="36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54" y="24"/>
                    </a:lnTo>
                    <a:lnTo>
                      <a:pt x="120" y="36"/>
                    </a:lnTo>
                    <a:lnTo>
                      <a:pt x="186" y="48"/>
                    </a:lnTo>
                    <a:lnTo>
                      <a:pt x="257" y="54"/>
                    </a:lnTo>
                    <a:lnTo>
                      <a:pt x="257" y="5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2c0"/>
                  </a:gs>
                </a:gsLst>
                <a:lin ang="81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" name=""/>
              <p:cNvSpPr/>
              <p:nvPr/>
            </p:nvSpPr>
            <p:spPr>
              <a:xfrm>
                <a:off x="5600880" y="6200640"/>
                <a:ext cx="141120" cy="343080"/>
              </a:xfrm>
              <a:custGeom>
                <a:avLst/>
                <a:gdLst/>
                <a:ahLst/>
                <a:rect l="l" t="t" r="r" b="b"/>
                <a:pathLst>
                  <a:path w="89" h="216">
                    <a:moveTo>
                      <a:pt x="12" y="66"/>
                    </a:moveTo>
                    <a:lnTo>
                      <a:pt x="18" y="108"/>
                    </a:lnTo>
                    <a:lnTo>
                      <a:pt x="36" y="144"/>
                    </a:lnTo>
                    <a:lnTo>
                      <a:pt x="60" y="180"/>
                    </a:lnTo>
                    <a:lnTo>
                      <a:pt x="89" y="216"/>
                    </a:lnTo>
                    <a:lnTo>
                      <a:pt x="72" y="216"/>
                    </a:lnTo>
                    <a:lnTo>
                      <a:pt x="42" y="180"/>
                    </a:lnTo>
                    <a:lnTo>
                      <a:pt x="18" y="144"/>
                    </a:lnTo>
                    <a:lnTo>
                      <a:pt x="6" y="108"/>
                    </a:lnTo>
                    <a:lnTo>
                      <a:pt x="0" y="66"/>
                    </a:lnTo>
                    <a:lnTo>
                      <a:pt x="0" y="30"/>
                    </a:lnTo>
                    <a:lnTo>
                      <a:pt x="12" y="0"/>
                    </a:lnTo>
                    <a:lnTo>
                      <a:pt x="30" y="0"/>
                    </a:lnTo>
                    <a:lnTo>
                      <a:pt x="18" y="30"/>
                    </a:lnTo>
                    <a:lnTo>
                      <a:pt x="12" y="66"/>
                    </a:lnTo>
                    <a:lnTo>
                      <a:pt x="12" y="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7c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" name=""/>
              <p:cNvSpPr/>
              <p:nvPr/>
            </p:nvSpPr>
            <p:spPr>
              <a:xfrm>
                <a:off x="5667120" y="5945040"/>
                <a:ext cx="1190520" cy="731880"/>
              </a:xfrm>
              <a:custGeom>
                <a:avLst/>
                <a:gdLst/>
                <a:ahLst/>
                <a:rect l="l" t="t" r="r" b="b"/>
                <a:pathLst>
                  <a:path w="747" h="461">
                    <a:moveTo>
                      <a:pt x="382" y="443"/>
                    </a:moveTo>
                    <a:lnTo>
                      <a:pt x="311" y="437"/>
                    </a:lnTo>
                    <a:lnTo>
                      <a:pt x="245" y="425"/>
                    </a:lnTo>
                    <a:lnTo>
                      <a:pt x="185" y="407"/>
                    </a:lnTo>
                    <a:lnTo>
                      <a:pt x="131" y="383"/>
                    </a:lnTo>
                    <a:lnTo>
                      <a:pt x="83" y="347"/>
                    </a:lnTo>
                    <a:lnTo>
                      <a:pt x="53" y="311"/>
                    </a:lnTo>
                    <a:lnTo>
                      <a:pt x="30" y="269"/>
                    </a:lnTo>
                    <a:lnTo>
                      <a:pt x="24" y="227"/>
                    </a:lnTo>
                    <a:lnTo>
                      <a:pt x="30" y="185"/>
                    </a:lnTo>
                    <a:lnTo>
                      <a:pt x="53" y="143"/>
                    </a:lnTo>
                    <a:lnTo>
                      <a:pt x="83" y="107"/>
                    </a:lnTo>
                    <a:lnTo>
                      <a:pt x="131" y="77"/>
                    </a:lnTo>
                    <a:lnTo>
                      <a:pt x="185" y="47"/>
                    </a:lnTo>
                    <a:lnTo>
                      <a:pt x="245" y="30"/>
                    </a:lnTo>
                    <a:lnTo>
                      <a:pt x="311" y="18"/>
                    </a:lnTo>
                    <a:lnTo>
                      <a:pt x="382" y="12"/>
                    </a:lnTo>
                    <a:lnTo>
                      <a:pt x="478" y="18"/>
                    </a:lnTo>
                    <a:lnTo>
                      <a:pt x="562" y="41"/>
                    </a:lnTo>
                    <a:lnTo>
                      <a:pt x="562" y="36"/>
                    </a:lnTo>
                    <a:lnTo>
                      <a:pt x="562" y="30"/>
                    </a:lnTo>
                    <a:lnTo>
                      <a:pt x="478" y="6"/>
                    </a:lnTo>
                    <a:lnTo>
                      <a:pt x="382" y="0"/>
                    </a:lnTo>
                    <a:lnTo>
                      <a:pt x="305" y="6"/>
                    </a:lnTo>
                    <a:lnTo>
                      <a:pt x="233" y="18"/>
                    </a:lnTo>
                    <a:lnTo>
                      <a:pt x="167" y="41"/>
                    </a:lnTo>
                    <a:lnTo>
                      <a:pt x="113" y="65"/>
                    </a:lnTo>
                    <a:lnTo>
                      <a:pt x="65" y="101"/>
                    </a:lnTo>
                    <a:lnTo>
                      <a:pt x="30" y="137"/>
                    </a:lnTo>
                    <a:lnTo>
                      <a:pt x="6" y="179"/>
                    </a:lnTo>
                    <a:lnTo>
                      <a:pt x="0" y="227"/>
                    </a:lnTo>
                    <a:lnTo>
                      <a:pt x="6" y="275"/>
                    </a:lnTo>
                    <a:lnTo>
                      <a:pt x="30" y="317"/>
                    </a:lnTo>
                    <a:lnTo>
                      <a:pt x="65" y="359"/>
                    </a:lnTo>
                    <a:lnTo>
                      <a:pt x="113" y="395"/>
                    </a:lnTo>
                    <a:lnTo>
                      <a:pt x="167" y="419"/>
                    </a:lnTo>
                    <a:lnTo>
                      <a:pt x="233" y="443"/>
                    </a:lnTo>
                    <a:lnTo>
                      <a:pt x="305" y="455"/>
                    </a:lnTo>
                    <a:lnTo>
                      <a:pt x="382" y="461"/>
                    </a:lnTo>
                    <a:lnTo>
                      <a:pt x="448" y="455"/>
                    </a:lnTo>
                    <a:lnTo>
                      <a:pt x="508" y="449"/>
                    </a:lnTo>
                    <a:lnTo>
                      <a:pt x="609" y="413"/>
                    </a:lnTo>
                    <a:lnTo>
                      <a:pt x="657" y="389"/>
                    </a:lnTo>
                    <a:lnTo>
                      <a:pt x="693" y="359"/>
                    </a:lnTo>
                    <a:lnTo>
                      <a:pt x="723" y="329"/>
                    </a:lnTo>
                    <a:lnTo>
                      <a:pt x="747" y="293"/>
                    </a:lnTo>
                    <a:lnTo>
                      <a:pt x="741" y="287"/>
                    </a:lnTo>
                    <a:lnTo>
                      <a:pt x="729" y="281"/>
                    </a:lnTo>
                    <a:lnTo>
                      <a:pt x="711" y="317"/>
                    </a:lnTo>
                    <a:lnTo>
                      <a:pt x="681" y="347"/>
                    </a:lnTo>
                    <a:lnTo>
                      <a:pt x="645" y="377"/>
                    </a:lnTo>
                    <a:lnTo>
                      <a:pt x="604" y="401"/>
                    </a:lnTo>
                    <a:lnTo>
                      <a:pt x="502" y="431"/>
                    </a:lnTo>
                    <a:lnTo>
                      <a:pt x="442" y="443"/>
                    </a:lnTo>
                    <a:lnTo>
                      <a:pt x="382" y="443"/>
                    </a:lnTo>
                    <a:lnTo>
                      <a:pt x="382" y="44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7bce"/>
                  </a:gs>
                  <a:gs pos="100000">
                    <a:srgbClr val="0088e4"/>
                  </a:gs>
                </a:gsLst>
                <a:path path="rect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" name=""/>
              <p:cNvSpPr/>
              <p:nvPr/>
            </p:nvSpPr>
            <p:spPr>
              <a:xfrm>
                <a:off x="6410160" y="5907240"/>
                <a:ext cx="151920" cy="47520"/>
              </a:xfrm>
              <a:custGeom>
                <a:avLst/>
                <a:gdLst/>
                <a:ahLst/>
                <a:rect l="l" t="t" r="r" b="b"/>
                <a:pathLst>
                  <a:path w="96" h="30">
                    <a:moveTo>
                      <a:pt x="0" y="0"/>
                    </a:moveTo>
                    <a:lnTo>
                      <a:pt x="0" y="12"/>
                    </a:lnTo>
                    <a:lnTo>
                      <a:pt x="48" y="18"/>
                    </a:lnTo>
                    <a:lnTo>
                      <a:pt x="96" y="30"/>
                    </a:lnTo>
                    <a:lnTo>
                      <a:pt x="96" y="24"/>
                    </a:lnTo>
                    <a:lnTo>
                      <a:pt x="96" y="18"/>
                    </a:lnTo>
                    <a:lnTo>
                      <a:pt x="48" y="1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77c7"/>
                  </a:gs>
                  <a:gs pos="100000">
                    <a:srgbClr val="0088e4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720" bIns="72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" name=""/>
              <p:cNvSpPr/>
              <p:nvPr/>
            </p:nvSpPr>
            <p:spPr>
              <a:xfrm>
                <a:off x="6208560" y="6267600"/>
                <a:ext cx="132840" cy="83880"/>
              </a:xfrm>
              <a:prstGeom prst="ellipse">
                <a:avLst/>
              </a:prstGeom>
              <a:gradFill rotWithShape="0">
                <a:gsLst>
                  <a:gs pos="0">
                    <a:srgbClr val="007fd5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2600" bIns="126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84" name=""/>
            <p:cNvGrpSpPr/>
            <p:nvPr/>
          </p:nvGrpSpPr>
          <p:grpSpPr>
            <a:xfrm>
              <a:off x="2819520" y="5764320"/>
              <a:ext cx="2581200" cy="1084320"/>
              <a:chOff x="2819520" y="5764320"/>
              <a:chExt cx="2581200" cy="1084320"/>
            </a:xfrm>
          </p:grpSpPr>
          <p:sp>
            <p:nvSpPr>
              <p:cNvPr id="85" name=""/>
              <p:cNvSpPr/>
              <p:nvPr/>
            </p:nvSpPr>
            <p:spPr>
              <a:xfrm>
                <a:off x="3600360" y="6245280"/>
                <a:ext cx="1013040" cy="59832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7c7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" name=""/>
              <p:cNvSpPr/>
              <p:nvPr/>
            </p:nvSpPr>
            <p:spPr>
              <a:xfrm>
                <a:off x="3673440" y="6283440"/>
                <a:ext cx="862200" cy="527040"/>
              </a:xfrm>
              <a:prstGeom prst="ellipse">
                <a:avLst/>
              </a:prstGeom>
              <a:gradFill rotWithShape="0">
                <a:gsLst>
                  <a:gs pos="0">
                    <a:srgbClr val="0077c7"/>
                  </a:gs>
                  <a:gs pos="100000">
                    <a:srgbClr val="0088e4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" name=""/>
              <p:cNvSpPr/>
              <p:nvPr/>
            </p:nvSpPr>
            <p:spPr>
              <a:xfrm>
                <a:off x="3716280" y="6316560"/>
                <a:ext cx="795240" cy="47484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bce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" name=""/>
              <p:cNvSpPr/>
              <p:nvPr/>
            </p:nvSpPr>
            <p:spPr>
              <a:xfrm>
                <a:off x="3759120" y="6345360"/>
                <a:ext cx="704880" cy="409320"/>
              </a:xfrm>
              <a:prstGeom prst="ellipse">
                <a:avLst/>
              </a:prstGeom>
              <a:gradFill rotWithShape="0">
                <a:gsLst>
                  <a:gs pos="0">
                    <a:srgbClr val="0077c7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" name=""/>
              <p:cNvSpPr/>
              <p:nvPr/>
            </p:nvSpPr>
            <p:spPr>
              <a:xfrm>
                <a:off x="3786120" y="6357960"/>
                <a:ext cx="655560" cy="380880"/>
              </a:xfrm>
              <a:prstGeom prst="ellipse">
                <a:avLst/>
              </a:prstGeom>
              <a:gradFill rotWithShape="0">
                <a:gsLst>
                  <a:gs pos="0">
                    <a:srgbClr val="007fd5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" name=""/>
              <p:cNvSpPr/>
              <p:nvPr/>
            </p:nvSpPr>
            <p:spPr>
              <a:xfrm>
                <a:off x="3868560" y="6391440"/>
                <a:ext cx="486000" cy="304560"/>
              </a:xfrm>
              <a:prstGeom prst="ellipse">
                <a:avLst/>
              </a:prstGeom>
              <a:gradFill rotWithShape="0">
                <a:gsLst>
                  <a:gs pos="0">
                    <a:srgbClr val="0077c7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" name=""/>
              <p:cNvSpPr/>
              <p:nvPr/>
            </p:nvSpPr>
            <p:spPr>
              <a:xfrm>
                <a:off x="3930480" y="6438960"/>
                <a:ext cx="360360" cy="214200"/>
              </a:xfrm>
              <a:prstGeom prst="ellipse">
                <a:avLst/>
              </a:prstGeom>
              <a:gradFill rotWithShape="0">
                <a:gsLst>
                  <a:gs pos="0">
                    <a:srgbClr val="007bce"/>
                  </a:gs>
                  <a:gs pos="100000">
                    <a:srgbClr val="0088e4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" name=""/>
              <p:cNvSpPr/>
              <p:nvPr/>
            </p:nvSpPr>
            <p:spPr>
              <a:xfrm>
                <a:off x="4035600" y="6504120"/>
                <a:ext cx="142560" cy="95040"/>
              </a:xfrm>
              <a:prstGeom prst="ellipse">
                <a:avLst/>
              </a:prstGeom>
              <a:gradFill rotWithShape="0">
                <a:gsLst>
                  <a:gs pos="0">
                    <a:srgbClr val="007bce"/>
                  </a:gs>
                  <a:gs pos="100000">
                    <a:srgbClr val="0088e4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0880" bIns="2088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" name=""/>
              <p:cNvSpPr/>
              <p:nvPr/>
            </p:nvSpPr>
            <p:spPr>
              <a:xfrm>
                <a:off x="4103640" y="6067440"/>
                <a:ext cx="712800" cy="295200"/>
              </a:xfrm>
              <a:custGeom>
                <a:avLst/>
                <a:gdLst/>
                <a:ahLst/>
                <a:rect l="l" t="t" r="r" b="b"/>
                <a:pathLst>
                  <a:path w="448" h="186">
                    <a:moveTo>
                      <a:pt x="6" y="6"/>
                    </a:moveTo>
                    <a:lnTo>
                      <a:pt x="78" y="12"/>
                    </a:lnTo>
                    <a:lnTo>
                      <a:pt x="150" y="18"/>
                    </a:lnTo>
                    <a:lnTo>
                      <a:pt x="215" y="36"/>
                    </a:lnTo>
                    <a:lnTo>
                      <a:pt x="275" y="60"/>
                    </a:lnTo>
                    <a:lnTo>
                      <a:pt x="329" y="84"/>
                    </a:lnTo>
                    <a:lnTo>
                      <a:pt x="377" y="114"/>
                    </a:lnTo>
                    <a:lnTo>
                      <a:pt x="419" y="150"/>
                    </a:lnTo>
                    <a:lnTo>
                      <a:pt x="448" y="186"/>
                    </a:lnTo>
                    <a:lnTo>
                      <a:pt x="448" y="162"/>
                    </a:lnTo>
                    <a:lnTo>
                      <a:pt x="413" y="126"/>
                    </a:lnTo>
                    <a:lnTo>
                      <a:pt x="371" y="96"/>
                    </a:lnTo>
                    <a:lnTo>
                      <a:pt x="323" y="66"/>
                    </a:lnTo>
                    <a:lnTo>
                      <a:pt x="269" y="48"/>
                    </a:lnTo>
                    <a:lnTo>
                      <a:pt x="144" y="12"/>
                    </a:lnTo>
                    <a:lnTo>
                      <a:pt x="78" y="6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6" y="6"/>
                    </a:lnTo>
                    <a:lnTo>
                      <a:pt x="6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7bce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" name=""/>
              <p:cNvSpPr/>
              <p:nvPr/>
            </p:nvSpPr>
            <p:spPr>
              <a:xfrm>
                <a:off x="3400560" y="6114960"/>
                <a:ext cx="1415880" cy="733680"/>
              </a:xfrm>
              <a:custGeom>
                <a:avLst/>
                <a:gdLst/>
                <a:ahLst/>
                <a:rect l="l" t="t" r="r" b="b"/>
                <a:pathLst>
                  <a:path w="890" h="462">
                    <a:moveTo>
                      <a:pt x="23" y="276"/>
                    </a:moveTo>
                    <a:lnTo>
                      <a:pt x="29" y="222"/>
                    </a:lnTo>
                    <a:lnTo>
                      <a:pt x="59" y="174"/>
                    </a:lnTo>
                    <a:lnTo>
                      <a:pt x="95" y="132"/>
                    </a:lnTo>
                    <a:lnTo>
                      <a:pt x="149" y="96"/>
                    </a:lnTo>
                    <a:lnTo>
                      <a:pt x="209" y="60"/>
                    </a:lnTo>
                    <a:lnTo>
                      <a:pt x="281" y="36"/>
                    </a:lnTo>
                    <a:lnTo>
                      <a:pt x="364" y="24"/>
                    </a:lnTo>
                    <a:lnTo>
                      <a:pt x="448" y="18"/>
                    </a:lnTo>
                    <a:lnTo>
                      <a:pt x="532" y="24"/>
                    </a:lnTo>
                    <a:lnTo>
                      <a:pt x="609" y="36"/>
                    </a:lnTo>
                    <a:lnTo>
                      <a:pt x="681" y="60"/>
                    </a:lnTo>
                    <a:lnTo>
                      <a:pt x="741" y="96"/>
                    </a:lnTo>
                    <a:lnTo>
                      <a:pt x="795" y="132"/>
                    </a:lnTo>
                    <a:lnTo>
                      <a:pt x="831" y="174"/>
                    </a:lnTo>
                    <a:lnTo>
                      <a:pt x="861" y="222"/>
                    </a:lnTo>
                    <a:lnTo>
                      <a:pt x="867" y="276"/>
                    </a:lnTo>
                    <a:lnTo>
                      <a:pt x="855" y="330"/>
                    </a:lnTo>
                    <a:lnTo>
                      <a:pt x="831" y="378"/>
                    </a:lnTo>
                    <a:lnTo>
                      <a:pt x="783" y="426"/>
                    </a:lnTo>
                    <a:lnTo>
                      <a:pt x="723" y="462"/>
                    </a:lnTo>
                    <a:lnTo>
                      <a:pt x="765" y="462"/>
                    </a:lnTo>
                    <a:lnTo>
                      <a:pt x="819" y="426"/>
                    </a:lnTo>
                    <a:lnTo>
                      <a:pt x="855" y="378"/>
                    </a:lnTo>
                    <a:lnTo>
                      <a:pt x="884" y="330"/>
                    </a:lnTo>
                    <a:lnTo>
                      <a:pt x="890" y="276"/>
                    </a:lnTo>
                    <a:lnTo>
                      <a:pt x="884" y="222"/>
                    </a:lnTo>
                    <a:lnTo>
                      <a:pt x="855" y="168"/>
                    </a:lnTo>
                    <a:lnTo>
                      <a:pt x="813" y="120"/>
                    </a:lnTo>
                    <a:lnTo>
                      <a:pt x="759" y="84"/>
                    </a:lnTo>
                    <a:lnTo>
                      <a:pt x="693" y="48"/>
                    </a:lnTo>
                    <a:lnTo>
                      <a:pt x="621" y="24"/>
                    </a:lnTo>
                    <a:lnTo>
                      <a:pt x="538" y="6"/>
                    </a:lnTo>
                    <a:lnTo>
                      <a:pt x="448" y="0"/>
                    </a:lnTo>
                    <a:lnTo>
                      <a:pt x="358" y="6"/>
                    </a:lnTo>
                    <a:lnTo>
                      <a:pt x="275" y="24"/>
                    </a:lnTo>
                    <a:lnTo>
                      <a:pt x="197" y="48"/>
                    </a:lnTo>
                    <a:lnTo>
                      <a:pt x="131" y="84"/>
                    </a:lnTo>
                    <a:lnTo>
                      <a:pt x="77" y="120"/>
                    </a:lnTo>
                    <a:lnTo>
                      <a:pt x="35" y="168"/>
                    </a:lnTo>
                    <a:lnTo>
                      <a:pt x="12" y="222"/>
                    </a:lnTo>
                    <a:lnTo>
                      <a:pt x="0" y="276"/>
                    </a:lnTo>
                    <a:lnTo>
                      <a:pt x="6" y="330"/>
                    </a:lnTo>
                    <a:lnTo>
                      <a:pt x="35" y="378"/>
                    </a:lnTo>
                    <a:lnTo>
                      <a:pt x="71" y="426"/>
                    </a:lnTo>
                    <a:lnTo>
                      <a:pt x="125" y="462"/>
                    </a:lnTo>
                    <a:lnTo>
                      <a:pt x="167" y="462"/>
                    </a:lnTo>
                    <a:lnTo>
                      <a:pt x="107" y="426"/>
                    </a:lnTo>
                    <a:lnTo>
                      <a:pt x="59" y="378"/>
                    </a:lnTo>
                    <a:lnTo>
                      <a:pt x="35" y="330"/>
                    </a:lnTo>
                    <a:lnTo>
                      <a:pt x="23" y="276"/>
                    </a:lnTo>
                    <a:lnTo>
                      <a:pt x="23" y="27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72c0"/>
                  </a:gs>
                  <a:gs pos="100000">
                    <a:srgbClr val="0088e4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" name=""/>
              <p:cNvSpPr/>
              <p:nvPr/>
            </p:nvSpPr>
            <p:spPr>
              <a:xfrm>
                <a:off x="3305160" y="6076800"/>
                <a:ext cx="646200" cy="771840"/>
              </a:xfrm>
              <a:custGeom>
                <a:avLst/>
                <a:gdLst/>
                <a:ahLst/>
                <a:rect l="l" t="t" r="r" b="b"/>
                <a:pathLst>
                  <a:path w="406" h="486">
                    <a:moveTo>
                      <a:pt x="18" y="300"/>
                    </a:moveTo>
                    <a:lnTo>
                      <a:pt x="24" y="246"/>
                    </a:lnTo>
                    <a:lnTo>
                      <a:pt x="48" y="198"/>
                    </a:lnTo>
                    <a:lnTo>
                      <a:pt x="83" y="150"/>
                    </a:lnTo>
                    <a:lnTo>
                      <a:pt x="131" y="108"/>
                    </a:lnTo>
                    <a:lnTo>
                      <a:pt x="185" y="72"/>
                    </a:lnTo>
                    <a:lnTo>
                      <a:pt x="251" y="42"/>
                    </a:lnTo>
                    <a:lnTo>
                      <a:pt x="329" y="24"/>
                    </a:lnTo>
                    <a:lnTo>
                      <a:pt x="406" y="6"/>
                    </a:lnTo>
                    <a:lnTo>
                      <a:pt x="406" y="0"/>
                    </a:lnTo>
                    <a:lnTo>
                      <a:pt x="323" y="12"/>
                    </a:lnTo>
                    <a:lnTo>
                      <a:pt x="245" y="36"/>
                    </a:lnTo>
                    <a:lnTo>
                      <a:pt x="179" y="66"/>
                    </a:lnTo>
                    <a:lnTo>
                      <a:pt x="119" y="102"/>
                    </a:lnTo>
                    <a:lnTo>
                      <a:pt x="72" y="144"/>
                    </a:lnTo>
                    <a:lnTo>
                      <a:pt x="30" y="192"/>
                    </a:lnTo>
                    <a:lnTo>
                      <a:pt x="6" y="246"/>
                    </a:lnTo>
                    <a:lnTo>
                      <a:pt x="0" y="300"/>
                    </a:lnTo>
                    <a:lnTo>
                      <a:pt x="6" y="348"/>
                    </a:lnTo>
                    <a:lnTo>
                      <a:pt x="30" y="396"/>
                    </a:lnTo>
                    <a:lnTo>
                      <a:pt x="66" y="444"/>
                    </a:lnTo>
                    <a:lnTo>
                      <a:pt x="107" y="486"/>
                    </a:lnTo>
                    <a:lnTo>
                      <a:pt x="131" y="486"/>
                    </a:lnTo>
                    <a:lnTo>
                      <a:pt x="83" y="450"/>
                    </a:lnTo>
                    <a:lnTo>
                      <a:pt x="48" y="402"/>
                    </a:lnTo>
                    <a:lnTo>
                      <a:pt x="24" y="354"/>
                    </a:lnTo>
                    <a:lnTo>
                      <a:pt x="18" y="300"/>
                    </a:lnTo>
                    <a:lnTo>
                      <a:pt x="18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7bce"/>
                  </a:gs>
                  <a:gs pos="100000">
                    <a:srgbClr val="0088e4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" name=""/>
              <p:cNvSpPr/>
              <p:nvPr/>
            </p:nvSpPr>
            <p:spPr>
              <a:xfrm>
                <a:off x="4741920" y="6419880"/>
                <a:ext cx="171360" cy="399960"/>
              </a:xfrm>
              <a:custGeom>
                <a:avLst/>
                <a:gdLst/>
                <a:ahLst/>
                <a:rect l="l" t="t" r="r" b="b"/>
                <a:pathLst>
                  <a:path w="107" h="252">
                    <a:moveTo>
                      <a:pt x="89" y="84"/>
                    </a:moveTo>
                    <a:lnTo>
                      <a:pt x="83" y="132"/>
                    </a:lnTo>
                    <a:lnTo>
                      <a:pt x="65" y="174"/>
                    </a:lnTo>
                    <a:lnTo>
                      <a:pt x="36" y="216"/>
                    </a:lnTo>
                    <a:lnTo>
                      <a:pt x="0" y="252"/>
                    </a:lnTo>
                    <a:lnTo>
                      <a:pt x="18" y="252"/>
                    </a:lnTo>
                    <a:lnTo>
                      <a:pt x="53" y="216"/>
                    </a:lnTo>
                    <a:lnTo>
                      <a:pt x="83" y="174"/>
                    </a:lnTo>
                    <a:lnTo>
                      <a:pt x="101" y="132"/>
                    </a:lnTo>
                    <a:lnTo>
                      <a:pt x="107" y="84"/>
                    </a:lnTo>
                    <a:lnTo>
                      <a:pt x="101" y="42"/>
                    </a:lnTo>
                    <a:lnTo>
                      <a:pt x="89" y="0"/>
                    </a:lnTo>
                    <a:lnTo>
                      <a:pt x="65" y="0"/>
                    </a:lnTo>
                    <a:lnTo>
                      <a:pt x="83" y="42"/>
                    </a:lnTo>
                    <a:lnTo>
                      <a:pt x="89" y="84"/>
                    </a:lnTo>
                    <a:lnTo>
                      <a:pt x="89" y="8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6fba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" name=""/>
              <p:cNvSpPr/>
              <p:nvPr/>
            </p:nvSpPr>
            <p:spPr>
              <a:xfrm>
                <a:off x="3282840" y="5850000"/>
                <a:ext cx="1325520" cy="237960"/>
              </a:xfrm>
              <a:custGeom>
                <a:avLst/>
                <a:gdLst/>
                <a:ahLst/>
                <a:rect l="l" t="t" r="r" b="b"/>
                <a:pathLst>
                  <a:path w="835" h="150">
                    <a:moveTo>
                      <a:pt x="518" y="18"/>
                    </a:moveTo>
                    <a:lnTo>
                      <a:pt x="597" y="24"/>
                    </a:lnTo>
                    <a:lnTo>
                      <a:pt x="682" y="30"/>
                    </a:lnTo>
                    <a:lnTo>
                      <a:pt x="755" y="42"/>
                    </a:lnTo>
                    <a:lnTo>
                      <a:pt x="828" y="60"/>
                    </a:lnTo>
                    <a:lnTo>
                      <a:pt x="835" y="42"/>
                    </a:lnTo>
                    <a:lnTo>
                      <a:pt x="761" y="24"/>
                    </a:lnTo>
                    <a:lnTo>
                      <a:pt x="688" y="12"/>
                    </a:lnTo>
                    <a:lnTo>
                      <a:pt x="603" y="6"/>
                    </a:lnTo>
                    <a:lnTo>
                      <a:pt x="518" y="0"/>
                    </a:lnTo>
                    <a:lnTo>
                      <a:pt x="372" y="12"/>
                    </a:lnTo>
                    <a:lnTo>
                      <a:pt x="232" y="36"/>
                    </a:lnTo>
                    <a:lnTo>
                      <a:pt x="110" y="78"/>
                    </a:lnTo>
                    <a:lnTo>
                      <a:pt x="0" y="132"/>
                    </a:lnTo>
                    <a:lnTo>
                      <a:pt x="19" y="150"/>
                    </a:lnTo>
                    <a:lnTo>
                      <a:pt x="122" y="96"/>
                    </a:lnTo>
                    <a:lnTo>
                      <a:pt x="244" y="54"/>
                    </a:lnTo>
                    <a:lnTo>
                      <a:pt x="378" y="30"/>
                    </a:lnTo>
                    <a:lnTo>
                      <a:pt x="518" y="18"/>
                    </a:lnTo>
                    <a:lnTo>
                      <a:pt x="518" y="18"/>
                    </a:lnTo>
                    <a:close/>
                  </a:path>
                </a:pathLst>
              </a:custGeom>
              <a:solidFill>
                <a:srgbClr val="0088e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" name=""/>
              <p:cNvSpPr/>
              <p:nvPr/>
            </p:nvSpPr>
            <p:spPr>
              <a:xfrm>
                <a:off x="2963880" y="6116760"/>
                <a:ext cx="271440" cy="731880"/>
              </a:xfrm>
              <a:custGeom>
                <a:avLst/>
                <a:gdLst/>
                <a:ahLst/>
                <a:rect l="l" t="t" r="r" b="b"/>
                <a:pathLst>
                  <a:path w="171" h="461">
                    <a:moveTo>
                      <a:pt x="31" y="263"/>
                    </a:moveTo>
                    <a:lnTo>
                      <a:pt x="43" y="191"/>
                    </a:lnTo>
                    <a:lnTo>
                      <a:pt x="67" y="131"/>
                    </a:lnTo>
                    <a:lnTo>
                      <a:pt x="116" y="72"/>
                    </a:lnTo>
                    <a:lnTo>
                      <a:pt x="171" y="18"/>
                    </a:lnTo>
                    <a:lnTo>
                      <a:pt x="153" y="0"/>
                    </a:lnTo>
                    <a:lnTo>
                      <a:pt x="86" y="60"/>
                    </a:lnTo>
                    <a:lnTo>
                      <a:pt x="43" y="120"/>
                    </a:lnTo>
                    <a:lnTo>
                      <a:pt x="13" y="191"/>
                    </a:lnTo>
                    <a:lnTo>
                      <a:pt x="0" y="263"/>
                    </a:lnTo>
                    <a:lnTo>
                      <a:pt x="6" y="317"/>
                    </a:lnTo>
                    <a:lnTo>
                      <a:pt x="25" y="365"/>
                    </a:lnTo>
                    <a:lnTo>
                      <a:pt x="49" y="413"/>
                    </a:lnTo>
                    <a:lnTo>
                      <a:pt x="86" y="461"/>
                    </a:lnTo>
                    <a:lnTo>
                      <a:pt x="122" y="461"/>
                    </a:lnTo>
                    <a:lnTo>
                      <a:pt x="86" y="413"/>
                    </a:lnTo>
                    <a:lnTo>
                      <a:pt x="55" y="365"/>
                    </a:lnTo>
                    <a:lnTo>
                      <a:pt x="37" y="317"/>
                    </a:lnTo>
                    <a:lnTo>
                      <a:pt x="31" y="263"/>
                    </a:lnTo>
                    <a:lnTo>
                      <a:pt x="31" y="263"/>
                    </a:lnTo>
                    <a:close/>
                  </a:path>
                </a:pathLst>
              </a:custGeom>
              <a:solidFill>
                <a:srgbClr val="0088e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" name=""/>
              <p:cNvSpPr/>
              <p:nvPr/>
            </p:nvSpPr>
            <p:spPr>
              <a:xfrm>
                <a:off x="4684680" y="5954760"/>
                <a:ext cx="571680" cy="893880"/>
              </a:xfrm>
              <a:custGeom>
                <a:avLst/>
                <a:gdLst/>
                <a:ahLst/>
                <a:rect l="l" t="t" r="r" b="b"/>
                <a:pathLst>
                  <a:path w="360" h="563">
                    <a:moveTo>
                      <a:pt x="360" y="365"/>
                    </a:moveTo>
                    <a:lnTo>
                      <a:pt x="353" y="305"/>
                    </a:lnTo>
                    <a:lnTo>
                      <a:pt x="335" y="251"/>
                    </a:lnTo>
                    <a:lnTo>
                      <a:pt x="305" y="204"/>
                    </a:lnTo>
                    <a:lnTo>
                      <a:pt x="262" y="156"/>
                    </a:lnTo>
                    <a:lnTo>
                      <a:pt x="213" y="108"/>
                    </a:lnTo>
                    <a:lnTo>
                      <a:pt x="159" y="66"/>
                    </a:lnTo>
                    <a:lnTo>
                      <a:pt x="92" y="30"/>
                    </a:lnTo>
                    <a:lnTo>
                      <a:pt x="19" y="0"/>
                    </a:lnTo>
                    <a:lnTo>
                      <a:pt x="0" y="12"/>
                    </a:lnTo>
                    <a:lnTo>
                      <a:pt x="67" y="42"/>
                    </a:lnTo>
                    <a:lnTo>
                      <a:pt x="134" y="78"/>
                    </a:lnTo>
                    <a:lnTo>
                      <a:pt x="189" y="114"/>
                    </a:lnTo>
                    <a:lnTo>
                      <a:pt x="238" y="162"/>
                    </a:lnTo>
                    <a:lnTo>
                      <a:pt x="274" y="210"/>
                    </a:lnTo>
                    <a:lnTo>
                      <a:pt x="299" y="257"/>
                    </a:lnTo>
                    <a:lnTo>
                      <a:pt x="317" y="311"/>
                    </a:lnTo>
                    <a:lnTo>
                      <a:pt x="323" y="365"/>
                    </a:lnTo>
                    <a:lnTo>
                      <a:pt x="317" y="419"/>
                    </a:lnTo>
                    <a:lnTo>
                      <a:pt x="299" y="467"/>
                    </a:lnTo>
                    <a:lnTo>
                      <a:pt x="274" y="515"/>
                    </a:lnTo>
                    <a:lnTo>
                      <a:pt x="238" y="563"/>
                    </a:lnTo>
                    <a:lnTo>
                      <a:pt x="268" y="563"/>
                    </a:lnTo>
                    <a:lnTo>
                      <a:pt x="311" y="515"/>
                    </a:lnTo>
                    <a:lnTo>
                      <a:pt x="335" y="467"/>
                    </a:lnTo>
                    <a:lnTo>
                      <a:pt x="353" y="419"/>
                    </a:lnTo>
                    <a:lnTo>
                      <a:pt x="360" y="365"/>
                    </a:lnTo>
                    <a:lnTo>
                      <a:pt x="360" y="36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7c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" name=""/>
              <p:cNvSpPr/>
              <p:nvPr/>
            </p:nvSpPr>
            <p:spPr>
              <a:xfrm>
                <a:off x="3679920" y="5764320"/>
                <a:ext cx="1711080" cy="674640"/>
              </a:xfrm>
              <a:custGeom>
                <a:avLst/>
                <a:gdLst/>
                <a:ahLst/>
                <a:rect l="l" t="t" r="r" b="b"/>
                <a:pathLst>
                  <a:path w="1078" h="425">
                    <a:moveTo>
                      <a:pt x="1053" y="425"/>
                    </a:moveTo>
                    <a:lnTo>
                      <a:pt x="1078" y="419"/>
                    </a:lnTo>
                    <a:lnTo>
                      <a:pt x="1066" y="377"/>
                    </a:lnTo>
                    <a:lnTo>
                      <a:pt x="1047" y="336"/>
                    </a:lnTo>
                    <a:lnTo>
                      <a:pt x="986" y="252"/>
                    </a:lnTo>
                    <a:lnTo>
                      <a:pt x="907" y="180"/>
                    </a:lnTo>
                    <a:lnTo>
                      <a:pt x="810" y="120"/>
                    </a:lnTo>
                    <a:lnTo>
                      <a:pt x="694" y="72"/>
                    </a:lnTo>
                    <a:lnTo>
                      <a:pt x="560" y="30"/>
                    </a:lnTo>
                    <a:lnTo>
                      <a:pt x="420" y="6"/>
                    </a:lnTo>
                    <a:lnTo>
                      <a:pt x="268" y="0"/>
                    </a:lnTo>
                    <a:lnTo>
                      <a:pt x="134" y="6"/>
                    </a:lnTo>
                    <a:lnTo>
                      <a:pt x="0" y="24"/>
                    </a:lnTo>
                    <a:lnTo>
                      <a:pt x="12" y="36"/>
                    </a:lnTo>
                    <a:lnTo>
                      <a:pt x="134" y="18"/>
                    </a:lnTo>
                    <a:lnTo>
                      <a:pt x="268" y="12"/>
                    </a:lnTo>
                    <a:lnTo>
                      <a:pt x="420" y="18"/>
                    </a:lnTo>
                    <a:lnTo>
                      <a:pt x="554" y="42"/>
                    </a:lnTo>
                    <a:lnTo>
                      <a:pt x="682" y="84"/>
                    </a:lnTo>
                    <a:lnTo>
                      <a:pt x="798" y="132"/>
                    </a:lnTo>
                    <a:lnTo>
                      <a:pt x="895" y="192"/>
                    </a:lnTo>
                    <a:lnTo>
                      <a:pt x="968" y="264"/>
                    </a:lnTo>
                    <a:lnTo>
                      <a:pt x="999" y="300"/>
                    </a:lnTo>
                    <a:lnTo>
                      <a:pt x="1023" y="342"/>
                    </a:lnTo>
                    <a:lnTo>
                      <a:pt x="1041" y="383"/>
                    </a:lnTo>
                    <a:lnTo>
                      <a:pt x="1053" y="425"/>
                    </a:lnTo>
                    <a:lnTo>
                      <a:pt x="1053" y="42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7c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" name=""/>
              <p:cNvSpPr/>
              <p:nvPr/>
            </p:nvSpPr>
            <p:spPr>
              <a:xfrm>
                <a:off x="5245200" y="6477120"/>
                <a:ext cx="155520" cy="371520"/>
              </a:xfrm>
              <a:custGeom>
                <a:avLst/>
                <a:gdLst/>
                <a:ahLst/>
                <a:rect l="l" t="t" r="r" b="b"/>
                <a:pathLst>
                  <a:path w="98" h="234">
                    <a:moveTo>
                      <a:pt x="0" y="234"/>
                    </a:moveTo>
                    <a:lnTo>
                      <a:pt x="25" y="234"/>
                    </a:lnTo>
                    <a:lnTo>
                      <a:pt x="55" y="186"/>
                    </a:lnTo>
                    <a:lnTo>
                      <a:pt x="80" y="138"/>
                    </a:lnTo>
                    <a:lnTo>
                      <a:pt x="92" y="90"/>
                    </a:lnTo>
                    <a:lnTo>
                      <a:pt x="98" y="36"/>
                    </a:lnTo>
                    <a:lnTo>
                      <a:pt x="98" y="0"/>
                    </a:lnTo>
                    <a:lnTo>
                      <a:pt x="74" y="0"/>
                    </a:lnTo>
                    <a:lnTo>
                      <a:pt x="74" y="36"/>
                    </a:lnTo>
                    <a:lnTo>
                      <a:pt x="67" y="90"/>
                    </a:lnTo>
                    <a:lnTo>
                      <a:pt x="55" y="138"/>
                    </a:lnTo>
                    <a:lnTo>
                      <a:pt x="31" y="186"/>
                    </a:lnTo>
                    <a:lnTo>
                      <a:pt x="0" y="234"/>
                    </a:lnTo>
                    <a:lnTo>
                      <a:pt x="0" y="23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7c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" name=""/>
              <p:cNvSpPr/>
              <p:nvPr/>
            </p:nvSpPr>
            <p:spPr>
              <a:xfrm>
                <a:off x="2819520" y="5830920"/>
                <a:ext cx="763560" cy="1017720"/>
              </a:xfrm>
              <a:custGeom>
                <a:avLst/>
                <a:gdLst/>
                <a:ahLst/>
                <a:rect l="l" t="t" r="r" b="b"/>
                <a:pathLst>
                  <a:path w="481" h="641">
                    <a:moveTo>
                      <a:pt x="18" y="443"/>
                    </a:moveTo>
                    <a:lnTo>
                      <a:pt x="24" y="371"/>
                    </a:lnTo>
                    <a:lnTo>
                      <a:pt x="55" y="305"/>
                    </a:lnTo>
                    <a:lnTo>
                      <a:pt x="91" y="246"/>
                    </a:lnTo>
                    <a:lnTo>
                      <a:pt x="146" y="186"/>
                    </a:lnTo>
                    <a:lnTo>
                      <a:pt x="213" y="132"/>
                    </a:lnTo>
                    <a:lnTo>
                      <a:pt x="292" y="84"/>
                    </a:lnTo>
                    <a:lnTo>
                      <a:pt x="384" y="48"/>
                    </a:lnTo>
                    <a:lnTo>
                      <a:pt x="481" y="12"/>
                    </a:lnTo>
                    <a:lnTo>
                      <a:pt x="457" y="0"/>
                    </a:lnTo>
                    <a:lnTo>
                      <a:pt x="359" y="36"/>
                    </a:lnTo>
                    <a:lnTo>
                      <a:pt x="274" y="78"/>
                    </a:lnTo>
                    <a:lnTo>
                      <a:pt x="195" y="126"/>
                    </a:lnTo>
                    <a:lnTo>
                      <a:pt x="128" y="180"/>
                    </a:lnTo>
                    <a:lnTo>
                      <a:pt x="73" y="240"/>
                    </a:lnTo>
                    <a:lnTo>
                      <a:pt x="37" y="305"/>
                    </a:lnTo>
                    <a:lnTo>
                      <a:pt x="6" y="371"/>
                    </a:lnTo>
                    <a:lnTo>
                      <a:pt x="0" y="443"/>
                    </a:lnTo>
                    <a:lnTo>
                      <a:pt x="6" y="497"/>
                    </a:lnTo>
                    <a:lnTo>
                      <a:pt x="18" y="545"/>
                    </a:lnTo>
                    <a:lnTo>
                      <a:pt x="43" y="593"/>
                    </a:lnTo>
                    <a:lnTo>
                      <a:pt x="73" y="641"/>
                    </a:lnTo>
                    <a:lnTo>
                      <a:pt x="97" y="641"/>
                    </a:lnTo>
                    <a:lnTo>
                      <a:pt x="67" y="593"/>
                    </a:lnTo>
                    <a:lnTo>
                      <a:pt x="43" y="545"/>
                    </a:lnTo>
                    <a:lnTo>
                      <a:pt x="24" y="497"/>
                    </a:lnTo>
                    <a:lnTo>
                      <a:pt x="18" y="443"/>
                    </a:lnTo>
                    <a:lnTo>
                      <a:pt x="18" y="443"/>
                    </a:lnTo>
                    <a:close/>
                  </a:path>
                </a:pathLst>
              </a:custGeom>
              <a:solidFill>
                <a:srgbClr val="0088e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03" name=""/>
            <p:cNvGrpSpPr/>
            <p:nvPr/>
          </p:nvGrpSpPr>
          <p:grpSpPr>
            <a:xfrm>
              <a:off x="6553080" y="5334120"/>
              <a:ext cx="2144880" cy="1303200"/>
              <a:chOff x="6553080" y="5334120"/>
              <a:chExt cx="2144880" cy="1303200"/>
            </a:xfrm>
          </p:grpSpPr>
          <p:sp>
            <p:nvSpPr>
              <p:cNvPr id="104" name=""/>
              <p:cNvSpPr/>
              <p:nvPr/>
            </p:nvSpPr>
            <p:spPr>
              <a:xfrm>
                <a:off x="6667560" y="5400720"/>
                <a:ext cx="1906560" cy="1160280"/>
              </a:xfrm>
              <a:custGeom>
                <a:avLst/>
                <a:gdLst/>
                <a:ahLst/>
                <a:rect l="l" t="t" r="r" b="b"/>
                <a:pathLst>
                  <a:path w="1201" h="731">
                    <a:moveTo>
                      <a:pt x="604" y="0"/>
                    </a:moveTo>
                    <a:lnTo>
                      <a:pt x="484" y="6"/>
                    </a:lnTo>
                    <a:lnTo>
                      <a:pt x="370" y="30"/>
                    </a:lnTo>
                    <a:lnTo>
                      <a:pt x="263" y="60"/>
                    </a:lnTo>
                    <a:lnTo>
                      <a:pt x="179" y="108"/>
                    </a:lnTo>
                    <a:lnTo>
                      <a:pt x="101" y="162"/>
                    </a:lnTo>
                    <a:lnTo>
                      <a:pt x="48" y="222"/>
                    </a:lnTo>
                    <a:lnTo>
                      <a:pt x="12" y="294"/>
                    </a:lnTo>
                    <a:lnTo>
                      <a:pt x="6" y="330"/>
                    </a:lnTo>
                    <a:lnTo>
                      <a:pt x="0" y="366"/>
                    </a:lnTo>
                    <a:lnTo>
                      <a:pt x="6" y="401"/>
                    </a:lnTo>
                    <a:lnTo>
                      <a:pt x="12" y="437"/>
                    </a:lnTo>
                    <a:lnTo>
                      <a:pt x="48" y="509"/>
                    </a:lnTo>
                    <a:lnTo>
                      <a:pt x="101" y="569"/>
                    </a:lnTo>
                    <a:lnTo>
                      <a:pt x="179" y="623"/>
                    </a:lnTo>
                    <a:lnTo>
                      <a:pt x="263" y="671"/>
                    </a:lnTo>
                    <a:lnTo>
                      <a:pt x="370" y="701"/>
                    </a:lnTo>
                    <a:lnTo>
                      <a:pt x="484" y="725"/>
                    </a:lnTo>
                    <a:lnTo>
                      <a:pt x="604" y="731"/>
                    </a:lnTo>
                    <a:lnTo>
                      <a:pt x="723" y="725"/>
                    </a:lnTo>
                    <a:lnTo>
                      <a:pt x="837" y="701"/>
                    </a:lnTo>
                    <a:lnTo>
                      <a:pt x="938" y="671"/>
                    </a:lnTo>
                    <a:lnTo>
                      <a:pt x="1028" y="623"/>
                    </a:lnTo>
                    <a:lnTo>
                      <a:pt x="1100" y="569"/>
                    </a:lnTo>
                    <a:lnTo>
                      <a:pt x="1153" y="509"/>
                    </a:lnTo>
                    <a:lnTo>
                      <a:pt x="1189" y="437"/>
                    </a:lnTo>
                    <a:lnTo>
                      <a:pt x="1201" y="401"/>
                    </a:lnTo>
                    <a:lnTo>
                      <a:pt x="1201" y="366"/>
                    </a:lnTo>
                    <a:lnTo>
                      <a:pt x="1201" y="330"/>
                    </a:lnTo>
                    <a:lnTo>
                      <a:pt x="1189" y="294"/>
                    </a:lnTo>
                    <a:lnTo>
                      <a:pt x="1153" y="222"/>
                    </a:lnTo>
                    <a:lnTo>
                      <a:pt x="1100" y="162"/>
                    </a:lnTo>
                    <a:lnTo>
                      <a:pt x="1028" y="108"/>
                    </a:lnTo>
                    <a:lnTo>
                      <a:pt x="938" y="60"/>
                    </a:lnTo>
                    <a:lnTo>
                      <a:pt x="837" y="30"/>
                    </a:lnTo>
                    <a:lnTo>
                      <a:pt x="723" y="6"/>
                    </a:lnTo>
                    <a:lnTo>
                      <a:pt x="604" y="0"/>
                    </a:lnTo>
                    <a:lnTo>
                      <a:pt x="604" y="0"/>
                    </a:lnTo>
                    <a:close/>
                    <a:moveTo>
                      <a:pt x="604" y="707"/>
                    </a:moveTo>
                    <a:lnTo>
                      <a:pt x="490" y="701"/>
                    </a:lnTo>
                    <a:lnTo>
                      <a:pt x="382" y="683"/>
                    </a:lnTo>
                    <a:lnTo>
                      <a:pt x="287" y="647"/>
                    </a:lnTo>
                    <a:lnTo>
                      <a:pt x="203" y="611"/>
                    </a:lnTo>
                    <a:lnTo>
                      <a:pt x="131" y="557"/>
                    </a:lnTo>
                    <a:lnTo>
                      <a:pt x="83" y="497"/>
                    </a:lnTo>
                    <a:lnTo>
                      <a:pt x="48" y="437"/>
                    </a:lnTo>
                    <a:lnTo>
                      <a:pt x="42" y="401"/>
                    </a:lnTo>
                    <a:lnTo>
                      <a:pt x="36" y="366"/>
                    </a:lnTo>
                    <a:lnTo>
                      <a:pt x="42" y="330"/>
                    </a:lnTo>
                    <a:lnTo>
                      <a:pt x="48" y="300"/>
                    </a:lnTo>
                    <a:lnTo>
                      <a:pt x="83" y="234"/>
                    </a:lnTo>
                    <a:lnTo>
                      <a:pt x="131" y="174"/>
                    </a:lnTo>
                    <a:lnTo>
                      <a:pt x="203" y="126"/>
                    </a:lnTo>
                    <a:lnTo>
                      <a:pt x="287" y="84"/>
                    </a:lnTo>
                    <a:lnTo>
                      <a:pt x="382" y="54"/>
                    </a:lnTo>
                    <a:lnTo>
                      <a:pt x="490" y="30"/>
                    </a:lnTo>
                    <a:lnTo>
                      <a:pt x="604" y="24"/>
                    </a:lnTo>
                    <a:lnTo>
                      <a:pt x="717" y="30"/>
                    </a:lnTo>
                    <a:lnTo>
                      <a:pt x="825" y="54"/>
                    </a:lnTo>
                    <a:lnTo>
                      <a:pt x="920" y="84"/>
                    </a:lnTo>
                    <a:lnTo>
                      <a:pt x="1004" y="126"/>
                    </a:lnTo>
                    <a:lnTo>
                      <a:pt x="1070" y="174"/>
                    </a:lnTo>
                    <a:lnTo>
                      <a:pt x="1124" y="234"/>
                    </a:lnTo>
                    <a:lnTo>
                      <a:pt x="1153" y="300"/>
                    </a:lnTo>
                    <a:lnTo>
                      <a:pt x="1165" y="366"/>
                    </a:lnTo>
                    <a:lnTo>
                      <a:pt x="1153" y="437"/>
                    </a:lnTo>
                    <a:lnTo>
                      <a:pt x="1124" y="497"/>
                    </a:lnTo>
                    <a:lnTo>
                      <a:pt x="1070" y="557"/>
                    </a:lnTo>
                    <a:lnTo>
                      <a:pt x="1004" y="611"/>
                    </a:lnTo>
                    <a:lnTo>
                      <a:pt x="920" y="647"/>
                    </a:lnTo>
                    <a:lnTo>
                      <a:pt x="825" y="683"/>
                    </a:lnTo>
                    <a:lnTo>
                      <a:pt x="717" y="701"/>
                    </a:lnTo>
                    <a:lnTo>
                      <a:pt x="604" y="707"/>
                    </a:lnTo>
                    <a:lnTo>
                      <a:pt x="604" y="70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78be3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" name=""/>
              <p:cNvSpPr/>
              <p:nvPr/>
            </p:nvSpPr>
            <p:spPr>
              <a:xfrm>
                <a:off x="6553080" y="5343480"/>
                <a:ext cx="863640" cy="1170000"/>
              </a:xfrm>
              <a:custGeom>
                <a:avLst/>
                <a:gdLst/>
                <a:ahLst/>
                <a:rect l="l" t="t" r="r" b="b"/>
                <a:pathLst>
                  <a:path w="544" h="737">
                    <a:moveTo>
                      <a:pt x="24" y="402"/>
                    </a:moveTo>
                    <a:lnTo>
                      <a:pt x="36" y="330"/>
                    </a:lnTo>
                    <a:lnTo>
                      <a:pt x="66" y="264"/>
                    </a:lnTo>
                    <a:lnTo>
                      <a:pt x="108" y="204"/>
                    </a:lnTo>
                    <a:lnTo>
                      <a:pt x="173" y="150"/>
                    </a:lnTo>
                    <a:lnTo>
                      <a:pt x="251" y="102"/>
                    </a:lnTo>
                    <a:lnTo>
                      <a:pt x="335" y="60"/>
                    </a:lnTo>
                    <a:lnTo>
                      <a:pt x="436" y="30"/>
                    </a:lnTo>
                    <a:lnTo>
                      <a:pt x="544" y="12"/>
                    </a:lnTo>
                    <a:lnTo>
                      <a:pt x="544" y="0"/>
                    </a:lnTo>
                    <a:lnTo>
                      <a:pt x="430" y="18"/>
                    </a:lnTo>
                    <a:lnTo>
                      <a:pt x="329" y="48"/>
                    </a:lnTo>
                    <a:lnTo>
                      <a:pt x="233" y="90"/>
                    </a:lnTo>
                    <a:lnTo>
                      <a:pt x="155" y="138"/>
                    </a:lnTo>
                    <a:lnTo>
                      <a:pt x="90" y="198"/>
                    </a:lnTo>
                    <a:lnTo>
                      <a:pt x="42" y="258"/>
                    </a:lnTo>
                    <a:lnTo>
                      <a:pt x="12" y="330"/>
                    </a:lnTo>
                    <a:lnTo>
                      <a:pt x="0" y="402"/>
                    </a:lnTo>
                    <a:lnTo>
                      <a:pt x="6" y="455"/>
                    </a:lnTo>
                    <a:lnTo>
                      <a:pt x="18" y="503"/>
                    </a:lnTo>
                    <a:lnTo>
                      <a:pt x="42" y="545"/>
                    </a:lnTo>
                    <a:lnTo>
                      <a:pt x="78" y="593"/>
                    </a:lnTo>
                    <a:lnTo>
                      <a:pt x="114" y="635"/>
                    </a:lnTo>
                    <a:lnTo>
                      <a:pt x="161" y="671"/>
                    </a:lnTo>
                    <a:lnTo>
                      <a:pt x="221" y="707"/>
                    </a:lnTo>
                    <a:lnTo>
                      <a:pt x="281" y="737"/>
                    </a:lnTo>
                    <a:lnTo>
                      <a:pt x="323" y="737"/>
                    </a:lnTo>
                    <a:lnTo>
                      <a:pt x="257" y="707"/>
                    </a:lnTo>
                    <a:lnTo>
                      <a:pt x="203" y="671"/>
                    </a:lnTo>
                    <a:lnTo>
                      <a:pt x="149" y="635"/>
                    </a:lnTo>
                    <a:lnTo>
                      <a:pt x="108" y="593"/>
                    </a:lnTo>
                    <a:lnTo>
                      <a:pt x="72" y="551"/>
                    </a:lnTo>
                    <a:lnTo>
                      <a:pt x="48" y="503"/>
                    </a:lnTo>
                    <a:lnTo>
                      <a:pt x="30" y="455"/>
                    </a:lnTo>
                    <a:lnTo>
                      <a:pt x="24" y="402"/>
                    </a:lnTo>
                    <a:lnTo>
                      <a:pt x="24" y="40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78be3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" name=""/>
              <p:cNvSpPr/>
              <p:nvPr/>
            </p:nvSpPr>
            <p:spPr>
              <a:xfrm>
                <a:off x="7607160" y="5334120"/>
                <a:ext cx="966960" cy="399960"/>
              </a:xfrm>
              <a:custGeom>
                <a:avLst/>
                <a:gdLst/>
                <a:ahLst/>
                <a:rect l="l" t="t" r="r" b="b"/>
                <a:pathLst>
                  <a:path w="609" h="252">
                    <a:moveTo>
                      <a:pt x="12" y="12"/>
                    </a:moveTo>
                    <a:lnTo>
                      <a:pt x="113" y="18"/>
                    </a:lnTo>
                    <a:lnTo>
                      <a:pt x="203" y="30"/>
                    </a:lnTo>
                    <a:lnTo>
                      <a:pt x="292" y="48"/>
                    </a:lnTo>
                    <a:lnTo>
                      <a:pt x="376" y="78"/>
                    </a:lnTo>
                    <a:lnTo>
                      <a:pt x="448" y="114"/>
                    </a:lnTo>
                    <a:lnTo>
                      <a:pt x="514" y="156"/>
                    </a:lnTo>
                    <a:lnTo>
                      <a:pt x="567" y="198"/>
                    </a:lnTo>
                    <a:lnTo>
                      <a:pt x="609" y="252"/>
                    </a:lnTo>
                    <a:lnTo>
                      <a:pt x="609" y="216"/>
                    </a:lnTo>
                    <a:lnTo>
                      <a:pt x="561" y="168"/>
                    </a:lnTo>
                    <a:lnTo>
                      <a:pt x="502" y="126"/>
                    </a:lnTo>
                    <a:lnTo>
                      <a:pt x="436" y="90"/>
                    </a:lnTo>
                    <a:lnTo>
                      <a:pt x="364" y="60"/>
                    </a:lnTo>
                    <a:lnTo>
                      <a:pt x="286" y="36"/>
                    </a:lnTo>
                    <a:lnTo>
                      <a:pt x="197" y="18"/>
                    </a:lnTo>
                    <a:lnTo>
                      <a:pt x="107" y="6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12"/>
                    </a:lnTo>
                    <a:lnTo>
                      <a:pt x="12" y="12"/>
                    </a:lnTo>
                    <a:lnTo>
                      <a:pt x="12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e8ee4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" name=""/>
              <p:cNvSpPr/>
              <p:nvPr/>
            </p:nvSpPr>
            <p:spPr>
              <a:xfrm>
                <a:off x="8327880" y="6361200"/>
                <a:ext cx="114480" cy="85680"/>
              </a:xfrm>
              <a:custGeom>
                <a:avLst/>
                <a:gdLst/>
                <a:ahLst/>
                <a:rect l="l" t="t" r="r" b="b"/>
                <a:pathLst>
                  <a:path w="72" h="54">
                    <a:moveTo>
                      <a:pt x="72" y="0"/>
                    </a:moveTo>
                    <a:lnTo>
                      <a:pt x="36" y="30"/>
                    </a:lnTo>
                    <a:lnTo>
                      <a:pt x="0" y="54"/>
                    </a:lnTo>
                    <a:lnTo>
                      <a:pt x="36" y="54"/>
                    </a:lnTo>
                    <a:lnTo>
                      <a:pt x="54" y="42"/>
                    </a:lnTo>
                    <a:lnTo>
                      <a:pt x="72" y="24"/>
                    </a:lnTo>
                    <a:lnTo>
                      <a:pt x="72" y="24"/>
                    </a:lnTo>
                    <a:lnTo>
                      <a:pt x="72" y="0"/>
                    </a:lnTo>
                    <a:lnTo>
                      <a:pt x="7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" name=""/>
              <p:cNvSpPr/>
              <p:nvPr/>
            </p:nvSpPr>
            <p:spPr>
              <a:xfrm>
                <a:off x="7151760" y="6465960"/>
                <a:ext cx="1119240" cy="171360"/>
              </a:xfrm>
              <a:custGeom>
                <a:avLst/>
                <a:gdLst/>
                <a:ahLst/>
                <a:rect l="l" t="t" r="r" b="b"/>
                <a:pathLst>
                  <a:path w="705" h="108">
                    <a:moveTo>
                      <a:pt x="299" y="90"/>
                    </a:moveTo>
                    <a:lnTo>
                      <a:pt x="221" y="90"/>
                    </a:lnTo>
                    <a:lnTo>
                      <a:pt x="143" y="78"/>
                    </a:lnTo>
                    <a:lnTo>
                      <a:pt x="0" y="48"/>
                    </a:lnTo>
                    <a:lnTo>
                      <a:pt x="0" y="66"/>
                    </a:lnTo>
                    <a:lnTo>
                      <a:pt x="143" y="96"/>
                    </a:lnTo>
                    <a:lnTo>
                      <a:pt x="221" y="108"/>
                    </a:lnTo>
                    <a:lnTo>
                      <a:pt x="299" y="108"/>
                    </a:lnTo>
                    <a:lnTo>
                      <a:pt x="412" y="102"/>
                    </a:lnTo>
                    <a:lnTo>
                      <a:pt x="520" y="84"/>
                    </a:lnTo>
                    <a:lnTo>
                      <a:pt x="615" y="60"/>
                    </a:lnTo>
                    <a:lnTo>
                      <a:pt x="705" y="24"/>
                    </a:lnTo>
                    <a:lnTo>
                      <a:pt x="705" y="0"/>
                    </a:lnTo>
                    <a:lnTo>
                      <a:pt x="615" y="42"/>
                    </a:lnTo>
                    <a:lnTo>
                      <a:pt x="520" y="66"/>
                    </a:lnTo>
                    <a:lnTo>
                      <a:pt x="412" y="84"/>
                    </a:lnTo>
                    <a:lnTo>
                      <a:pt x="299" y="90"/>
                    </a:lnTo>
                    <a:lnTo>
                      <a:pt x="29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" name=""/>
              <p:cNvSpPr/>
              <p:nvPr/>
            </p:nvSpPr>
            <p:spPr>
              <a:xfrm>
                <a:off x="8470800" y="5800680"/>
                <a:ext cx="227160" cy="541440"/>
              </a:xfrm>
              <a:custGeom>
                <a:avLst/>
                <a:gdLst/>
                <a:ahLst/>
                <a:rect l="l" t="t" r="r" b="b"/>
                <a:pathLst>
                  <a:path w="143" h="341">
                    <a:moveTo>
                      <a:pt x="119" y="114"/>
                    </a:moveTo>
                    <a:lnTo>
                      <a:pt x="113" y="173"/>
                    </a:lnTo>
                    <a:lnTo>
                      <a:pt x="89" y="239"/>
                    </a:lnTo>
                    <a:lnTo>
                      <a:pt x="47" y="293"/>
                    </a:lnTo>
                    <a:lnTo>
                      <a:pt x="0" y="341"/>
                    </a:lnTo>
                    <a:lnTo>
                      <a:pt x="29" y="341"/>
                    </a:lnTo>
                    <a:lnTo>
                      <a:pt x="77" y="287"/>
                    </a:lnTo>
                    <a:lnTo>
                      <a:pt x="113" y="233"/>
                    </a:lnTo>
                    <a:lnTo>
                      <a:pt x="137" y="173"/>
                    </a:lnTo>
                    <a:lnTo>
                      <a:pt x="143" y="114"/>
                    </a:lnTo>
                    <a:lnTo>
                      <a:pt x="137" y="60"/>
                    </a:lnTo>
                    <a:lnTo>
                      <a:pt x="119" y="0"/>
                    </a:lnTo>
                    <a:lnTo>
                      <a:pt x="89" y="0"/>
                    </a:lnTo>
                    <a:lnTo>
                      <a:pt x="113" y="60"/>
                    </a:lnTo>
                    <a:lnTo>
                      <a:pt x="119" y="114"/>
                    </a:lnTo>
                    <a:lnTo>
                      <a:pt x="119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" name=""/>
              <p:cNvSpPr/>
              <p:nvPr/>
            </p:nvSpPr>
            <p:spPr>
              <a:xfrm>
                <a:off x="8034480" y="5753160"/>
                <a:ext cx="131760" cy="142920"/>
              </a:xfrm>
              <a:custGeom>
                <a:avLst/>
                <a:gdLst/>
                <a:ahLst/>
                <a:rect l="l" t="t" r="r" b="b"/>
                <a:pathLst>
                  <a:path w="83" h="90">
                    <a:moveTo>
                      <a:pt x="59" y="90"/>
                    </a:moveTo>
                    <a:lnTo>
                      <a:pt x="83" y="84"/>
                    </a:lnTo>
                    <a:lnTo>
                      <a:pt x="71" y="60"/>
                    </a:lnTo>
                    <a:lnTo>
                      <a:pt x="53" y="42"/>
                    </a:lnTo>
                    <a:lnTo>
                      <a:pt x="6" y="0"/>
                    </a:lnTo>
                    <a:lnTo>
                      <a:pt x="0" y="18"/>
                    </a:lnTo>
                    <a:lnTo>
                      <a:pt x="35" y="48"/>
                    </a:lnTo>
                    <a:lnTo>
                      <a:pt x="59" y="90"/>
                    </a:lnTo>
                    <a:lnTo>
                      <a:pt x="5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" name=""/>
              <p:cNvSpPr/>
              <p:nvPr/>
            </p:nvSpPr>
            <p:spPr>
              <a:xfrm>
                <a:off x="7056360" y="5638680"/>
                <a:ext cx="1138320" cy="684360"/>
              </a:xfrm>
              <a:custGeom>
                <a:avLst/>
                <a:gdLst/>
                <a:ahLst/>
                <a:rect l="l" t="t" r="r" b="b"/>
                <a:pathLst>
                  <a:path w="717" h="431">
                    <a:moveTo>
                      <a:pt x="693" y="216"/>
                    </a:moveTo>
                    <a:lnTo>
                      <a:pt x="687" y="257"/>
                    </a:lnTo>
                    <a:lnTo>
                      <a:pt x="669" y="293"/>
                    </a:lnTo>
                    <a:lnTo>
                      <a:pt x="633" y="329"/>
                    </a:lnTo>
                    <a:lnTo>
                      <a:pt x="598" y="359"/>
                    </a:lnTo>
                    <a:lnTo>
                      <a:pt x="544" y="383"/>
                    </a:lnTo>
                    <a:lnTo>
                      <a:pt x="490" y="401"/>
                    </a:lnTo>
                    <a:lnTo>
                      <a:pt x="424" y="413"/>
                    </a:lnTo>
                    <a:lnTo>
                      <a:pt x="359" y="419"/>
                    </a:lnTo>
                    <a:lnTo>
                      <a:pt x="293" y="413"/>
                    </a:lnTo>
                    <a:lnTo>
                      <a:pt x="227" y="401"/>
                    </a:lnTo>
                    <a:lnTo>
                      <a:pt x="173" y="383"/>
                    </a:lnTo>
                    <a:lnTo>
                      <a:pt x="119" y="359"/>
                    </a:lnTo>
                    <a:lnTo>
                      <a:pt x="84" y="329"/>
                    </a:lnTo>
                    <a:lnTo>
                      <a:pt x="48" y="293"/>
                    </a:lnTo>
                    <a:lnTo>
                      <a:pt x="30" y="257"/>
                    </a:lnTo>
                    <a:lnTo>
                      <a:pt x="24" y="216"/>
                    </a:lnTo>
                    <a:lnTo>
                      <a:pt x="30" y="174"/>
                    </a:lnTo>
                    <a:lnTo>
                      <a:pt x="48" y="138"/>
                    </a:lnTo>
                    <a:lnTo>
                      <a:pt x="84" y="102"/>
                    </a:lnTo>
                    <a:lnTo>
                      <a:pt x="119" y="72"/>
                    </a:lnTo>
                    <a:lnTo>
                      <a:pt x="173" y="48"/>
                    </a:lnTo>
                    <a:lnTo>
                      <a:pt x="227" y="30"/>
                    </a:lnTo>
                    <a:lnTo>
                      <a:pt x="293" y="18"/>
                    </a:lnTo>
                    <a:lnTo>
                      <a:pt x="359" y="12"/>
                    </a:lnTo>
                    <a:lnTo>
                      <a:pt x="418" y="18"/>
                    </a:lnTo>
                    <a:lnTo>
                      <a:pt x="478" y="30"/>
                    </a:lnTo>
                    <a:lnTo>
                      <a:pt x="532" y="48"/>
                    </a:lnTo>
                    <a:lnTo>
                      <a:pt x="580" y="66"/>
                    </a:lnTo>
                    <a:lnTo>
                      <a:pt x="586" y="48"/>
                    </a:lnTo>
                    <a:lnTo>
                      <a:pt x="478" y="12"/>
                    </a:lnTo>
                    <a:lnTo>
                      <a:pt x="418" y="6"/>
                    </a:lnTo>
                    <a:lnTo>
                      <a:pt x="359" y="0"/>
                    </a:lnTo>
                    <a:lnTo>
                      <a:pt x="287" y="6"/>
                    </a:lnTo>
                    <a:lnTo>
                      <a:pt x="221" y="18"/>
                    </a:lnTo>
                    <a:lnTo>
                      <a:pt x="161" y="36"/>
                    </a:lnTo>
                    <a:lnTo>
                      <a:pt x="107" y="66"/>
                    </a:lnTo>
                    <a:lnTo>
                      <a:pt x="60" y="96"/>
                    </a:lnTo>
                    <a:lnTo>
                      <a:pt x="30" y="132"/>
                    </a:lnTo>
                    <a:lnTo>
                      <a:pt x="6" y="174"/>
                    </a:lnTo>
                    <a:lnTo>
                      <a:pt x="0" y="216"/>
                    </a:lnTo>
                    <a:lnTo>
                      <a:pt x="6" y="257"/>
                    </a:lnTo>
                    <a:lnTo>
                      <a:pt x="30" y="299"/>
                    </a:lnTo>
                    <a:lnTo>
                      <a:pt x="60" y="335"/>
                    </a:lnTo>
                    <a:lnTo>
                      <a:pt x="107" y="371"/>
                    </a:lnTo>
                    <a:lnTo>
                      <a:pt x="161" y="395"/>
                    </a:lnTo>
                    <a:lnTo>
                      <a:pt x="221" y="413"/>
                    </a:lnTo>
                    <a:lnTo>
                      <a:pt x="287" y="425"/>
                    </a:lnTo>
                    <a:lnTo>
                      <a:pt x="359" y="431"/>
                    </a:lnTo>
                    <a:lnTo>
                      <a:pt x="430" y="425"/>
                    </a:lnTo>
                    <a:lnTo>
                      <a:pt x="496" y="413"/>
                    </a:lnTo>
                    <a:lnTo>
                      <a:pt x="562" y="395"/>
                    </a:lnTo>
                    <a:lnTo>
                      <a:pt x="610" y="371"/>
                    </a:lnTo>
                    <a:lnTo>
                      <a:pt x="657" y="335"/>
                    </a:lnTo>
                    <a:lnTo>
                      <a:pt x="687" y="299"/>
                    </a:lnTo>
                    <a:lnTo>
                      <a:pt x="711" y="257"/>
                    </a:lnTo>
                    <a:lnTo>
                      <a:pt x="717" y="216"/>
                    </a:lnTo>
                    <a:lnTo>
                      <a:pt x="717" y="204"/>
                    </a:lnTo>
                    <a:lnTo>
                      <a:pt x="711" y="192"/>
                    </a:lnTo>
                    <a:lnTo>
                      <a:pt x="687" y="198"/>
                    </a:lnTo>
                    <a:lnTo>
                      <a:pt x="693" y="210"/>
                    </a:lnTo>
                    <a:lnTo>
                      <a:pt x="693" y="216"/>
                    </a:lnTo>
                    <a:lnTo>
                      <a:pt x="693" y="216"/>
                    </a:lnTo>
                    <a:close/>
                  </a:path>
                </a:pathLst>
              </a:custGeom>
              <a:solidFill>
                <a:srgbClr val="0088e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" name=""/>
              <p:cNvSpPr/>
              <p:nvPr/>
            </p:nvSpPr>
            <p:spPr>
              <a:xfrm>
                <a:off x="6904080" y="5572080"/>
                <a:ext cx="1442880" cy="846360"/>
              </a:xfrm>
              <a:custGeom>
                <a:avLst/>
                <a:gdLst/>
                <a:ahLst/>
                <a:rect l="l" t="t" r="r" b="b"/>
                <a:pathLst>
                  <a:path w="909" h="533">
                    <a:moveTo>
                      <a:pt x="616" y="0"/>
                    </a:moveTo>
                    <a:lnTo>
                      <a:pt x="616" y="18"/>
                    </a:lnTo>
                    <a:lnTo>
                      <a:pt x="724" y="60"/>
                    </a:lnTo>
                    <a:lnTo>
                      <a:pt x="765" y="84"/>
                    </a:lnTo>
                    <a:lnTo>
                      <a:pt x="807" y="114"/>
                    </a:lnTo>
                    <a:lnTo>
                      <a:pt x="837" y="144"/>
                    </a:lnTo>
                    <a:lnTo>
                      <a:pt x="861" y="180"/>
                    </a:lnTo>
                    <a:lnTo>
                      <a:pt x="873" y="216"/>
                    </a:lnTo>
                    <a:lnTo>
                      <a:pt x="879" y="258"/>
                    </a:lnTo>
                    <a:lnTo>
                      <a:pt x="873" y="311"/>
                    </a:lnTo>
                    <a:lnTo>
                      <a:pt x="843" y="359"/>
                    </a:lnTo>
                    <a:lnTo>
                      <a:pt x="807" y="401"/>
                    </a:lnTo>
                    <a:lnTo>
                      <a:pt x="753" y="443"/>
                    </a:lnTo>
                    <a:lnTo>
                      <a:pt x="694" y="473"/>
                    </a:lnTo>
                    <a:lnTo>
                      <a:pt x="622" y="497"/>
                    </a:lnTo>
                    <a:lnTo>
                      <a:pt x="538" y="509"/>
                    </a:lnTo>
                    <a:lnTo>
                      <a:pt x="455" y="515"/>
                    </a:lnTo>
                    <a:lnTo>
                      <a:pt x="371" y="509"/>
                    </a:lnTo>
                    <a:lnTo>
                      <a:pt x="287" y="497"/>
                    </a:lnTo>
                    <a:lnTo>
                      <a:pt x="215" y="473"/>
                    </a:lnTo>
                    <a:lnTo>
                      <a:pt x="156" y="443"/>
                    </a:lnTo>
                    <a:lnTo>
                      <a:pt x="102" y="401"/>
                    </a:lnTo>
                    <a:lnTo>
                      <a:pt x="66" y="359"/>
                    </a:lnTo>
                    <a:lnTo>
                      <a:pt x="36" y="311"/>
                    </a:lnTo>
                    <a:lnTo>
                      <a:pt x="30" y="258"/>
                    </a:lnTo>
                    <a:lnTo>
                      <a:pt x="36" y="222"/>
                    </a:lnTo>
                    <a:lnTo>
                      <a:pt x="48" y="186"/>
                    </a:lnTo>
                    <a:lnTo>
                      <a:pt x="66" y="156"/>
                    </a:lnTo>
                    <a:lnTo>
                      <a:pt x="90" y="126"/>
                    </a:lnTo>
                    <a:lnTo>
                      <a:pt x="66" y="114"/>
                    </a:lnTo>
                    <a:lnTo>
                      <a:pt x="36" y="144"/>
                    </a:lnTo>
                    <a:lnTo>
                      <a:pt x="18" y="180"/>
                    </a:lnTo>
                    <a:lnTo>
                      <a:pt x="6" y="216"/>
                    </a:lnTo>
                    <a:lnTo>
                      <a:pt x="0" y="258"/>
                    </a:lnTo>
                    <a:lnTo>
                      <a:pt x="12" y="311"/>
                    </a:lnTo>
                    <a:lnTo>
                      <a:pt x="36" y="365"/>
                    </a:lnTo>
                    <a:lnTo>
                      <a:pt x="78" y="413"/>
                    </a:lnTo>
                    <a:lnTo>
                      <a:pt x="132" y="449"/>
                    </a:lnTo>
                    <a:lnTo>
                      <a:pt x="203" y="485"/>
                    </a:lnTo>
                    <a:lnTo>
                      <a:pt x="275" y="509"/>
                    </a:lnTo>
                    <a:lnTo>
                      <a:pt x="365" y="527"/>
                    </a:lnTo>
                    <a:lnTo>
                      <a:pt x="455" y="533"/>
                    </a:lnTo>
                    <a:lnTo>
                      <a:pt x="544" y="527"/>
                    </a:lnTo>
                    <a:lnTo>
                      <a:pt x="634" y="509"/>
                    </a:lnTo>
                    <a:lnTo>
                      <a:pt x="712" y="485"/>
                    </a:lnTo>
                    <a:lnTo>
                      <a:pt x="777" y="449"/>
                    </a:lnTo>
                    <a:lnTo>
                      <a:pt x="831" y="413"/>
                    </a:lnTo>
                    <a:lnTo>
                      <a:pt x="873" y="365"/>
                    </a:lnTo>
                    <a:lnTo>
                      <a:pt x="897" y="311"/>
                    </a:lnTo>
                    <a:lnTo>
                      <a:pt x="909" y="258"/>
                    </a:lnTo>
                    <a:lnTo>
                      <a:pt x="903" y="216"/>
                    </a:lnTo>
                    <a:lnTo>
                      <a:pt x="885" y="174"/>
                    </a:lnTo>
                    <a:lnTo>
                      <a:pt x="861" y="132"/>
                    </a:lnTo>
                    <a:lnTo>
                      <a:pt x="825" y="102"/>
                    </a:lnTo>
                    <a:lnTo>
                      <a:pt x="783" y="66"/>
                    </a:lnTo>
                    <a:lnTo>
                      <a:pt x="735" y="42"/>
                    </a:lnTo>
                    <a:lnTo>
                      <a:pt x="616" y="0"/>
                    </a:lnTo>
                    <a:lnTo>
                      <a:pt x="61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78be3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" name=""/>
              <p:cNvSpPr/>
              <p:nvPr/>
            </p:nvSpPr>
            <p:spPr>
              <a:xfrm>
                <a:off x="7245360" y="5543640"/>
                <a:ext cx="579600" cy="104760"/>
              </a:xfrm>
              <a:custGeom>
                <a:avLst/>
                <a:gdLst/>
                <a:ahLst/>
                <a:rect l="l" t="t" r="r" b="b"/>
                <a:pathLst>
                  <a:path w="365" h="66">
                    <a:moveTo>
                      <a:pt x="240" y="18"/>
                    </a:moveTo>
                    <a:lnTo>
                      <a:pt x="299" y="24"/>
                    </a:lnTo>
                    <a:lnTo>
                      <a:pt x="359" y="30"/>
                    </a:lnTo>
                    <a:lnTo>
                      <a:pt x="365" y="12"/>
                    </a:lnTo>
                    <a:lnTo>
                      <a:pt x="305" y="6"/>
                    </a:lnTo>
                    <a:lnTo>
                      <a:pt x="240" y="0"/>
                    </a:lnTo>
                    <a:lnTo>
                      <a:pt x="174" y="6"/>
                    </a:lnTo>
                    <a:lnTo>
                      <a:pt x="114" y="12"/>
                    </a:lnTo>
                    <a:lnTo>
                      <a:pt x="0" y="42"/>
                    </a:lnTo>
                    <a:lnTo>
                      <a:pt x="0" y="66"/>
                    </a:lnTo>
                    <a:lnTo>
                      <a:pt x="54" y="48"/>
                    </a:lnTo>
                    <a:lnTo>
                      <a:pt x="114" y="30"/>
                    </a:lnTo>
                    <a:lnTo>
                      <a:pt x="174" y="24"/>
                    </a:lnTo>
                    <a:lnTo>
                      <a:pt x="240" y="18"/>
                    </a:lnTo>
                    <a:lnTo>
                      <a:pt x="240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78be3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" name=""/>
              <p:cNvSpPr/>
              <p:nvPr/>
            </p:nvSpPr>
            <p:spPr>
              <a:xfrm>
                <a:off x="7085160" y="5648400"/>
                <a:ext cx="104760" cy="75960"/>
              </a:xfrm>
              <a:custGeom>
                <a:avLst/>
                <a:gdLst/>
                <a:ahLst/>
                <a:rect l="l" t="t" r="r" b="b"/>
                <a:pathLst>
                  <a:path w="66" h="48">
                    <a:moveTo>
                      <a:pt x="66" y="18"/>
                    </a:moveTo>
                    <a:lnTo>
                      <a:pt x="48" y="0"/>
                    </a:lnTo>
                    <a:lnTo>
                      <a:pt x="24" y="12"/>
                    </a:lnTo>
                    <a:lnTo>
                      <a:pt x="0" y="30"/>
                    </a:lnTo>
                    <a:lnTo>
                      <a:pt x="12" y="48"/>
                    </a:lnTo>
                    <a:lnTo>
                      <a:pt x="42" y="30"/>
                    </a:lnTo>
                    <a:lnTo>
                      <a:pt x="66" y="18"/>
                    </a:lnTo>
                    <a:lnTo>
                      <a:pt x="66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78be3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9160" bIns="2916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" name=""/>
              <p:cNvSpPr/>
              <p:nvPr/>
            </p:nvSpPr>
            <p:spPr>
              <a:xfrm>
                <a:off x="7216920" y="5727600"/>
                <a:ext cx="822240" cy="50652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" name=""/>
              <p:cNvSpPr/>
              <p:nvPr/>
            </p:nvSpPr>
            <p:spPr>
              <a:xfrm>
                <a:off x="7267680" y="5762520"/>
                <a:ext cx="707760" cy="430200"/>
              </a:xfrm>
              <a:prstGeom prst="ellipse">
                <a:avLst/>
              </a:prstGeom>
              <a:gradFill rotWithShape="0">
                <a:gsLst>
                  <a:gs pos="0">
                    <a:srgbClr val="078be3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" name=""/>
              <p:cNvSpPr/>
              <p:nvPr/>
            </p:nvSpPr>
            <p:spPr>
              <a:xfrm>
                <a:off x="7318440" y="5794200"/>
                <a:ext cx="612720" cy="37008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" name=""/>
              <p:cNvSpPr/>
              <p:nvPr/>
            </p:nvSpPr>
            <p:spPr>
              <a:xfrm>
                <a:off x="7388280" y="5838840"/>
                <a:ext cx="473040" cy="280800"/>
              </a:xfrm>
              <a:prstGeom prst="ellipse">
                <a:avLst/>
              </a:prstGeom>
              <a:gradFill rotWithShape="0">
                <a:gsLst>
                  <a:gs pos="0">
                    <a:srgbClr val="007fd5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" name=""/>
              <p:cNvSpPr/>
              <p:nvPr/>
            </p:nvSpPr>
            <p:spPr>
              <a:xfrm>
                <a:off x="7445520" y="5870520"/>
                <a:ext cx="352440" cy="22068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" name=""/>
              <p:cNvSpPr/>
              <p:nvPr/>
            </p:nvSpPr>
            <p:spPr>
              <a:xfrm>
                <a:off x="7521480" y="5918040"/>
                <a:ext cx="200160" cy="128880"/>
              </a:xfrm>
              <a:prstGeom prst="ellipse">
                <a:avLst/>
              </a:prstGeom>
              <a:gradFill rotWithShape="0">
                <a:gsLst>
                  <a:gs pos="0">
                    <a:srgbClr val="0083db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4640" bIns="4464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21" name=""/>
            <p:cNvGrpSpPr/>
            <p:nvPr/>
          </p:nvGrpSpPr>
          <p:grpSpPr>
            <a:xfrm>
              <a:off x="8381880" y="4800600"/>
              <a:ext cx="674640" cy="409680"/>
              <a:chOff x="8381880" y="4800600"/>
              <a:chExt cx="674640" cy="409680"/>
            </a:xfrm>
          </p:grpSpPr>
          <p:sp>
            <p:nvSpPr>
              <p:cNvPr id="122" name=""/>
              <p:cNvSpPr/>
              <p:nvPr/>
            </p:nvSpPr>
            <p:spPr>
              <a:xfrm>
                <a:off x="8381880" y="5057640"/>
                <a:ext cx="608040" cy="152640"/>
              </a:xfrm>
              <a:custGeom>
                <a:avLst/>
                <a:gdLst/>
                <a:ahLst/>
                <a:rect l="l" t="t" r="r" b="b"/>
                <a:pathLst>
                  <a:path w="382" h="96">
                    <a:moveTo>
                      <a:pt x="209" y="96"/>
                    </a:moveTo>
                    <a:lnTo>
                      <a:pt x="143" y="90"/>
                    </a:lnTo>
                    <a:lnTo>
                      <a:pt x="83" y="66"/>
                    </a:lnTo>
                    <a:lnTo>
                      <a:pt x="35" y="36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9" y="42"/>
                    </a:lnTo>
                    <a:lnTo>
                      <a:pt x="77" y="72"/>
                    </a:lnTo>
                    <a:lnTo>
                      <a:pt x="137" y="90"/>
                    </a:lnTo>
                    <a:lnTo>
                      <a:pt x="209" y="96"/>
                    </a:lnTo>
                    <a:lnTo>
                      <a:pt x="263" y="90"/>
                    </a:lnTo>
                    <a:lnTo>
                      <a:pt x="311" y="84"/>
                    </a:lnTo>
                    <a:lnTo>
                      <a:pt x="352" y="66"/>
                    </a:lnTo>
                    <a:lnTo>
                      <a:pt x="382" y="42"/>
                    </a:lnTo>
                    <a:lnTo>
                      <a:pt x="376" y="42"/>
                    </a:lnTo>
                    <a:lnTo>
                      <a:pt x="346" y="66"/>
                    </a:lnTo>
                    <a:lnTo>
                      <a:pt x="305" y="78"/>
                    </a:lnTo>
                    <a:lnTo>
                      <a:pt x="263" y="90"/>
                    </a:lnTo>
                    <a:lnTo>
                      <a:pt x="209" y="96"/>
                    </a:lnTo>
                    <a:lnTo>
                      <a:pt x="209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68a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" name=""/>
              <p:cNvSpPr/>
              <p:nvPr/>
            </p:nvSpPr>
            <p:spPr>
              <a:xfrm>
                <a:off x="8437680" y="4800600"/>
                <a:ext cx="409320" cy="85680"/>
              </a:xfrm>
              <a:custGeom>
                <a:avLst/>
                <a:gdLst/>
                <a:ahLst/>
                <a:rect l="l" t="t" r="r" b="b"/>
                <a:pathLst>
                  <a:path w="258" h="54">
                    <a:moveTo>
                      <a:pt x="174" y="0"/>
                    </a:moveTo>
                    <a:lnTo>
                      <a:pt x="216" y="6"/>
                    </a:lnTo>
                    <a:lnTo>
                      <a:pt x="258" y="12"/>
                    </a:lnTo>
                    <a:lnTo>
                      <a:pt x="252" y="6"/>
                    </a:lnTo>
                    <a:lnTo>
                      <a:pt x="216" y="0"/>
                    </a:lnTo>
                    <a:lnTo>
                      <a:pt x="174" y="0"/>
                    </a:lnTo>
                    <a:lnTo>
                      <a:pt x="120" y="6"/>
                    </a:lnTo>
                    <a:lnTo>
                      <a:pt x="78" y="12"/>
                    </a:lnTo>
                    <a:lnTo>
                      <a:pt x="36" y="30"/>
                    </a:lnTo>
                    <a:lnTo>
                      <a:pt x="0" y="48"/>
                    </a:lnTo>
                    <a:lnTo>
                      <a:pt x="6" y="54"/>
                    </a:lnTo>
                    <a:lnTo>
                      <a:pt x="36" y="36"/>
                    </a:lnTo>
                    <a:lnTo>
                      <a:pt x="78" y="18"/>
                    </a:lnTo>
                    <a:lnTo>
                      <a:pt x="120" y="6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68a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" name=""/>
              <p:cNvSpPr/>
              <p:nvPr/>
            </p:nvSpPr>
            <p:spPr>
              <a:xfrm>
                <a:off x="8961480" y="4867200"/>
                <a:ext cx="95040" cy="247680"/>
              </a:xfrm>
              <a:custGeom>
                <a:avLst/>
                <a:gdLst/>
                <a:ahLst/>
                <a:rect l="l" t="t" r="r" b="b"/>
                <a:pathLst>
                  <a:path w="60" h="156">
                    <a:moveTo>
                      <a:pt x="54" y="90"/>
                    </a:moveTo>
                    <a:lnTo>
                      <a:pt x="48" y="126"/>
                    </a:lnTo>
                    <a:lnTo>
                      <a:pt x="24" y="156"/>
                    </a:lnTo>
                    <a:lnTo>
                      <a:pt x="30" y="156"/>
                    </a:lnTo>
                    <a:lnTo>
                      <a:pt x="54" y="126"/>
                    </a:lnTo>
                    <a:lnTo>
                      <a:pt x="60" y="90"/>
                    </a:lnTo>
                    <a:lnTo>
                      <a:pt x="54" y="66"/>
                    </a:lnTo>
                    <a:lnTo>
                      <a:pt x="48" y="42"/>
                    </a:lnTo>
                    <a:lnTo>
                      <a:pt x="30" y="18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4" y="24"/>
                    </a:lnTo>
                    <a:lnTo>
                      <a:pt x="42" y="42"/>
                    </a:lnTo>
                    <a:lnTo>
                      <a:pt x="48" y="66"/>
                    </a:lnTo>
                    <a:lnTo>
                      <a:pt x="54" y="90"/>
                    </a:lnTo>
                    <a:lnTo>
                      <a:pt x="54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68a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" name=""/>
              <p:cNvSpPr/>
              <p:nvPr/>
            </p:nvSpPr>
            <p:spPr>
              <a:xfrm>
                <a:off x="8532720" y="5153040"/>
                <a:ext cx="304920" cy="28440"/>
              </a:xfrm>
              <a:custGeom>
                <a:avLst/>
                <a:gdLst/>
                <a:ahLst/>
                <a:rect l="l" t="t" r="r" b="b"/>
                <a:pathLst>
                  <a:path w="192" h="18">
                    <a:moveTo>
                      <a:pt x="114" y="12"/>
                    </a:moveTo>
                    <a:lnTo>
                      <a:pt x="72" y="6"/>
                    </a:lnTo>
                    <a:lnTo>
                      <a:pt x="30" y="0"/>
                    </a:lnTo>
                    <a:lnTo>
                      <a:pt x="0" y="0"/>
                    </a:lnTo>
                    <a:lnTo>
                      <a:pt x="54" y="12"/>
                    </a:lnTo>
                    <a:lnTo>
                      <a:pt x="114" y="18"/>
                    </a:lnTo>
                    <a:lnTo>
                      <a:pt x="156" y="18"/>
                    </a:lnTo>
                    <a:lnTo>
                      <a:pt x="192" y="12"/>
                    </a:lnTo>
                    <a:lnTo>
                      <a:pt x="186" y="0"/>
                    </a:lnTo>
                    <a:lnTo>
                      <a:pt x="150" y="6"/>
                    </a:lnTo>
                    <a:lnTo>
                      <a:pt x="114" y="12"/>
                    </a:lnTo>
                    <a:lnTo>
                      <a:pt x="114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68a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" name=""/>
              <p:cNvSpPr/>
              <p:nvPr/>
            </p:nvSpPr>
            <p:spPr>
              <a:xfrm>
                <a:off x="8420040" y="4829040"/>
                <a:ext cx="255600" cy="295560"/>
              </a:xfrm>
              <a:custGeom>
                <a:avLst/>
                <a:gdLst/>
                <a:ahLst/>
                <a:rect l="l" t="t" r="r" b="b"/>
                <a:pathLst>
                  <a:path w="161" h="186">
                    <a:moveTo>
                      <a:pt x="11" y="114"/>
                    </a:moveTo>
                    <a:lnTo>
                      <a:pt x="17" y="96"/>
                    </a:lnTo>
                    <a:lnTo>
                      <a:pt x="23" y="78"/>
                    </a:lnTo>
                    <a:lnTo>
                      <a:pt x="53" y="42"/>
                    </a:lnTo>
                    <a:lnTo>
                      <a:pt x="101" y="18"/>
                    </a:lnTo>
                    <a:lnTo>
                      <a:pt x="155" y="6"/>
                    </a:lnTo>
                    <a:lnTo>
                      <a:pt x="161" y="0"/>
                    </a:lnTo>
                    <a:lnTo>
                      <a:pt x="95" y="12"/>
                    </a:lnTo>
                    <a:lnTo>
                      <a:pt x="47" y="36"/>
                    </a:lnTo>
                    <a:lnTo>
                      <a:pt x="11" y="72"/>
                    </a:lnTo>
                    <a:lnTo>
                      <a:pt x="5" y="90"/>
                    </a:lnTo>
                    <a:lnTo>
                      <a:pt x="0" y="114"/>
                    </a:lnTo>
                    <a:lnTo>
                      <a:pt x="11" y="150"/>
                    </a:lnTo>
                    <a:lnTo>
                      <a:pt x="23" y="168"/>
                    </a:lnTo>
                    <a:lnTo>
                      <a:pt x="41" y="186"/>
                    </a:lnTo>
                    <a:lnTo>
                      <a:pt x="65" y="186"/>
                    </a:lnTo>
                    <a:lnTo>
                      <a:pt x="41" y="168"/>
                    </a:lnTo>
                    <a:lnTo>
                      <a:pt x="23" y="150"/>
                    </a:lnTo>
                    <a:lnTo>
                      <a:pt x="17" y="132"/>
                    </a:lnTo>
                    <a:lnTo>
                      <a:pt x="11" y="114"/>
                    </a:lnTo>
                    <a:lnTo>
                      <a:pt x="11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8ae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" name=""/>
              <p:cNvSpPr/>
              <p:nvPr/>
            </p:nvSpPr>
            <p:spPr>
              <a:xfrm>
                <a:off x="8713800" y="4829040"/>
                <a:ext cx="295200" cy="333360"/>
              </a:xfrm>
              <a:custGeom>
                <a:avLst/>
                <a:gdLst/>
                <a:ahLst/>
                <a:rect l="l" t="t" r="r" b="b"/>
                <a:pathLst>
                  <a:path w="185" h="210">
                    <a:moveTo>
                      <a:pt x="0" y="6"/>
                    </a:moveTo>
                    <a:lnTo>
                      <a:pt x="66" y="12"/>
                    </a:lnTo>
                    <a:lnTo>
                      <a:pt x="119" y="36"/>
                    </a:lnTo>
                    <a:lnTo>
                      <a:pt x="155" y="72"/>
                    </a:lnTo>
                    <a:lnTo>
                      <a:pt x="161" y="90"/>
                    </a:lnTo>
                    <a:lnTo>
                      <a:pt x="167" y="114"/>
                    </a:lnTo>
                    <a:lnTo>
                      <a:pt x="161" y="138"/>
                    </a:lnTo>
                    <a:lnTo>
                      <a:pt x="149" y="162"/>
                    </a:lnTo>
                    <a:lnTo>
                      <a:pt x="119" y="180"/>
                    </a:lnTo>
                    <a:lnTo>
                      <a:pt x="90" y="198"/>
                    </a:lnTo>
                    <a:lnTo>
                      <a:pt x="96" y="210"/>
                    </a:lnTo>
                    <a:lnTo>
                      <a:pt x="131" y="192"/>
                    </a:lnTo>
                    <a:lnTo>
                      <a:pt x="161" y="168"/>
                    </a:lnTo>
                    <a:lnTo>
                      <a:pt x="179" y="144"/>
                    </a:lnTo>
                    <a:lnTo>
                      <a:pt x="185" y="114"/>
                    </a:lnTo>
                    <a:lnTo>
                      <a:pt x="179" y="90"/>
                    </a:lnTo>
                    <a:lnTo>
                      <a:pt x="173" y="66"/>
                    </a:lnTo>
                    <a:lnTo>
                      <a:pt x="155" y="48"/>
                    </a:lnTo>
                    <a:lnTo>
                      <a:pt x="131" y="30"/>
                    </a:lnTo>
                    <a:lnTo>
                      <a:pt x="72" y="6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8ae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" name=""/>
              <p:cNvSpPr/>
              <p:nvPr/>
            </p:nvSpPr>
            <p:spPr>
              <a:xfrm>
                <a:off x="8485200" y="4854600"/>
                <a:ext cx="474480" cy="295200"/>
              </a:xfrm>
              <a:custGeom>
                <a:avLst/>
                <a:gdLst/>
                <a:ahLst/>
                <a:rect l="l" t="t" r="r" b="b"/>
                <a:pathLst>
                  <a:path w="299" h="186">
                    <a:moveTo>
                      <a:pt x="150" y="0"/>
                    </a:moveTo>
                    <a:lnTo>
                      <a:pt x="90" y="6"/>
                    </a:lnTo>
                    <a:lnTo>
                      <a:pt x="42" y="30"/>
                    </a:lnTo>
                    <a:lnTo>
                      <a:pt x="12" y="54"/>
                    </a:lnTo>
                    <a:lnTo>
                      <a:pt x="6" y="72"/>
                    </a:lnTo>
                    <a:lnTo>
                      <a:pt x="0" y="90"/>
                    </a:lnTo>
                    <a:lnTo>
                      <a:pt x="6" y="108"/>
                    </a:lnTo>
                    <a:lnTo>
                      <a:pt x="12" y="126"/>
                    </a:lnTo>
                    <a:lnTo>
                      <a:pt x="42" y="156"/>
                    </a:lnTo>
                    <a:lnTo>
                      <a:pt x="90" y="180"/>
                    </a:lnTo>
                    <a:lnTo>
                      <a:pt x="150" y="186"/>
                    </a:lnTo>
                    <a:lnTo>
                      <a:pt x="209" y="180"/>
                    </a:lnTo>
                    <a:lnTo>
                      <a:pt x="257" y="156"/>
                    </a:lnTo>
                    <a:lnTo>
                      <a:pt x="287" y="126"/>
                    </a:lnTo>
                    <a:lnTo>
                      <a:pt x="299" y="108"/>
                    </a:lnTo>
                    <a:lnTo>
                      <a:pt x="299" y="90"/>
                    </a:lnTo>
                    <a:lnTo>
                      <a:pt x="299" y="72"/>
                    </a:lnTo>
                    <a:lnTo>
                      <a:pt x="287" y="54"/>
                    </a:lnTo>
                    <a:lnTo>
                      <a:pt x="257" y="30"/>
                    </a:lnTo>
                    <a:lnTo>
                      <a:pt x="209" y="6"/>
                    </a:lnTo>
                    <a:lnTo>
                      <a:pt x="150" y="0"/>
                    </a:lnTo>
                    <a:lnTo>
                      <a:pt x="150" y="0"/>
                    </a:lnTo>
                    <a:close/>
                    <a:moveTo>
                      <a:pt x="150" y="180"/>
                    </a:moveTo>
                    <a:lnTo>
                      <a:pt x="96" y="174"/>
                    </a:lnTo>
                    <a:lnTo>
                      <a:pt x="48" y="156"/>
                    </a:lnTo>
                    <a:lnTo>
                      <a:pt x="18" y="126"/>
                    </a:lnTo>
                    <a:lnTo>
                      <a:pt x="12" y="108"/>
                    </a:lnTo>
                    <a:lnTo>
                      <a:pt x="6" y="90"/>
                    </a:lnTo>
                    <a:lnTo>
                      <a:pt x="12" y="72"/>
                    </a:lnTo>
                    <a:lnTo>
                      <a:pt x="18" y="54"/>
                    </a:lnTo>
                    <a:lnTo>
                      <a:pt x="48" y="30"/>
                    </a:lnTo>
                    <a:lnTo>
                      <a:pt x="96" y="12"/>
                    </a:lnTo>
                    <a:lnTo>
                      <a:pt x="150" y="6"/>
                    </a:lnTo>
                    <a:lnTo>
                      <a:pt x="203" y="12"/>
                    </a:lnTo>
                    <a:lnTo>
                      <a:pt x="251" y="30"/>
                    </a:lnTo>
                    <a:lnTo>
                      <a:pt x="281" y="54"/>
                    </a:lnTo>
                    <a:lnTo>
                      <a:pt x="293" y="72"/>
                    </a:lnTo>
                    <a:lnTo>
                      <a:pt x="293" y="90"/>
                    </a:lnTo>
                    <a:lnTo>
                      <a:pt x="293" y="108"/>
                    </a:lnTo>
                    <a:lnTo>
                      <a:pt x="281" y="126"/>
                    </a:lnTo>
                    <a:lnTo>
                      <a:pt x="251" y="156"/>
                    </a:lnTo>
                    <a:lnTo>
                      <a:pt x="203" y="174"/>
                    </a:lnTo>
                    <a:lnTo>
                      <a:pt x="150" y="180"/>
                    </a:lnTo>
                    <a:lnTo>
                      <a:pt x="150" y="1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68a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29" name=""/>
              <p:cNvGrpSpPr/>
              <p:nvPr/>
            </p:nvGrpSpPr>
            <p:grpSpPr>
              <a:xfrm>
                <a:off x="8542440" y="4897440"/>
                <a:ext cx="360360" cy="209520"/>
                <a:chOff x="8542440" y="4897440"/>
                <a:chExt cx="360360" cy="209520"/>
              </a:xfrm>
            </p:grpSpPr>
            <p:sp>
              <p:nvSpPr>
                <p:cNvPr id="130" name=""/>
                <p:cNvSpPr/>
                <p:nvPr/>
              </p:nvSpPr>
              <p:spPr>
                <a:xfrm>
                  <a:off x="8542440" y="4897440"/>
                  <a:ext cx="360360" cy="2095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68ae"/>
                    </a:gs>
                    <a:gs pos="100000">
                      <a:srgbClr val="0088e4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1" name=""/>
                <p:cNvSpPr/>
                <p:nvPr/>
              </p:nvSpPr>
              <p:spPr>
                <a:xfrm>
                  <a:off x="8577360" y="4919760"/>
                  <a:ext cx="288720" cy="16200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88e4"/>
                    </a:gs>
                    <a:gs pos="100000">
                      <a:srgbClr val="0068ae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2" name=""/>
                <p:cNvSpPr/>
                <p:nvPr/>
              </p:nvSpPr>
              <p:spPr>
                <a:xfrm>
                  <a:off x="8621640" y="4935600"/>
                  <a:ext cx="198360" cy="1299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68ae"/>
                    </a:gs>
                    <a:gs pos="100000">
                      <a:srgbClr val="0088e4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pt-BR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3" name=""/>
                <p:cNvSpPr/>
                <p:nvPr/>
              </p:nvSpPr>
              <p:spPr>
                <a:xfrm>
                  <a:off x="8664480" y="4960800"/>
                  <a:ext cx="115920" cy="7488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88e4"/>
                    </a:gs>
                    <a:gs pos="100000">
                      <a:srgbClr val="0068ae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6480" bIns="6480" anchor="t">
                  <a:noAutofit/>
                </a:bodyPr>
                <a:p>
                  <a:endParaRPr b="0" lang="pt-BR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685800" y="1692360"/>
            <a:ext cx="7772400" cy="173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54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 type="dt" idx="4"/>
          </p:nvPr>
        </p:nvSpPr>
        <p:spPr>
          <a:xfrm>
            <a:off x="45684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ftr" idx="5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PlaceHolder 4"/>
          <p:cNvSpPr>
            <a:spLocks noGrp="1"/>
          </p:cNvSpPr>
          <p:nvPr>
            <p:ph type="sldNum" idx="6"/>
          </p:nvPr>
        </p:nvSpPr>
        <p:spPr>
          <a:xfrm>
            <a:off x="655272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1E3EB70-E53A-4C93-A206-5A8A09EF6DAF}" type="slidenum"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457200" indent="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914400" algn="ctr">
              <a:spcBef>
                <a:spcPts val="601"/>
              </a:spcBef>
              <a:buClr>
                <a:srgbClr val="0088e4"/>
              </a:buClr>
              <a:buFont typeface="Arial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371600" algn="ctr">
              <a:spcBef>
                <a:spcPts val="499"/>
              </a:spcBef>
              <a:buClr>
                <a:srgbClr val="afe1ff"/>
              </a:buClr>
              <a:buSzPct val="50000"/>
              <a:buFont typeface="Wingdings" charset="2"/>
              <a:buChar char="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1828800" algn="ctr">
              <a:spcBef>
                <a:spcPts val="499"/>
              </a:spcBef>
              <a:buClr>
                <a:srgbClr val="99ff99"/>
              </a:buClr>
              <a:buFont typeface="Arial"/>
              <a:buChar char="•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1828800"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1828800"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8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685800" y="1692360"/>
            <a:ext cx="7772400" cy="173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401</a:t>
            </a:r>
            <a:br>
              <a:rPr sz="5400"/>
            </a:br>
            <a:r>
              <a:rPr b="0" lang="pt-BR" sz="5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Jesus Voltará</a:t>
            </a:r>
            <a:endParaRPr b="0" lang="pt-BR" sz="54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8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4449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Tudo nos mostra que Cristo já volta</a:t>
            </a:r>
            <a:br>
              <a:rPr sz="4400"/>
            </a:b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Breve Jesus voltará!</a:t>
            </a:r>
            <a:br>
              <a:rPr sz="4400"/>
            </a:b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Já deste mundo o mar se revolta</a:t>
            </a:r>
            <a:br>
              <a:rPr sz="4400"/>
            </a:b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Breve Jesus voltará!</a:t>
            </a:r>
            <a:endParaRPr b="0" lang="pt-BR" sz="44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8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0" y="685800"/>
            <a:ext cx="9144000" cy="457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Breve virá. Breve virá</a:t>
            </a:r>
            <a:br>
              <a:rPr sz="4400"/>
            </a:b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Breve Jesus voltará</a:t>
            </a:r>
            <a:br>
              <a:rPr sz="4400"/>
            </a:br>
            <a:endParaRPr b="0" lang="pt-BR" sz="44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8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0" y="990360"/>
            <a:ext cx="9144000" cy="480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Cristão acorda Sua vinda é certa</a:t>
            </a:r>
            <a:br>
              <a:rPr sz="4400"/>
            </a:b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Breve Jesus voltará!</a:t>
            </a:r>
            <a:br>
              <a:rPr sz="4400"/>
            </a:b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Pra recebê-Lo estas bem alerta?</a:t>
            </a:r>
            <a:br>
              <a:rPr sz="4400"/>
            </a:b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Breve Jesus voltará!</a:t>
            </a:r>
            <a:br>
              <a:rPr sz="4400"/>
            </a:br>
            <a:br>
              <a:rPr sz="4400"/>
            </a:br>
            <a:br>
              <a:rPr sz="4400"/>
            </a:br>
            <a:endParaRPr b="0" lang="pt-BR" sz="44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8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0" y="533160"/>
            <a:ext cx="9144000" cy="434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Breve virá. Breve virá</a:t>
            </a:r>
            <a:br>
              <a:rPr sz="4400"/>
            </a:b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Breve Jesus voltará</a:t>
            </a:r>
            <a:br>
              <a:rPr sz="4400"/>
            </a:br>
            <a:endParaRPr b="0" lang="pt-BR" sz="44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8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0" y="533520"/>
            <a:ext cx="9144000" cy="5029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Crente proclama para os pecadores</a:t>
            </a:r>
            <a:br>
              <a:rPr sz="4400"/>
            </a:b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Breve Jesus voltará</a:t>
            </a:r>
            <a:br>
              <a:rPr sz="4400"/>
            </a:b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Não haverá mais tristezas nem</a:t>
            </a:r>
            <a:br>
              <a:rPr sz="4400"/>
            </a:b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 dores</a:t>
            </a:r>
            <a:br>
              <a:rPr sz="4400"/>
            </a:b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Breve Jesus voltará.</a:t>
            </a:r>
            <a:endParaRPr b="0" lang="pt-BR" sz="44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8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0" y="457200"/>
            <a:ext cx="9144000" cy="46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Breve virá. Breve virá</a:t>
            </a:r>
            <a:br>
              <a:rPr sz="4400"/>
            </a:b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Breve Jesus voltará</a:t>
            </a:r>
            <a:br>
              <a:rPr sz="4400"/>
            </a:br>
            <a:endParaRPr b="0" lang="pt-BR" sz="44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8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0" y="457200"/>
            <a:ext cx="9144000" cy="495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Consola o coração que lhe clama</a:t>
            </a:r>
            <a:br>
              <a:rPr sz="4400"/>
            </a:b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Breve Jesus voltará</a:t>
            </a:r>
            <a:br>
              <a:rPr sz="4400"/>
            </a:b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Pra Suas bodas o bom Rei nos chama:</a:t>
            </a:r>
            <a:br>
              <a:rPr sz="4400"/>
            </a:b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Breve Jesus voltará</a:t>
            </a:r>
            <a:endParaRPr b="0" lang="pt-BR" sz="44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8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0" y="533160"/>
            <a:ext cx="9144000" cy="510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Breve virá. Breve virá</a:t>
            </a:r>
            <a:br>
              <a:rPr sz="4400"/>
            </a:b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Breve Jesus voltará</a:t>
            </a:r>
            <a:br>
              <a:rPr sz="4400"/>
            </a:br>
            <a:endParaRPr b="0" lang="pt-BR" sz="44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2005-10-16T18:08:21Z</dcterms:created>
  <dc:creator>Junior</dc:creator>
  <dc:description/>
  <dc:language>pt-BR</dc:language>
  <cp:lastModifiedBy>Junior</cp:lastModifiedBy>
  <dcterms:modified xsi:type="dcterms:W3CDTF">2006-02-26T19:18:21Z</dcterms:modified>
  <cp:revision>2</cp:revision>
  <dc:subject/>
  <dc:title>401 Jesus Voltará</dc:title>
</cp:coreProperties>
</file>