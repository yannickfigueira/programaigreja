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EA1EBD-7AB0-4E87-AB52-6B8A95663F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0858AA-5676-421A-A3F9-E155E74D43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20D3C0-541D-4E01-9D9B-9BEAD11E2A5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441 - A Chuva do Consolador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Unânimes ao pé da cruz,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Pedimos com fervor,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manda hoje, ó Jesus,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manda outra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bom salvador!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Tua chama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Destrói de nós o mal;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dá-nos 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Consolador;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povo Teu inflama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poder celestial!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vivo fogo ou furacão,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fá-Lo a nós descer;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possa cada coração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templo dEle ser.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manda outra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bom salvador!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Tua chama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Destrói de nós o mal;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dá-nos 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Consolador;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povo Teu inflama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poder celestial!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Mediante a fé e a 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céu Tu abrirás,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óleo santo da unção,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nós derramarás!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manda outra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bom salvador!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Tua chama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Destrói de nós o mal;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dá-nos 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Consolador;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povo Teu inflama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poder celestial!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Pedimos nós, agora a Ti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queima todo mal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vivifica-nos aqui,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fogo celestial!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manda outra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bom salvador!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Tua chama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Destrói de nós o mal;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dá-nos a chuva,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Consolador;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povo Teu inflama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poder celestial!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2005-12-26T15:55:16Z</dcterms:created>
  <dc:creator>Junior</dc:creator>
  <dc:description/>
  <dc:language>pt-BR</dc:language>
  <cp:lastModifiedBy>Junior</cp:lastModifiedBy>
  <dcterms:modified xsi:type="dcterms:W3CDTF">2005-12-26T15:55:18Z</dcterms:modified>
  <cp:revision>1</cp:revision>
  <dc:subject/>
  <dc:title>441 - A Chuva do Consolador </dc:title>
</cp:coreProperties>
</file>