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4716360" y="5345280"/>
            <a:ext cx="4427640" cy="1512720"/>
            <a:chOff x="4716360" y="5345280"/>
            <a:chExt cx="4427640" cy="1512720"/>
          </a:xfrm>
        </p:grpSpPr>
        <p:sp>
          <p:nvSpPr>
            <p:cNvPr id="1" name=""/>
            <p:cNvSpPr/>
            <p:nvPr/>
          </p:nvSpPr>
          <p:spPr>
            <a:xfrm>
              <a:off x="4716360" y="5345280"/>
              <a:ext cx="4427640" cy="1512720"/>
            </a:xfrm>
            <a:custGeom>
              <a:avLst/>
              <a:gdLst/>
              <a:ahLst/>
              <a:rect l="l" t="t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666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7305840" y="6372360"/>
              <a:ext cx="18720" cy="28440"/>
            </a:xfrm>
            <a:custGeom>
              <a:avLst/>
              <a:gdLst/>
              <a:ahLst/>
              <a:rect l="l" t="t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7296120" y="6343560"/>
              <a:ext cx="9720" cy="28800"/>
            </a:xfrm>
            <a:custGeom>
              <a:avLst/>
              <a:gdLst/>
              <a:ahLst/>
              <a:rect l="l" t="t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8223120" y="5678640"/>
              <a:ext cx="482760" cy="1176120"/>
            </a:xfrm>
            <a:custGeom>
              <a:avLst/>
              <a:gdLst/>
              <a:ahLst/>
              <a:rect l="l" t="t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7807320" y="5640480"/>
              <a:ext cx="498600" cy="1217520"/>
            </a:xfrm>
            <a:custGeom>
              <a:avLst/>
              <a:gdLst/>
              <a:ahLst/>
              <a:rect l="l" t="t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461360" y="5869080"/>
              <a:ext cx="436320" cy="988920"/>
            </a:xfrm>
            <a:custGeom>
              <a:avLst/>
              <a:gdLst/>
              <a:ahLst/>
              <a:rect l="l" t="t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178760" y="5888160"/>
              <a:ext cx="338040" cy="969840"/>
            </a:xfrm>
            <a:custGeom>
              <a:avLst/>
              <a:gdLst/>
              <a:ahLst/>
              <a:rect l="l" t="t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6813720" y="6248520"/>
              <a:ext cx="264960" cy="609480"/>
            </a:xfrm>
            <a:custGeom>
              <a:avLst/>
              <a:gdLst/>
              <a:ahLst/>
              <a:rect l="l" t="t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6508800" y="6381720"/>
              <a:ext cx="263520" cy="476280"/>
            </a:xfrm>
            <a:custGeom>
              <a:avLst/>
              <a:gdLst/>
              <a:ahLst/>
              <a:rect l="l" t="t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207120" y="6410160"/>
              <a:ext cx="376200" cy="447840"/>
            </a:xfrm>
            <a:custGeom>
              <a:avLst/>
              <a:gdLst/>
              <a:ahLst/>
              <a:rect l="l" t="t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5832360" y="6486480"/>
              <a:ext cx="311400" cy="371520"/>
            </a:xfrm>
            <a:custGeom>
              <a:avLst/>
              <a:gdLst/>
              <a:ahLst/>
              <a:rect l="l" t="t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518080" y="6458040"/>
              <a:ext cx="301680" cy="399960"/>
            </a:xfrm>
            <a:custGeom>
              <a:avLst/>
              <a:gdLst/>
              <a:ahLst/>
              <a:rect l="l" t="t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032440" y="6648480"/>
              <a:ext cx="365040" cy="209520"/>
            </a:xfrm>
            <a:custGeom>
              <a:avLst/>
              <a:gdLst/>
              <a:ahLst/>
              <a:rect l="l" t="t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4832280" y="6696000"/>
              <a:ext cx="141480" cy="162000"/>
            </a:xfrm>
            <a:custGeom>
              <a:avLst/>
              <a:gdLst/>
              <a:ahLst/>
              <a:rect l="l" t="t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02640" y="5345280"/>
              <a:ext cx="441360" cy="1512720"/>
            </a:xfrm>
            <a:custGeom>
              <a:avLst/>
              <a:gdLst/>
              <a:ahLst/>
              <a:rect l="l" t="t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82D255-83AF-4279-A6C5-40542B24F1D6}" type="slidenum"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ec85e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eaeaea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ffffcc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eaeaea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aa8456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eaeaea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eaeaea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"/>
          <p:cNvGrpSpPr/>
          <p:nvPr/>
        </p:nvGrpSpPr>
        <p:grpSpPr>
          <a:xfrm>
            <a:off x="4716360" y="5345280"/>
            <a:ext cx="4427640" cy="1512720"/>
            <a:chOff x="4716360" y="5345280"/>
            <a:chExt cx="4427640" cy="1512720"/>
          </a:xfrm>
        </p:grpSpPr>
        <p:sp>
          <p:nvSpPr>
            <p:cNvPr id="22" name=""/>
            <p:cNvSpPr/>
            <p:nvPr/>
          </p:nvSpPr>
          <p:spPr>
            <a:xfrm>
              <a:off x="4716360" y="5345280"/>
              <a:ext cx="4427640" cy="1512720"/>
            </a:xfrm>
            <a:custGeom>
              <a:avLst/>
              <a:gdLst/>
              <a:ahLst/>
              <a:rect l="l" t="t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666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7305840" y="6372360"/>
              <a:ext cx="18720" cy="28440"/>
            </a:xfrm>
            <a:custGeom>
              <a:avLst/>
              <a:gdLst/>
              <a:ahLst/>
              <a:rect l="l" t="t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7296120" y="6343560"/>
              <a:ext cx="9720" cy="28800"/>
            </a:xfrm>
            <a:custGeom>
              <a:avLst/>
              <a:gdLst/>
              <a:ahLst/>
              <a:rect l="l" t="t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8223120" y="5678640"/>
              <a:ext cx="482760" cy="1176120"/>
            </a:xfrm>
            <a:custGeom>
              <a:avLst/>
              <a:gdLst/>
              <a:ahLst/>
              <a:rect l="l" t="t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7807320" y="5640480"/>
              <a:ext cx="498600" cy="1217520"/>
            </a:xfrm>
            <a:custGeom>
              <a:avLst/>
              <a:gdLst/>
              <a:ahLst/>
              <a:rect l="l" t="t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7461360" y="5869080"/>
              <a:ext cx="436320" cy="988920"/>
            </a:xfrm>
            <a:custGeom>
              <a:avLst/>
              <a:gdLst/>
              <a:ahLst/>
              <a:rect l="l" t="t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7178760" y="5888160"/>
              <a:ext cx="338040" cy="969840"/>
            </a:xfrm>
            <a:custGeom>
              <a:avLst/>
              <a:gdLst/>
              <a:ahLst/>
              <a:rect l="l" t="t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6813720" y="6248520"/>
              <a:ext cx="264960" cy="609480"/>
            </a:xfrm>
            <a:custGeom>
              <a:avLst/>
              <a:gdLst/>
              <a:ahLst/>
              <a:rect l="l" t="t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6508800" y="6381720"/>
              <a:ext cx="263520" cy="476280"/>
            </a:xfrm>
            <a:custGeom>
              <a:avLst/>
              <a:gdLst/>
              <a:ahLst/>
              <a:rect l="l" t="t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6207120" y="6410160"/>
              <a:ext cx="376200" cy="447840"/>
            </a:xfrm>
            <a:custGeom>
              <a:avLst/>
              <a:gdLst/>
              <a:ahLst/>
              <a:rect l="l" t="t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5832360" y="6486480"/>
              <a:ext cx="311400" cy="371520"/>
            </a:xfrm>
            <a:custGeom>
              <a:avLst/>
              <a:gdLst/>
              <a:ahLst/>
              <a:rect l="l" t="t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5518080" y="6458040"/>
              <a:ext cx="301680" cy="399960"/>
            </a:xfrm>
            <a:custGeom>
              <a:avLst/>
              <a:gdLst/>
              <a:ahLst/>
              <a:rect l="l" t="t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5032440" y="6648480"/>
              <a:ext cx="365040" cy="209520"/>
            </a:xfrm>
            <a:custGeom>
              <a:avLst/>
              <a:gdLst/>
              <a:ahLst/>
              <a:rect l="l" t="t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832280" y="6696000"/>
              <a:ext cx="141480" cy="162000"/>
            </a:xfrm>
            <a:custGeom>
              <a:avLst/>
              <a:gdLst/>
              <a:ahLst/>
              <a:rect l="l" t="t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8702640" y="5345280"/>
              <a:ext cx="441360" cy="1512720"/>
            </a:xfrm>
            <a:custGeom>
              <a:avLst/>
              <a:gdLst/>
              <a:ahLst/>
              <a:rect l="l" t="t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7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7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6E89A4-FE96-4BBE-ACFA-538CD663754F}" type="slidenum"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6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8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601"/>
              </a:spcBef>
              <a:buClr>
                <a:srgbClr val="ffffcc"/>
              </a:buClr>
              <a:buSzPct val="70000"/>
              <a:buFont typeface="Wingdings" charset="2"/>
              <a:buChar char="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499"/>
              </a:spcBef>
              <a:buClr>
                <a:srgbClr val="eaeaea"/>
              </a:buClr>
              <a:buFont typeface="Verdan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499"/>
              </a:spcBef>
              <a:buClr>
                <a:srgbClr val="aa8456"/>
              </a:buClr>
              <a:buSzPct val="70000"/>
              <a:buFont typeface="Wingdings" charset="2"/>
              <a:buChar char="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499"/>
              </a:spcBef>
              <a:buClr>
                <a:srgbClr val="eaeaea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499"/>
              </a:spcBef>
              <a:buClr>
                <a:srgbClr val="eaeaea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990720" y="2743200"/>
            <a:ext cx="731520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92 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 </a:t>
            </a:r>
            <a:r>
              <a:rPr b="1" i="1" lang="en-US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O BONDOSO SALVADOR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80520" y="1523520"/>
            <a:ext cx="845820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Meu bondoso Salvador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Meus pecados carregou;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Foi Jesus, o Redentor,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Que da morte me livrou.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04560" y="837720"/>
            <a:ext cx="8839080" cy="350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Oh, Que Salvador eu tenho!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 Seu sangue me remiu,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Quando, sobre o rude lenho,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Meu castigo Ele cumpriu.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388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Oh! Que amor do meu Jesus,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Que em homem se encarnou,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P’ra sofrer por mim, na cruz;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E meus crimes perdoou.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04560" y="837720"/>
            <a:ext cx="8839080" cy="350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Oh, Que Salvador eu tenho!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 Seu sangue me remiu,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Quando, sobre o rude lenho,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Meu castigo Ele cumpriu.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04560" y="457200"/>
            <a:ext cx="8458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Não há outro nome igual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Ao bom nome de Jesus,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Porque livra-me do mal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E à glória me conduz.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04560" y="837720"/>
            <a:ext cx="8839080" cy="350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Oh, Que Salvador eu tenho!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 Seu sangue me remiu,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Quando, sobre o rude lenho,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Meu castigo Ele cumpriu.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80520" y="990360"/>
            <a:ext cx="8458200" cy="373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Com Jesus, alegre, vou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Sua graça publicar,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Porque Ele me chamou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Na Sua vinha a trabalhar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04560" y="837720"/>
            <a:ext cx="8839080" cy="350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Oh, Que Salvador eu tenho!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O Seu sangue me remiu,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Quando, sobre o rude lenho,</a:t>
            </a:r>
            <a:br>
              <a:rPr sz="4400"/>
            </a:br>
            <a:r>
              <a:rPr b="0" i="1" lang="en-US" sz="4400" strike="noStrike" u="none">
                <a:solidFill>
                  <a:srgbClr val="eaeaea"/>
                </a:solidFill>
                <a:effectLst/>
                <a:uFillTx/>
                <a:latin typeface="Arial Black"/>
              </a:rPr>
              <a:t>Meu castigo Ele cumpriu.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2005-01-13T20:11:52Z</dcterms:created>
  <dc:creator>Heliezer de Bem</dc:creator>
  <dc:description/>
  <dc:language>pt-BR</dc:language>
  <cp:lastModifiedBy>Junior</cp:lastModifiedBy>
  <dcterms:modified xsi:type="dcterms:W3CDTF">2005-10-16T21:03:56Z</dcterms:modified>
  <cp:revision>7</cp:revision>
  <dc:subject/>
  <dc:title>Um pendão vos entregou o Rei A vós, soldados seus; Corajosos, pois, em tudo o defendei, Marchando para os céus.</dc:title>
</cp:coreProperties>
</file>