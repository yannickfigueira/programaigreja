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B5138C-9863-4075-AFEF-953C00A3224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A8A4C9-AEA5-4003-A875-1863A40962C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8F8A1A4-90F0-4707-847A-E0698985A2F6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240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 DIA ALEGRE!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pode hoje vir,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 dia alegre! Irei amigos ver;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mal terá o seu fim.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Cristo do céu descer!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 dia alegre, da vinda de Jesus!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vem buscar-me para os céus;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vem breve para os Seus;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 dia alegre! Da vinda de Jesus!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hoje for pra meu lar, Oh dia alegre! Parece-me ouvir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salvos cantando: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“Vem!’ Quem dera pra o céu partir!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 dia alegre, da vinda de Jesus!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vem buscar-me para os céus;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vem breve para os Seus;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 dia alegre! Da vinda de Jesus!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que ansioso estar? Oh dia alegreI Há luz na margem além;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Temporal nunca haverá;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céu breve Cristo vem!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 dia alegre, da vinda de Jesus!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vem buscar-me para os céus;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vem breve para os Seus;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 dia alegre! Da vinda de Jesus!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Fiel a Jesus estou, Oh dia alegre!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Livre estou pra dizer: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"Cristo é tudo p’ra mim”;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céu virá com poder!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 dia alegre, da vinda de Jesus!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vem buscar-me para os céus;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vem breve para os Seus;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 dia alegre! Da vinda de Jesus!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2005-12-23T20:47:27Z</dcterms:created>
  <dc:creator>Junior</dc:creator>
  <dc:description/>
  <dc:language>pt-BR</dc:language>
  <cp:lastModifiedBy>Junior</cp:lastModifiedBy>
  <dcterms:modified xsi:type="dcterms:W3CDTF">2005-12-23T20:47:37Z</dcterms:modified>
  <cp:revision>1</cp:revision>
  <dc:subject/>
  <dc:title>240 OH DIA ALEGRE! </dc:title>
</cp:coreProperties>
</file>