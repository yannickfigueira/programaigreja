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F7358D-0F5E-43EA-9A50-246DFCE11B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4BC169-ACF7-416A-A100-3886CDE721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0C44E7-F819-4619-9242-81B4DD17696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541 - Calvário, Revelação de Amor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Calvário contemplamos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meigo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revelação de amor!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mistério há tanto oculto,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em Cristo revelou!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revelação de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Calvário! Calvário!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grande 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Calvário! Calvário!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revelação de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amou a este mundo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seu Filho ofereceu.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revelação de amor!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Senhor, na cruz morrendo,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nós se compadeceu!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revelação de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Calvário! Calvário!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grande 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Calvário! Calvário!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revelação de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Deus, o Pai, olhou o Calvário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seu Filho abandonou!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revelação de amor!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sofrendo este abandono,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deu-nos seu perdão!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revelação de amor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Calvário! Calvário!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grande 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Calvário! Calvário!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revelação de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2005-12-26T20:48:44Z</dcterms:created>
  <dc:creator>Junior</dc:creator>
  <dc:description/>
  <dc:language>pt-BR</dc:language>
  <cp:lastModifiedBy>Junior</cp:lastModifiedBy>
  <dcterms:modified xsi:type="dcterms:W3CDTF">2005-12-26T20:48:46Z</dcterms:modified>
  <cp:revision>1</cp:revision>
  <dc:subject/>
  <dc:title>541 - Calvário, Revelação de Amor</dc:title>
</cp:coreProperties>
</file>