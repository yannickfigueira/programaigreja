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E203A7-6E1A-4436-BFA9-83DBCB67748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245D02-F42F-4B26-BCD4-F9567B93BA1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67123D4-BAEC-4EE2-9D00-133D9CAF8046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631 - Neste Lugar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Eis plantada neste dia,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Qual semente singular,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Esta pedra - que alegria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Faz o povo aqui cantar!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Ouvi, oh! Terra e toda gente,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louvor, a gratidão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Jesus e ao Pai somente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Pelas almas que virão!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Tantas vidas tão vazias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 repletas de aflição,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Neste templo, novos dias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Senhor desfrutarão!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Ouvi, oh! Terra e toda gente,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louvor, a gratidão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Jesus e ao Pai somente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Pelas almas que virão!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Quantos jovens sem futuro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esta Casa hão de chegar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desfeito o negro muro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Paz e amor vão respirar!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Ouvi, oh! Terra e toda gente,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louvor, a gratidão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Jesus e ao Pai somente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Pelas almas que virão!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 Mães e esposas suspirosas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clamar, aqui virão;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Logo após. vitoriosas,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e glória ao Rei darão!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Ouvi, oh! Terra e toda gente,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louvor, a gratidão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Jesus e ao Pai somente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Pelas almas que virão!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Muitos seres quebrantados,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Nesta Casa de Oração,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Espírito visitados,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“Aleluia!” exclamarão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Ouvi, oh! Terra e toda gente,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louvor, a gratidão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Jesus e ao Pai somente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Pelas almas que virão!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2005-12-27T15:37:13Z</dcterms:created>
  <dc:creator>Junior</dc:creator>
  <dc:description/>
  <dc:language>pt-BR</dc:language>
  <cp:lastModifiedBy>Junior</cp:lastModifiedBy>
  <dcterms:modified xsi:type="dcterms:W3CDTF">2005-12-27T15:37:15Z</dcterms:modified>
  <cp:revision>1</cp:revision>
  <dc:subject/>
  <dc:title>631 - Neste Lugar </dc:title>
</cp:coreProperties>
</file>