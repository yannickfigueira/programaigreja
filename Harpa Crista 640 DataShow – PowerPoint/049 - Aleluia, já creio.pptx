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E13841-3F1F-474A-9E53-6F0AFE678E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EF189D-8118-44AA-B0A1-69C2437DBA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C83C0B-E58B-4FC8-A493-EDF251DA7CB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JÁ CREIO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tem prometido a salvação dar.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em Seu Filho Jesus confiar.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Já creio em Cr!sto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salvo já estou,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tal Seu amor, que me substituiu,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sobre o Calvário, minh’alma remiu!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Já creio em Cr!sto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salvo já estou,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posso jamais desse amor duvidar; Não posso senão aos Seus pés me prostrar.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Já creio em Cr!sto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salvo já estou,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quando, na glória, eu vir meu bom Rei, Com todos os santos ali cantarei.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Já creio em Cr!sto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salvo já estou,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da cruz!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2005-12-22T22:57:17Z</dcterms:created>
  <dc:creator>Junior</dc:creator>
  <dc:description/>
  <dc:language>pt-BR</dc:language>
  <cp:lastModifiedBy>Junior</cp:lastModifiedBy>
  <dcterms:modified xsi:type="dcterms:W3CDTF">2005-12-22T22:57:33Z</dcterms:modified>
  <cp:revision>1</cp:revision>
  <dc:subject/>
  <dc:title>49 ALELUIA! JÁ CREIO </dc:title>
</cp:coreProperties>
</file>