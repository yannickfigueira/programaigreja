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4D6236-FA9D-40A3-834B-EA45CFD03E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212DC5-D3EF-4BC8-B8CC-118CCD2D0CF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1904760"/>
            <a:ext cx="9144000" cy="144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115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Trabalhai e Orai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44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quero trabalhar pra meu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Levando a palavra com amor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Quero eu cantar e orar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ocupado quero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na vinha do Senhor.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Trabalhai e orai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seara e na vinha do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desejo é orar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ocupado quero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Sim, na vinha do Senhor.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quero, cada dia trabalhar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Escravos do pecado libertar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Conduzi-los a Jesus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Nossa guia, nossa luz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na vinha do Senhor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Trabalhai e orai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seara e na vinha do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desejo é orar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ocupado quero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Sim, na vinha do Senhor.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quero ser obreiro de valor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Confiando o poder do Salvador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quiseres trabalhar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Acharás também lugar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 na vinha do Senhor.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Trabalhai e orai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seara e na vinha do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desejo é orar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ocupado quero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Sim, na vinha do Senhor.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2005-08-12T20:21:06Z</dcterms:created>
  <dc:creator>Junior</dc:creator>
  <dc:description/>
  <dc:language>pt-BR</dc:language>
  <cp:lastModifiedBy>Junior</cp:lastModifiedBy>
  <dcterms:modified xsi:type="dcterms:W3CDTF">2005-10-01T19:53:17Z</dcterms:modified>
  <cp:revision>3</cp:revision>
  <dc:subject/>
  <dc:title>115 Trabalhai e Orai</dc:title>
</cp:coreProperties>
</file>