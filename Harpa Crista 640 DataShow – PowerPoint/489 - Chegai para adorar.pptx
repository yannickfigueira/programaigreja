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CEAB0A8-AE90-469A-BDF9-8751CA456D2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EF9C122-C8B0-43A0-9E75-D7858D9DF82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3E5B3C8-5D89-431F-A858-15C6D645FEF3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489</a:t>
            </a:r>
            <a:br>
              <a:rPr sz="4400"/>
            </a:b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CHEGAI PARA ADORAR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274320"/>
            <a:ext cx="91440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Chegai, pastorzinhos, chegai p'ra adorar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Rei do universo, que nasce em Belém,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ricos presentes podemos Lhe dar,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fé o amor, nossa vida também.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-360" y="274680"/>
            <a:ext cx="9325080" cy="6323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Um rústico teto abrigo Lhe dá;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casa um presépio, por templo um portal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Num leito de palhas deitado está,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deu às estrelas a luz celestial.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274320"/>
            <a:ext cx="896472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Seguindo uma estrela que veio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anunciar,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magos do Oriente atrás dEle, vão: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diante se prostram do Rei de Judá,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incenso, ouro e mirra, tributo Lhe dão.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Glória, Aleluia, os salvos Te dão,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Hosanas os anjos, entoam também,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Louvai ao Messias, que trouxe perdão;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Cristo Jesus, que nasceu em Belém.</a:t>
            </a: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2005-10-21T06:59:00Z</dcterms:created>
  <dc:creator>Montagna</dc:creator>
  <dc:description/>
  <dc:language>pt-BR</dc:language>
  <cp:lastModifiedBy>Junior</cp:lastModifiedBy>
  <dcterms:modified xsi:type="dcterms:W3CDTF">2005-12-25T18:27:12Z</dcterms:modified>
  <cp:revision>3</cp:revision>
  <dc:subject/>
  <dc:title>489 - CHEGAI PARA ADORAR</dc:title>
</cp:coreProperties>
</file>