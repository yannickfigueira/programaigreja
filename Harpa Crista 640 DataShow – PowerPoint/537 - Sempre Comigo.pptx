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114B04-5B49-404C-B1CE-26BA22B8E1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E1363F-CFFD-4752-965F-E24BF3C84B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62231F-AD84-4828-A208-12171CE8E45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537 – Sempre Comigo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comigo está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Seja nas trevas, seja na luz;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 protege-me, cuida de mim;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quero amar a quem me guarda assim.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2005-12-26T20:18:39Z</dcterms:created>
  <dc:creator>Junior</dc:creator>
  <dc:description/>
  <dc:language>pt-BR</dc:language>
  <cp:lastModifiedBy>Junior</cp:lastModifiedBy>
  <dcterms:modified xsi:type="dcterms:W3CDTF">2005-12-26T20:18:41Z</dcterms:modified>
  <cp:revision>1</cp:revision>
  <dc:subject/>
  <dc:title>537 – Sempre Comigo</dc:title>
</cp:coreProperties>
</file>