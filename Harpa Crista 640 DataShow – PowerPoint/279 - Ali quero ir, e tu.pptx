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C77FFA-D814-4CF1-B9A3-C0A4255BFAB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58F7C4D-D828-4FD3-B1F2-107ABED3A37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13F2518-5446-4D26-B537-23FB095EAAF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279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IR, E TU?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me falou dum formoso lugar;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ir, e tu?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os salvos irão desfrutar;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as mansões nos foi preparar;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a morte não pode chegar; </a:t>
            </a:r>
            <a:br>
              <a:rPr sz="3800"/>
            </a:br>
            <a:r>
              <a:rPr b="0" i="1" lang="en-US" sz="3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 </a:t>
            </a:r>
            <a:endParaRPr b="0" lang="pt-BR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ir; e tu?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queres tu ir?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quero ver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portas são jóias, o mar de cristal;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 Cristo a luz do país celestial;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que lá vão entrar, jamais morrerão; Ali quero ir; e tu?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Aonde termina a tribulação.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ir; e tu?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queres tu ir?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quero ver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 navegue a nau de Sião,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dar-se à vela, pra essa mansão,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Ali quero ir; e tu?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vão coroar a Cristo, também, Ali quero ir; e tu?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quando os coros disserem: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"Amém". Ali quero ir; e tu?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ir; e tu?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céu quero ir;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queres tu ir?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céu quero ver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2005-12-24T08:26:16Z</dcterms:created>
  <dc:creator>Junior</dc:creator>
  <dc:description/>
  <dc:language>pt-BR</dc:language>
  <cp:lastModifiedBy>Junior</cp:lastModifiedBy>
  <dcterms:modified xsi:type="dcterms:W3CDTF">2005-12-24T08:28:37Z</dcterms:modified>
  <cp:revision>1</cp:revision>
  <dc:subject/>
  <dc:title>279 ALI QUERO IR, E TU? </dc:title>
</cp:coreProperties>
</file>