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67F494-3E02-4AF4-AA04-19AB246DCB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E00556-3E45-4BDF-A300-86C02C0A2F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F0A8C05-5003-4E3C-BA33-8796C20CC18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98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ESTARÁS VIGIANDO?</a:t>
            </a:r>
            <a:r>
              <a:rPr b="0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Estarás tu vigiando,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Jesus Vier?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Ansioso, esperando,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Jesus vier?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noite! Solene noite!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Brilhará a tua luz, quando Jesus vier? Ó, sê pronto, ó, sê pronto!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Ó, sê pronto, quando Jesus vier.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Ó, sê pronto, ó sê pronto!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sê pronto, quando Jesus vier!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Ouvirás tu o bem-vindo,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Jesus vier?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Darás o brado sorrindo,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Jesus vier?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noite! Solene noite!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Brilhará a tua luz, quando Jesus vier? Ó, sê pronto, ó, sê pronto!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Ó, sê pronto, quando Jesus vier.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Ó, sê pronto, ó sê pronto!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sê pronto, quando Jesus vier!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esperas preparar-te,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Jesus vier?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será a tua parte,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Jesus vier?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noite! Solene noite!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Brilhará a tua luz, quando Jesus vier? Ó, sê pronto, ó, sê pronto!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Ó, sê pronto, quando Jesus vier.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Ó, sê pronto, ó sê pronto!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sê pronto, quando Jesus vier!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Estarás tu jubiloso,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Jesus vier?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Triste ou esperançoso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Jesus vier?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noite! Solene noite!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Brilhará a tua luz, quando Jesus vier? Ó, sê pronto, ó, sê pronto!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Ó, sê pronto, quando Jesus vier.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Ó, sê pronto, ó sê pronto!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sê pronto, quando Jesus vier!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culto glorioso,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Jesus vier!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Cheio de sublime gozo,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Jesus vier!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noite! Solene noite!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Brilhará a tua luz, quando Jesus vier? Ó, sê pronto, ó, sê pronto!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Ó, sê pronto, quando Jesus vier.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Ó, sê pronto, ó sê pronto!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sê pronto, quando Jesus vier!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2005-12-23T10:18:34Z</dcterms:created>
  <dc:creator>Junior</dc:creator>
  <dc:description/>
  <dc:language>pt-BR</dc:language>
  <cp:lastModifiedBy>Junior</cp:lastModifiedBy>
  <dcterms:modified xsi:type="dcterms:W3CDTF">2005-12-23T10:19:14Z</dcterms:modified>
  <cp:revision>1</cp:revision>
  <dc:subject/>
  <dc:title>98 ESTARÁS VIGIANDO?   </dc:title>
</cp:coreProperties>
</file>