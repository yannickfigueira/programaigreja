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A1FE5C-B096-4E69-9F5A-DA944611E9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C5FF53-4002-4D85-8FFB-1E183401BE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AC0115F-A716-47B5-9BA2-C2A78AC3F54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232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BEM-AVENTURADOS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Bem-aventurados são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de limpo coração,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não buscam as riquezas para si;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tranqüilidade e paz,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desfrutam, oh, jamais,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Poderão discriminadas ser por mim!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Cantemos aleluia!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Jubilosos, com poder!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Alegres, com fervor,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a Jesus louvor,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gozo vamos dEle receber!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Grande dita e mui, favor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concede meu Senhor,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sangue que por mim verteu na cruz;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Tornará também meu ser,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Cheio de veraz prazer,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viver e caminhar na Sua Luz!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Cantemos aleluia!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Jubilosos, com poder!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Alegres, com fervor,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a Jesus louvor,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gozo vamos dEle receber!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Senhor obedecer,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DEle mesmo me encher,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mim isto é o verdadeiro céu;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Seu imenso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pobre pecador,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aqui, louvá-Lo, e além do véu!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Cantemos aleluia!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Jubilosos, com poder!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Alegres, com fervor,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a Jesus louvor,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gozo vamos dEle receber!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perfeita, é minha paz!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anelo nada mais,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sempre aqui fazer o Seu querer; Tenho o amado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possuo Seu amor;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Gozarei eternamente mui prazer!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Oh, Cantemos aleluia!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Jubilosos, com poder!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Alegres, com fervor,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Demos a Jesus louvor,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gozo vamos dEle receber!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2005-12-23T20:04:42Z</dcterms:created>
  <dc:creator>Junior</dc:creator>
  <dc:description/>
  <dc:language>pt-BR</dc:language>
  <cp:lastModifiedBy>Junior</cp:lastModifiedBy>
  <dcterms:modified xsi:type="dcterms:W3CDTF">2005-12-23T20:04:51Z</dcterms:modified>
  <cp:revision>1</cp:revision>
  <dc:subject/>
  <dc:title>232 OS BEM-AVENTURADOS </dc:title>
</cp:coreProperties>
</file>