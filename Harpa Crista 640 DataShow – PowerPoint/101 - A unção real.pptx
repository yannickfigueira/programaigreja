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81E1C-E9AB-4CC9-8986-B184AE412B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574EF4-AA49-43B3-BFE4-A097CFC39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D5F88A-67A6-492E-96AB-4C50F631D44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101</a:t>
            </a:r>
            <a:br>
              <a:rPr sz="4000"/>
            </a:b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UNÇÃO REAL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órfãos não nos deixou o Senhor, Mas como nos prometeu,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Mandou-nos o bom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encheu do poder do céu,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Seu divinal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Recebestes já a unção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Espírito Consolador?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quer te usar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outros salvar,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recebes o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crentes, Deus vos convida também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vir buscar Seu poder;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todo, que humilde vem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Hóspede receber: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Orando se obtém.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Recebestes já a unção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Espírito Consolador?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quer te usar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outros salvar,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recebes o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Pentecoste, Jesus prometeu,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cada um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Prostrados, roguemos, pois a Deus, Com fé, em potente 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viro poder do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Recebestes já a unção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Espírito Consolador?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quer te usar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outros salvar,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recebes o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2005-12-23T10:32:09Z</dcterms:created>
  <dc:creator>Junior</dc:creator>
  <dc:description/>
  <dc:language>pt-BR</dc:language>
  <cp:lastModifiedBy>Junior</cp:lastModifiedBy>
  <dcterms:modified xsi:type="dcterms:W3CDTF">2005-12-23T10:32:25Z</dcterms:modified>
  <cp:revision>1</cp:revision>
  <dc:subject/>
  <dc:title>101 A UNÇÃO REAL </dc:title>
</cp:coreProperties>
</file>