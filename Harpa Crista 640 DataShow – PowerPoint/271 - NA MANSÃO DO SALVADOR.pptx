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B22F5EB-2F37-403D-A2F1-41CF08BEB41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indent="0">
              <a:spcBef>
                <a:spcPts val="799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B294F52-5136-4ECD-A5E9-F570C9D619A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72359DB3-733F-4A58-93E7-ED244723BB8F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271</a:t>
            </a:r>
            <a:br>
              <a:rPr sz="4000"/>
            </a:br>
            <a:r>
              <a:rPr b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NA MANSÃO DO SALVADOR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603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Lá na mansão do Salvador, </a:t>
            </a:r>
            <a:br>
              <a:rPr sz="4000"/>
            </a:b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Não há, jamais, tribulação; </a:t>
            </a:r>
            <a:br>
              <a:rPr sz="4000"/>
            </a:b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Nenhum pesar, nenhuma dor, </a:t>
            </a:r>
            <a:br>
              <a:rPr sz="4000"/>
            </a:b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me quebrante o coração.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5962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Ali não há tristeza e dor,</a:t>
            </a:r>
            <a:br>
              <a:rPr sz="4000"/>
            </a:br>
            <a:r>
              <a:rPr b="1" i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Nenhum pesar, nem aflição; </a:t>
            </a:r>
            <a:br>
              <a:rPr sz="4000"/>
            </a:br>
            <a:r>
              <a:rPr b="1" i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Quando eu estiver morando lá</a:t>
            </a:r>
            <a:br>
              <a:rPr sz="4000"/>
            </a:br>
            <a:r>
              <a:rPr b="1" i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Direi: Não há tribulação.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5962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P'ra mim é triste estar aqui, </a:t>
            </a:r>
            <a:br>
              <a:rPr sz="4000"/>
            </a:b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Mui longe, sim, do Salvador, </a:t>
            </a:r>
            <a:br>
              <a:rPr sz="4000"/>
            </a:b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Pois moram já com Ele ali, </a:t>
            </a:r>
            <a:br>
              <a:rPr sz="4000"/>
            </a:b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Os salvos pelo Seu amor.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5962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Ali não há tristeza e dor,</a:t>
            </a:r>
            <a:br>
              <a:rPr sz="4000"/>
            </a:br>
            <a:r>
              <a:rPr b="1" i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Nenhum pesar, nem aflição; </a:t>
            </a:r>
            <a:br>
              <a:rPr sz="4000"/>
            </a:br>
            <a:r>
              <a:rPr b="1" i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Quando eu estiver morando lá</a:t>
            </a:r>
            <a:br>
              <a:rPr sz="4000"/>
            </a:br>
            <a:r>
              <a:rPr b="1" i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Direi: Não há tribulação.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603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Perfeito amor encontrarei,</a:t>
            </a:r>
            <a:br>
              <a:rPr sz="4000"/>
            </a:b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Lá na mansão do meu Senhor, </a:t>
            </a:r>
            <a:br>
              <a:rPr sz="4000"/>
            </a:b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Completa paz, aí terei,</a:t>
            </a:r>
            <a:br>
              <a:rPr sz="4000"/>
            </a:b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Pois me dará o Salvador.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5962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Ali não há tristeza e dor,</a:t>
            </a:r>
            <a:br>
              <a:rPr sz="4000"/>
            </a:br>
            <a:r>
              <a:rPr b="1" i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Nenhum pesar, nem aflição; </a:t>
            </a:r>
            <a:br>
              <a:rPr sz="4000"/>
            </a:br>
            <a:r>
              <a:rPr b="1" i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Quando eu estiver morando lá</a:t>
            </a:r>
            <a:br>
              <a:rPr sz="4000"/>
            </a:br>
            <a:r>
              <a:rPr b="1" i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Direi: Não há tribulação.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5962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Estando lá, eu gozarei</a:t>
            </a:r>
            <a:br>
              <a:rPr sz="4000"/>
            </a:b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 toda a bênção divinal;</a:t>
            </a:r>
            <a:br>
              <a:rPr sz="4000"/>
            </a:b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Também, com Cristo reinarei,</a:t>
            </a:r>
            <a:br>
              <a:rPr sz="4000"/>
            </a:b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Na Sua glória eternal.</a:t>
            </a:r>
            <a:r>
              <a:rPr b="0" lang="pt-BR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	</a:t>
            </a:r>
            <a:r>
              <a:rPr b="0" lang="pt-BR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J.T.L.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5962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Ali não há tristeza e dor,</a:t>
            </a:r>
            <a:br>
              <a:rPr sz="4000"/>
            </a:br>
            <a:r>
              <a:rPr b="1" i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Nenhum pesar, nem aflição; </a:t>
            </a:r>
            <a:br>
              <a:rPr sz="4000"/>
            </a:br>
            <a:r>
              <a:rPr b="1" i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Quando eu estiver morando lá</a:t>
            </a:r>
            <a:br>
              <a:rPr sz="4000"/>
            </a:br>
            <a:r>
              <a:rPr b="1" i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Direi: Não há tribulação.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2005-10-18T21:38:33Z</dcterms:created>
  <dc:creator>Montagna</dc:creator>
  <dc:description/>
  <dc:language>pt-BR</dc:language>
  <cp:lastModifiedBy>Montagna</cp:lastModifiedBy>
  <dcterms:modified xsi:type="dcterms:W3CDTF">2005-10-18T21:39:49Z</dcterms:modified>
  <cp:revision>2</cp:revision>
  <dc:subject/>
  <dc:title>271-NA MANSÃO DO SALVADOR</dc:title>
</cp:coreProperties>
</file>