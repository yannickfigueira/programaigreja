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4D8831-27A9-4782-8EFB-2ABDF9D0BA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844112-10A0-4C47-B1BD-E98A6CD3C1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C2CAB1-7A74-4AA7-A143-877C2250D47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551 - O Santo Espírito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Santo Espírito, Consolador,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nos encheu de seu eterno amor,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sua graça e plena unção,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anunciarmos a salvação!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Amém.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2005-12-26T21:17:26Z</dcterms:created>
  <dc:creator>Junior</dc:creator>
  <dc:description/>
  <dc:language>pt-BR</dc:language>
  <cp:lastModifiedBy>Junior</cp:lastModifiedBy>
  <dcterms:modified xsi:type="dcterms:W3CDTF">2005-12-26T21:17:27Z</dcterms:modified>
  <cp:revision>1</cp:revision>
  <dc:subject/>
  <dc:title>551 - O Santo Espírito</dc:title>
</cp:coreProperties>
</file>