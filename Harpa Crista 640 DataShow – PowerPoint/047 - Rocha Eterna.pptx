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_rels/slideMaster1.xml.rels" ContentType="application/vnd.openxmlformats-package.relationships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_rels/slideLayout1.xml.rels" ContentType="application/vnd.openxmlformats-package.relationships+xml"/>
  <Override PartName="/ppt/slideLayouts/_rels/slideLayout2.xml.rels" ContentType="application/vnd.openxmlformats-package.relationships+xml"/>
  <Override PartName="/ppt/_rels/presentation.xml.rels" ContentType="application/vnd.openxmlformats-package.relationshi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_rels/slide1.xml.rels" ContentType="application/vnd.openxmlformats-package.relationships+xml"/>
  <Override PartName="/ppt/slides/_rels/slide2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</Types>
</file>

<file path=_rels/.rels><?xml version="1.0" encoding="UTF-8"?>
<Relationships xmlns="http://schemas.openxmlformats.org/package/2006/relationships"><Relationship Id="rId1" Type="http://schemas.openxmlformats.org/officedocument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Padr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sp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7BECD1F8-4537-4378-8F3B-F1EDB7E4CAFD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Padr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sp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847BFA79-6FFA-46B6-8F31-CA922CF06498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do texto do título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 fontScale="92500" lnSpcReduction="9999"/>
          </a:bodyPr>
          <a:p>
            <a:pPr marL="343080" indent="-343080">
              <a:spcBef>
                <a:spcPts val="799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743040" indent="-285840">
              <a:spcBef>
                <a:spcPts val="799"/>
              </a:spcBef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143000" indent="-228600">
              <a:spcBef>
                <a:spcPts val="799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600200" indent="-228600">
              <a:spcBef>
                <a:spcPts val="799"/>
              </a:spcBef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&lt;data/hora&gt;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&lt;rodapé&gt;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84225765-76FB-4CF0-B08B-E1C1367C38EF}" type="slidenum"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&lt;número&gt;</a:t>
            </a:fld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pt-BR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47</a:t>
            </a:r>
            <a:br>
              <a:rPr sz="4000"/>
            </a:br>
            <a:r>
              <a:rPr b="1" i="1" lang="pt-BR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ROCHA ETERNA</a:t>
            </a:r>
            <a:r>
              <a:rPr b="0" lang="pt-BR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800" cy="1752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spAutoFit/>
          </a:bodyPr>
          <a:p>
            <a:pPr indent="0"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0" y="456840"/>
            <a:ext cx="9144000" cy="53341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Rocha eterna, meu Jesus,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Que, por mim, na amarga cruz,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Foste morto eu meu lugar,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Morto para me salvar;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Em Ti quero me esconder,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Só Tu podes me valer.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0" y="456840"/>
            <a:ext cx="9144000" cy="53341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Minhas obras, eu bem sei,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Nada valem ante a lei;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 eu chorasse sem cessar. Trabalhasse sem cansar,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Tudo inútil, tudo em vão!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Só em Ti há salvação.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0" y="456840"/>
            <a:ext cx="9144000" cy="53341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Nada trago a Ti, Senhor!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'Spero só em Teu amor!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Todo indigno e imundo sou,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Eis, sem Ti, perdido estou!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No Teu sangue, ó Salvador,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Lava um pobre pecador.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title"/>
          </p:nvPr>
        </p:nvSpPr>
        <p:spPr>
          <a:xfrm>
            <a:off x="0" y="456840"/>
            <a:ext cx="9144000" cy="53341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Quando a morte me chamar,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 ante Ti me apresentar,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Rocha eterna, meu Jesus,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Que por mim, na amarga cruz,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Foste morto em meu lugar,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Quero em Ti só me abrigar.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LibreOffice/25.2.6.1$Windows_X86_64 LibreOffice_project/13f8d05e475a6b6572cdd8fe3af1421c659c51c2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2005-12-22T22:38:33Z</dcterms:created>
  <dc:creator>Junior</dc:creator>
  <dc:description/>
  <dc:language>pt-BR</dc:language>
  <cp:lastModifiedBy>Junior</cp:lastModifiedBy>
  <dcterms:modified xsi:type="dcterms:W3CDTF">2005-12-22T22:38:44Z</dcterms:modified>
  <cp:revision>1</cp:revision>
  <dc:subject/>
  <dc:title>47 ROCHA ETERNA </dc:title>
</cp:coreProperties>
</file>