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DC5F42-5D36-4A2D-999C-3DC495491B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FE0D9A-F93B-4EAE-A21D-AE4E35AE49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F567027-5463-44E9-8C4D-D3745D91952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119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INESGOTÁVEL É SEU AMOR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Seja louvado o bom Salvador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Livre é Seu amor, livre é Seu amor.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preparado para o pecador,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Fonte preciosa de amor;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E, se em Cristo queres confiar,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Livre é Seu amor, livre é Seu amor;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vida eterna tu irás gozar,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Inesgotável é Seu amor.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Terno, te chama Jesus: queres ir?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pecador, ó pecador!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deixou para nós, ao subir,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Fonte preciosa de amor.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que vivendo em pecado há de estar?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Livre é Seu amor, livre é Seu amor.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te chama, ó vem sem tardar, Inesgotável é Seu amor;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 as trevas por luz divinal,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Livre é Seu amor, livre é Seu amor;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Jesus quer livrar-te do mal, Inesgotável é Seu amor.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Terno, te chama Jesus: queres ir?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pecador, ó pecador!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deixou para nós, ao subir,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Fonte preciosa de amor.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Ó! se tu creres, perdão obterás,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Livre é Seu amor, livre é Seu amor; Vem o momento que tu bendirás; Inesgotável é Seu amor;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te espera, ó ouve o chamar; Livre é Seu amor, livre é Seu amor;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Fé em Seu nome te há de salvar. Inesgotável é Seu amor.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Terno, te chama Jesus: queres ir?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pecador, ó pecador!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deixou para nós, ao subir,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Fonte preciosa de amor.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2005-12-23T11:33:31Z</dcterms:created>
  <dc:creator>Junior</dc:creator>
  <dc:description/>
  <dc:language>pt-BR</dc:language>
  <cp:lastModifiedBy>Junior</cp:lastModifiedBy>
  <dcterms:modified xsi:type="dcterms:W3CDTF">2005-12-23T11:33:59Z</dcterms:modified>
  <cp:revision>1</cp:revision>
  <dc:subject/>
  <dc:title> 119 INESGOTÁVEL É SEU AMOR</dc:title>
</cp:coreProperties>
</file>