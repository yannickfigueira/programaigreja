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867682-60D9-46FA-BEED-110BC093E6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26A345-00AB-4FE0-8A70-2A348F6EE4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6F97B4-17F1-4E8E-AEFA-BDA0F87B91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8B4A48-9289-4067-93F6-33482837989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380880" y="0"/>
            <a:ext cx="975348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242 – Eu confio Firmemente.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1920" y="685800"/>
            <a:ext cx="8991720" cy="49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confio firmemente,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no céu vou descansar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Jesus alegremente, Aleluia!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prazer celeste sente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minh’alma em pensar,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glória que no céu eu vou gozar!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-228600" y="0"/>
            <a:ext cx="93726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-152640" y="579600"/>
            <a:ext cx="9296280" cy="437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eterna glória vou no céu gozar!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Jesus, que do pecado me salvou;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Santa paz e alegria lá no céu vou desfrutar;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Eterna glória Cristo me comprou!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8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609480"/>
            <a:ext cx="822960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céu vou ver o Cordeiro,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por mim quis expirar,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Pendurado no madeiro, Aleluia!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me fez também herdeiro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 que nunca vai murchar,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 glória que no céu eu vou gozar!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837720"/>
            <a:ext cx="9144000" cy="521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eterna Glória vou no céu gozar!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Jesus, Que do pecado me salvou;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Santa paz e alegria lá no céu vou desfrutar;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Eterna glória Cristo me comprou!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876312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Jesus, o rosto santo,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céu hei de contemplar,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Onde não há dor ou pranto, Aleluia!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Mas sim um sublime canto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p’ra sempre vai soar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glória, que no céu eu vou gozar!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761760"/>
            <a:ext cx="9144000" cy="521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eterna Glória vou no céu gozar!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Jesus, Que do pecado me salvou;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Santa paz e alegria lá no céu vou desfrutar;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Eterna glória Cristo me comprou!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80880" y="609480"/>
            <a:ext cx="8382240" cy="505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Quando for ao céu chegado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a Glória alcançar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ter Cristo ao meu lado, aleluia!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seu trono assentado,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Jesus vou adorar;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Eterna glória vou no céu gozar!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0" y="1142640"/>
            <a:ext cx="9144000" cy="39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eterna Glória vou no céu gozar!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Jesus, Que do pecado me salvou;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Santa paz e alegria lá no céu vou desfrutar;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Eterna glória Cristo me comprou!</a:t>
            </a:r>
            <a:br>
              <a:rPr sz="48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2004-11-28T16:52:47Z</dcterms:created>
  <dc:creator>owner</dc:creator>
  <dc:description/>
  <dc:language>pt-BR</dc:language>
  <cp:lastModifiedBy>Junior</cp:lastModifiedBy>
  <dcterms:modified xsi:type="dcterms:W3CDTF">2005-06-27T21:46:05Z</dcterms:modified>
  <cp:revision>3</cp:revision>
  <dc:subject/>
  <dc:title>Eu confio firmamente, Que no céu vou descansar com Jesus alegremente, Aleluia! Que prazer celeste sente A minh’alma em pensar, Na Glória que no céu eu vou gozar! </dc:title>
</cp:coreProperties>
</file>