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F9F5C2-2C2F-4799-B93F-503DE1FE64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8A3233-7366-4758-B12F-69C9D9B740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EAE052-7F57-4C60-9699-490FD8D06A7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263680"/>
            <a:ext cx="77724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597 – Graças Dou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dou por esta vida: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bem que revelou.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dou pelo futuro,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tudo que passou.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bênçãos derramadas,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dor, pela aflição,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graça revelada!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dou pelo perdão.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pelo azul celeste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nuvens que há também,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rosas do caminho,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espinhos que elas têm,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escuridão da noite,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estrela que brilhou,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prece respondida,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sonho que falhou.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e o sofrimento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toda provação,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amor que é sem medida,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paz no coração,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lágrima vertida,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alivio que é sem par.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dom da eterna vida,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graças hei de dar!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2005-12-26T23:33:05Z</dcterms:created>
  <dc:creator>Junior</dc:creator>
  <dc:description/>
  <dc:language>pt-BR</dc:language>
  <cp:lastModifiedBy>User041</cp:lastModifiedBy>
  <dcterms:modified xsi:type="dcterms:W3CDTF">2006-10-28T20:01:57Z</dcterms:modified>
  <cp:revision>2</cp:revision>
  <dc:subject/>
  <dc:title>597 – Graças Dou</dc:title>
</cp:coreProperties>
</file>