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12682A7-5245-4960-84D6-6116A4A3615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8A2BA1-D059-455B-B451-270F6FDCA51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94D9486-242F-49CF-9E5B-17135F635E7C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140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SEGURANÇA DO CRENTE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380880"/>
            <a:ext cx="9144000" cy="5639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mal nenhum eu temerei,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mim está Jesus: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Jamais perturbação terei,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vivo já na luz. 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380880"/>
            <a:ext cx="9144000" cy="5639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Sinto paz mui profunda enfim,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nto paz proveniente da cruz,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Pela fé sinto viver em mim,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Jesus, meu Jesus.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380880"/>
            <a:ext cx="9144000" cy="5639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me trouxe salvação;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Também, me disse assim: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 busca na tribulação,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Pra teres paz em Mim.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380880"/>
            <a:ext cx="9144000" cy="5639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Sinto paz mui profunda enfim,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nto paz proveniente da cruz,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Pela fé sinto viver em mim,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Jesus, meu Jesus.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380880"/>
            <a:ext cx="9144000" cy="5639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grande festa do perdão,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Seu real poder,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 concedeu admissão,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quis por mim morrer.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380880"/>
            <a:ext cx="9144000" cy="5639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Sinto paz mui profunda enfim,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nto paz proveniente da cruz,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Pela fé sinto viver em mim,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Jesus, meu Jesus.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380880"/>
            <a:ext cx="9144000" cy="5639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tenho uma viva fé,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não confundirá;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amor de Deus, que puro é,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paz me encherá.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380880"/>
            <a:ext cx="9144000" cy="5639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Sinto paz mui profunda enfim,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Into paz proveniente da cruz,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Pela fé sinto viver em mim,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Jesus, meu Jesus.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2005-12-23T12:08:21Z</dcterms:created>
  <dc:creator>Junior</dc:creator>
  <dc:description/>
  <dc:language>pt-BR</dc:language>
  <cp:lastModifiedBy>Junior</cp:lastModifiedBy>
  <dcterms:modified xsi:type="dcterms:W3CDTF">2005-12-23T12:08:32Z</dcterms:modified>
  <cp:revision>1</cp:revision>
  <dc:subject/>
  <dc:title> 140 A SEGURANÇA DO CRENTE </dc:title>
</cp:coreProperties>
</file>