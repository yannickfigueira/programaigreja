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media/image1.jpeg" ContentType="image/jpe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380880"/>
            <a:ext cx="8229600" cy="13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Clique para editar o formato do texto do título</a:t>
            </a:r>
            <a:endParaRPr b="0" lang="pt-BR" sz="4400" strike="noStrike" u="none">
              <a:solidFill>
                <a:srgbClr val="e5ffff"/>
              </a:solidFill>
              <a:effectLst/>
              <a:uFillTx/>
              <a:latin typeface="Tahoma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981080"/>
            <a:ext cx="8229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85000" lnSpcReduction="9999"/>
          </a:bodyPr>
          <a:p>
            <a:pPr marL="343080" indent="-343080">
              <a:spcBef>
                <a:spcPts val="799"/>
              </a:spcBef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cc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cc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D4B52FB-4470-4742-9065-949A2A7B16EE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380880"/>
            <a:ext cx="8229600" cy="13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Clique para editar o formato do texto do título</a:t>
            </a:r>
            <a:endParaRPr b="0" lang="pt-BR" sz="4400" strike="noStrike" u="none">
              <a:solidFill>
                <a:srgbClr val="e5ffff"/>
              </a:solidFill>
              <a:effectLst/>
              <a:uFillTx/>
              <a:latin typeface="Tahoma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981080"/>
            <a:ext cx="8229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85000" lnSpcReduction="9999"/>
          </a:bodyPr>
          <a:p>
            <a:pPr marL="343080" indent="-343080">
              <a:spcBef>
                <a:spcPts val="799"/>
              </a:spcBef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cc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cc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00ccff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21A5F6E-3316-4F50-9AC5-CADB8D7B48D5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133720"/>
            <a:ext cx="8229600" cy="13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2</a:t>
            </a:r>
            <a:br>
              <a:rPr sz="4000"/>
            </a:br>
            <a:r>
              <a:rPr b="0" lang="pt-BR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Saudosa Lembrança </a:t>
            </a:r>
            <a:endParaRPr b="0" lang="pt-BR" sz="4000" strike="noStrike" u="none">
              <a:solidFill>
                <a:srgbClr val="e5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04920" y="304560"/>
            <a:ext cx="8686800" cy="612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Oh ! Que saudosa lembrança</a:t>
            </a:r>
            <a:br>
              <a:rPr sz="4000"/>
            </a:br>
            <a:r>
              <a:rPr b="0" lang="pt-BR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Tenho de ti, ó Sião,</a:t>
            </a:r>
            <a:br>
              <a:rPr sz="4000"/>
            </a:br>
            <a:r>
              <a:rPr b="0" lang="pt-BR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Terra que eu tanto amo,</a:t>
            </a:r>
            <a:br>
              <a:rPr sz="4000"/>
            </a:br>
            <a:r>
              <a:rPr b="0" lang="pt-BR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Pois és do meu coração.</a:t>
            </a:r>
            <a:br>
              <a:rPr sz="4000"/>
            </a:br>
            <a:r>
              <a:rPr b="0" lang="pt-BR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Eu para ti voarei,</a:t>
            </a:r>
            <a:br>
              <a:rPr sz="4000"/>
            </a:br>
            <a:r>
              <a:rPr b="0" lang="pt-BR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Quando o Senhor meu voltar,</a:t>
            </a:r>
            <a:br>
              <a:rPr sz="4000"/>
            </a:br>
            <a:r>
              <a:rPr b="0" lang="pt-BR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Pois Ele foi para o céu,</a:t>
            </a:r>
            <a:br>
              <a:rPr sz="4000"/>
            </a:br>
            <a:r>
              <a:rPr b="0" lang="pt-BR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E breve vem me buscar.</a:t>
            </a:r>
            <a:endParaRPr b="0" lang="pt-BR" sz="4000" strike="noStrike" u="none">
              <a:solidFill>
                <a:srgbClr val="e5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533160"/>
            <a:ext cx="9144000" cy="6019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Sim, eu porfiarei </a:t>
            </a:r>
            <a:br>
              <a:rPr sz="4000"/>
            </a:br>
            <a:r>
              <a:rPr b="0" lang="pt-BR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Por essa terra de além;</a:t>
            </a:r>
            <a:br>
              <a:rPr sz="4000"/>
            </a:br>
            <a:r>
              <a:rPr b="0" lang="pt-BR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E lá terminarei </a:t>
            </a:r>
            <a:br>
              <a:rPr sz="4000"/>
            </a:br>
            <a:r>
              <a:rPr b="0" lang="pt-BR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As muitas lutas de aquém;</a:t>
            </a:r>
            <a:br>
              <a:rPr sz="4000"/>
            </a:br>
            <a:r>
              <a:rPr b="0" lang="pt-BR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Lá está meu bom Senhor, </a:t>
            </a:r>
            <a:br>
              <a:rPr sz="4000"/>
            </a:br>
            <a:r>
              <a:rPr b="0" lang="pt-BR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Ao qual eu desejo ver;</a:t>
            </a:r>
            <a:br>
              <a:rPr sz="4000"/>
            </a:br>
            <a:r>
              <a:rPr b="0" lang="pt-BR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Ele é tudo pra mim, </a:t>
            </a:r>
            <a:br>
              <a:rPr sz="4000"/>
            </a:br>
            <a:r>
              <a:rPr b="0" lang="pt-BR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E sem Ele não posso viver.</a:t>
            </a:r>
            <a:endParaRPr b="0" lang="pt-BR" sz="4000" strike="noStrike" u="none">
              <a:solidFill>
                <a:srgbClr val="e5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58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Bela, mui bela, é a esperança,</a:t>
            </a:r>
            <a:br>
              <a:rPr sz="4000"/>
            </a:br>
            <a:r>
              <a:rPr b="0" lang="pt-BR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Dos que vigiam por ti,</a:t>
            </a:r>
            <a:br>
              <a:rPr sz="4000"/>
            </a:br>
            <a:r>
              <a:rPr b="0" lang="pt-BR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Pois eles recebem força,</a:t>
            </a:r>
            <a:br>
              <a:rPr sz="4000"/>
            </a:br>
            <a:r>
              <a:rPr b="0" lang="pt-BR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Que só se encontra ali;</a:t>
            </a:r>
            <a:br>
              <a:rPr sz="4000"/>
            </a:br>
            <a:r>
              <a:rPr b="0" lang="pt-BR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Os que procuram chegar</a:t>
            </a:r>
            <a:br>
              <a:rPr sz="4000"/>
            </a:br>
            <a:r>
              <a:rPr b="0" lang="pt-BR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Ao teu regaço, ó Sião,</a:t>
            </a:r>
            <a:br>
              <a:rPr sz="4000"/>
            </a:br>
            <a:r>
              <a:rPr b="0" lang="pt-BR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Livres serão de pecar</a:t>
            </a:r>
            <a:br>
              <a:rPr sz="4000"/>
            </a:br>
            <a:r>
              <a:rPr b="0" lang="pt-BR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E de toda a tentação.</a:t>
            </a:r>
            <a:br>
              <a:rPr sz="4000"/>
            </a:br>
            <a:endParaRPr b="0" lang="pt-BR" sz="4000" strike="noStrike" u="none">
              <a:solidFill>
                <a:srgbClr val="e5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380880"/>
            <a:ext cx="8229600" cy="601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Sim, eu porfiarei </a:t>
            </a:r>
            <a:br>
              <a:rPr sz="4000"/>
            </a:br>
            <a:r>
              <a:rPr b="0" lang="pt-BR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Por essa terra de além;</a:t>
            </a:r>
            <a:br>
              <a:rPr sz="4000"/>
            </a:br>
            <a:r>
              <a:rPr b="0" lang="pt-BR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E lá terminarei </a:t>
            </a:r>
            <a:br>
              <a:rPr sz="4000"/>
            </a:br>
            <a:r>
              <a:rPr b="0" lang="pt-BR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As muitas lutas de aquém;</a:t>
            </a:r>
            <a:br>
              <a:rPr sz="4000"/>
            </a:br>
            <a:r>
              <a:rPr b="0" lang="pt-BR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Lá está meu bom Senhor, </a:t>
            </a:r>
            <a:br>
              <a:rPr sz="4000"/>
            </a:br>
            <a:r>
              <a:rPr b="0" lang="pt-BR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Ao qual eu desejo ver;</a:t>
            </a:r>
            <a:br>
              <a:rPr sz="4000"/>
            </a:br>
            <a:r>
              <a:rPr b="0" lang="pt-BR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Ele é tudo pra mim, </a:t>
            </a:r>
            <a:br>
              <a:rPr sz="4000"/>
            </a:br>
            <a:r>
              <a:rPr b="0" lang="pt-BR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E sem Ele não posso viver.</a:t>
            </a:r>
            <a:endParaRPr b="0" lang="pt-BR" sz="4000" strike="noStrike" u="none">
              <a:solidFill>
                <a:srgbClr val="e5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Diz a Sagrada Escritura,</a:t>
            </a:r>
            <a:br>
              <a:rPr sz="4000"/>
            </a:br>
            <a:r>
              <a:rPr b="0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Que são formosos os pés</a:t>
            </a:r>
            <a:br>
              <a:rPr sz="4000"/>
            </a:br>
            <a:r>
              <a:rPr b="0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Daqueles que boas novas</a:t>
            </a:r>
            <a:br>
              <a:rPr sz="4000"/>
            </a:br>
            <a:r>
              <a:rPr b="0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Levam para os infiéis;</a:t>
            </a:r>
            <a:br>
              <a:rPr sz="4000"/>
            </a:br>
            <a:r>
              <a:rPr b="0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E, se tão belo é falar</a:t>
            </a:r>
            <a:br>
              <a:rPr sz="4000"/>
            </a:br>
            <a:r>
              <a:rPr b="0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Dessas grandezas, aqui,</a:t>
            </a:r>
            <a:br>
              <a:rPr sz="4000"/>
            </a:br>
            <a:r>
              <a:rPr b="0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Que não será o gozar</a:t>
            </a:r>
            <a:br>
              <a:rPr sz="4000"/>
            </a:br>
            <a:r>
              <a:rPr b="0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A graça que existe ali.</a:t>
            </a:r>
            <a:br>
              <a:rPr sz="4000"/>
            </a:br>
            <a:r>
              <a:rPr b="0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	</a:t>
            </a:r>
            <a:r>
              <a:rPr b="0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	</a:t>
            </a:r>
            <a:r>
              <a:rPr b="0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	</a:t>
            </a:r>
            <a:r>
              <a:rPr b="0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	</a:t>
            </a:r>
            <a:r>
              <a:rPr b="0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	</a:t>
            </a:r>
            <a:r>
              <a:rPr b="0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	</a:t>
            </a:r>
            <a:r>
              <a:rPr b="0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      </a:t>
            </a:r>
            <a:r>
              <a:rPr b="0" lang="en-US" sz="18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A.N</a:t>
            </a:r>
            <a:r>
              <a:rPr b="0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	</a:t>
            </a:r>
            <a:br>
              <a:rPr sz="4000"/>
            </a:br>
            <a:endParaRPr b="0" lang="pt-BR" sz="4000" strike="noStrike" u="none">
              <a:solidFill>
                <a:srgbClr val="e5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380880"/>
            <a:ext cx="8229600" cy="556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Sim, eu porfiarei </a:t>
            </a:r>
            <a:br>
              <a:rPr sz="4000"/>
            </a:br>
            <a:r>
              <a:rPr b="0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Por essa terra de além;</a:t>
            </a:r>
            <a:br>
              <a:rPr sz="4000"/>
            </a:br>
            <a:r>
              <a:rPr b="0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E lá terminarei </a:t>
            </a:r>
            <a:br>
              <a:rPr sz="4000"/>
            </a:br>
            <a:r>
              <a:rPr b="0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As muitas lutas de aquém;</a:t>
            </a:r>
            <a:br>
              <a:rPr sz="4000"/>
            </a:br>
            <a:r>
              <a:rPr b="0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Lá está meu bom Senhor, </a:t>
            </a:r>
            <a:br>
              <a:rPr sz="4000"/>
            </a:br>
            <a:r>
              <a:rPr b="0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Ao qual eu desejo ver;</a:t>
            </a:r>
            <a:br>
              <a:rPr sz="4000"/>
            </a:br>
            <a:r>
              <a:rPr b="0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Ele é tudo pra mim, </a:t>
            </a:r>
            <a:br>
              <a:rPr sz="4000"/>
            </a:br>
            <a:r>
              <a:rPr b="0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E sem Ele não posso viver.</a:t>
            </a:r>
            <a:endParaRPr b="0" lang="pt-BR" sz="4000" strike="noStrike" u="none">
              <a:solidFill>
                <a:srgbClr val="e5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380880"/>
            <a:ext cx="8229600" cy="556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Sim, eu porfiarei </a:t>
            </a:r>
            <a:br>
              <a:rPr sz="4000"/>
            </a:br>
            <a:r>
              <a:rPr b="0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Por essa terra de além;</a:t>
            </a:r>
            <a:br>
              <a:rPr sz="4000"/>
            </a:br>
            <a:r>
              <a:rPr b="0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E lá terminarei </a:t>
            </a:r>
            <a:br>
              <a:rPr sz="4000"/>
            </a:br>
            <a:r>
              <a:rPr b="0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As muitas lutas de aquém;</a:t>
            </a:r>
            <a:br>
              <a:rPr sz="4000"/>
            </a:br>
            <a:r>
              <a:rPr b="0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Lá está meu bom Senhor, </a:t>
            </a:r>
            <a:br>
              <a:rPr sz="4000"/>
            </a:br>
            <a:r>
              <a:rPr b="0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Ao qual eu desejo ver;</a:t>
            </a:r>
            <a:br>
              <a:rPr sz="4000"/>
            </a:br>
            <a:r>
              <a:rPr b="0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Ele é tudo pra mim, </a:t>
            </a:r>
            <a:br>
              <a:rPr sz="4000"/>
            </a:br>
            <a:r>
              <a:rPr b="0" lang="en-US" sz="4000" strike="noStrike" u="none">
                <a:solidFill>
                  <a:srgbClr val="e5ffff"/>
                </a:solidFill>
                <a:effectLst/>
                <a:uFillTx/>
                <a:latin typeface="Tahoma"/>
              </a:rPr>
              <a:t>E sem Ele não posso viver.</a:t>
            </a:r>
            <a:endParaRPr b="0" lang="pt-BR" sz="4000" strike="noStrike" u="none">
              <a:solidFill>
                <a:srgbClr val="e5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2004-10-24T20:56:05Z</dcterms:created>
  <dc:creator>owner</dc:creator>
  <dc:description/>
  <dc:language>pt-BR</dc:language>
  <cp:lastModifiedBy>User041</cp:lastModifiedBy>
  <dcterms:modified xsi:type="dcterms:W3CDTF">2006-06-18T19:21:52Z</dcterms:modified>
  <cp:revision>7</cp:revision>
  <dc:subject/>
  <dc:title>Saudosa lembrança Oh ! Que saudosa lembrança Tenho de ti o sião Tera que eu tanto amo Pois és do meu coração Eu para ti voarei Quando o Senhor meu voltar Pois Ele foi para o céu E breve vem me buscar  Sim eu porfiarei por essa terra de além E lá terminarei as muitas lutas de aquém Lá está meu bom Senhor ao qual eu desejo ver Ele é tudo pra mim e sem Ele nao posso viver  Bela mui bela é a esperança Dos que vigiam por ti Pois eles recebem força Que só se encontra ali Os que procuram chegar Ao teu regaço ó Sião Livres serão de pecar E de toda a tentação  Diz a Sagrada Escritura</dc:title>
</cp:coreProperties>
</file>