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CE280-71DA-40CE-8C30-85F3A987F4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C3AAF-614B-449A-8F97-18417B18B4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A1DD17-629B-4710-AF7E-6379512B2B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de Deus revelada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Jesus, meu Senhor,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perdido é dada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Deus d’infinito favor.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mim basta a graça de Deus: Jesus;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eu achei em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de Deus é mais doce,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que bens terrestres daqui;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gozo meu choro tornou-se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Correndo Sua graça pra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mim basta a graça de Deus: Jesus;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eu achei em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alta que nuvens celestes,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funda que profundo mar,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da vida fizeste,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nos podemos fartar.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mim basta a graça de Deus: Jesus;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eu achei em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de Deus hoje prova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vives na perdição,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te salva, renova,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limpa teu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mim basta a graça de Deus: Jesus;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graça,</a:t>
            </a:r>
            <a:br>
              <a:rPr sz="3800"/>
            </a:b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eu achei em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2005-12-23T16:10:35Z</dcterms:created>
  <dc:creator>Junior</dc:creator>
  <dc:description/>
  <dc:language>pt-BR</dc:language>
  <cp:lastModifiedBy>Junior</cp:lastModifiedBy>
  <dcterms:modified xsi:type="dcterms:W3CDTF">2006-02-12T18:16:04Z</dcterms:modified>
  <cp:revision>2</cp:revision>
  <dc:subject/>
  <dc:title>205 GRAÇA, GRAÇA </dc:title>
</cp:coreProperties>
</file>