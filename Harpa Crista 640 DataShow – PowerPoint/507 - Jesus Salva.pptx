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DF1866-9E6C-4D41-9F05-287379DBC6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5956C-1154-441D-9CFE-50C9D44CAD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E5177E-6C06-42C6-A67B-ED4D3BB6F6D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507 - Jesus Salva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Salvador te quer salvar, Ó pecador, vem sem tardar;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no teu coração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gloriosa salvação!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salva, Jesus salva,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salva o pecador.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ama, hoje te chama,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Sua voz de amor;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salva, Jesus salva,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salva o pecador.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 agora, vem sem demora,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entregar ao Senhor.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O Salvador te chama, vem, Recebe logo o sumo bem; A salvação, o dom de Deus,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Cristo, o Rei dos céus.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O Salvador, chorando está,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não te entregas já?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hoje mesmo a Jesus.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receber celeste luz!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2005-12-24T11:45:49Z</dcterms:created>
  <dc:creator>Junior</dc:creator>
  <dc:description/>
  <dc:language>pt-BR</dc:language>
  <cp:lastModifiedBy>Junior</cp:lastModifiedBy>
  <dcterms:modified xsi:type="dcterms:W3CDTF">2005-12-24T11:45:51Z</dcterms:modified>
  <cp:revision>1</cp:revision>
  <dc:subject/>
  <dc:title>507 - Jesus Salva </dc:title>
</cp:coreProperties>
</file>