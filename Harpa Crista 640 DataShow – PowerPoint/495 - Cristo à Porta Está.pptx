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91F25E-5855-4125-BB91-E8B64F22AD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3B9291-22EA-4353-A0E1-8B11AABECC9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4032863-8CF6-411A-A23C-B1560759790A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05704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495 – Cristo à Porta Está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Cristo á porta está;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Bate sempre para entrar;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ouvires abre já;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 o coração.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 o coração!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 o coração!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quer te libertar;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 o coração!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bate ainda lá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E, se não abrires já,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triste voltará;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 o coração!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 o coração!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 o coração!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quer te libertar;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 o coração!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bate, abre já,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Abre, sim, ó pecador!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juízo à porta está;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 o coração!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 o coração!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 o coração!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quer te libertar;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 o coração!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2005-12-24T19:18:02Z</dcterms:created>
  <dc:creator>Junior</dc:creator>
  <dc:description/>
  <dc:language>pt-BR</dc:language>
  <cp:lastModifiedBy>Junior</cp:lastModifiedBy>
  <dcterms:modified xsi:type="dcterms:W3CDTF">2005-12-24T19:18:04Z</dcterms:modified>
  <cp:revision>1</cp:revision>
  <dc:subject/>
  <dc:title>495 – Cristo à Porta Está </dc:title>
</cp:coreProperties>
</file>