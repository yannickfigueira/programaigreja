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5467EB9-CD1D-4A29-B663-779B12FD47D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E4F9721-03C2-4CC8-9CC3-ABD430C2EF6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4E305ED-955F-481B-BF1E-E591C3F03094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218</a:t>
            </a:r>
            <a:br>
              <a:rPr sz="4000"/>
            </a:b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DÁ TEU FARDO A JESUS</a:t>
            </a: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77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Só em Jesus, queres tu descansar?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Dá teu fardo a Jesus.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Paz e socorro não podes achar?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Dá teu fardo a Jesus.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77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Dá teu fardo a Jesus,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As trevas fará em luz.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Cristo um abrigo,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Terás no perigo,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Ó, dá teu fardo a Jesus.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77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Paz redentora tu’alma terá,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Dá teu fardo a Jesus.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de inquietudes te libertará.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Dá teu fardo a Jesus.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77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Dá teu fardo a Jesus,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As trevas fará em luz.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Cristo um abrigo,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Terás no perigo,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Ó, dá teu fardo a Jesus.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77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Das grandes lutas não queiras fugir, Dá teu fardo a Jesus.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santo gozo não podes fruir,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Dá teu fardo a Jesus.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77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Dá teu fardo a Jesus,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As trevas fará em luz.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Cristo um abrigo,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Terás no perigo,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Ó, dá teu fardo a Jesus.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77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Males te assaltam aos mil, pecador? Dá teu fardo a Jesus.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Vais já cansado de penas e de dor?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Dá teu fardo a Jesus.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77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Dá teu fardo a Jesus,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As trevas fará em luz.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Cristo um abrigo,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Terás no perigo,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Ó, dá teu fardo a Jesus.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77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Crista virá dissipar teu temor,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Dá teu fardo a Jesus.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Pois, aos Seus santos, dá sempre vigor,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Dá teu fardo a Jesus.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77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Dá teu fardo a Jesus,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As trevas fará em luz.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Cristo um abrigo,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Terás no perigo,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Ó, dá teu fardo a Jesus.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2005-12-23T19:01:03Z</dcterms:created>
  <dc:creator>Junior</dc:creator>
  <dc:description/>
  <dc:language>pt-BR</dc:language>
  <cp:lastModifiedBy>Junior</cp:lastModifiedBy>
  <dcterms:modified xsi:type="dcterms:W3CDTF">2005-12-23T19:01:18Z</dcterms:modified>
  <cp:revision>1</cp:revision>
  <dc:subject/>
  <dc:title>218 DÁ TEU FARDO A JESUS </dc:title>
</cp:coreProperties>
</file>