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118B5B-8F21-4343-9CC7-163ADB8F90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D57FC6-4EA3-49B0-969D-5283C7AEEE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F0EF28-5FE2-47BB-B069-1B2E351C79F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567 - Sou Feliz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 feliz, feliz, feliz no meu viver!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 feliz, pois tenho um grande Salvador.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quando me salvou com o seu poder,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alegre, mui feliz no seu amor.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2005-12-26T22:20:07Z</dcterms:created>
  <dc:creator>Junior</dc:creator>
  <dc:description/>
  <dc:language>pt-BR</dc:language>
  <cp:lastModifiedBy>Junior</cp:lastModifiedBy>
  <dcterms:modified xsi:type="dcterms:W3CDTF">2005-12-26T22:20:08Z</dcterms:modified>
  <cp:revision>1</cp:revision>
  <dc:subject/>
  <dc:title>567 - Sou Feliz  </dc:title>
</cp:coreProperties>
</file>