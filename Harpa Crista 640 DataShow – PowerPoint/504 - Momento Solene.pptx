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774F0C-CD4E-4407-8CD0-2132F4FD3B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763219-420A-4129-94D7-C02389D0CA3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5791419-E19F-421B-A8DC-B91B280FDFA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504 - Momento Solene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solene o momento;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expirando o ano está;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Presto como o pensamento,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que resta passará.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 Débil sopro é a existência,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Breve, efêmera qual flor;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somente tem a ciência,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ao tempo dá valor.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 Nome, fama, império, glória...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Nada humano fica em pé;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só firme é a vitória,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se alcança pela fé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 Néscio o homem que atrás corre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alcançar bens sob os céus;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Ai do mísero que morre,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achar a paz de Deus!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324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 A insondável eternidade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bendita por Jesus,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me dá imortalidade,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Gozo eterno, plena luz!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2005-12-24T11:49:25Z</dcterms:created>
  <dc:creator>Junior</dc:creator>
  <dc:description/>
  <dc:language>pt-BR</dc:language>
  <cp:lastModifiedBy>Junior</cp:lastModifiedBy>
  <dcterms:modified xsi:type="dcterms:W3CDTF">2005-12-24T11:49:28Z</dcterms:modified>
  <cp:revision>1</cp:revision>
  <dc:subject/>
  <dc:title>504 - Momento Solene </dc:title>
</cp:coreProperties>
</file>