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74AD3D-910D-4DD2-9FC1-4E07D75CF7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62BF0B-54DE-4427-B285-5CF66F1F67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35846D-90FF-43E8-925E-EB025CF9E3C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FIEIS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fiéis, sim, a Ti, nós seremos, Por Tua graça, á Cristo, Senhor! Sempre fiéis, sim, por Ti lutaremos. Sob Teu pendão, á Jesus,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fiéis, irmãos!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 sejamos.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 a Crista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até à morte, por nós prosseguiu,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libertou-nos, morrendo na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Ti viver, ó bendito Cordeiro,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não deseja - se Te conhecer? Quem, que se diga cristão verdadeiro, Pronto não 'steja, por Ti a sofrer?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fiéis, irmãos!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 sejamos.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 a Crista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até à morte, por nós prosseguiu,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libertou-nos, morrendo na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Salvador, quão fraquinhos nós somos,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podemos deixar de cair,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por Ti mesmo guardados não formos?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Quem, té à morte, Te pode seguir?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fiéis, irmãos!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 sejamos.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 a Crista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até à morte, por nós prosseguiu,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libertou-nos, morrendo na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fiéis, sim, mesmo até à morte! Sempre fiéis - Tomemos a cruz!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a divisa que a nós nos pertence, Aos libertados por Cristo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fiéis, irmãos!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 sejamos.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fiéis a Crista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até à morte, por nós prosseguiu,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libertou-nos, morrendo na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2005-12-22T23:04:15Z</dcterms:created>
  <dc:creator>Junior</dc:creator>
  <dc:description/>
  <dc:language>pt-BR</dc:language>
  <cp:lastModifiedBy>Junior</cp:lastModifiedBy>
  <dcterms:modified xsi:type="dcterms:W3CDTF">2005-12-22T23:04:27Z</dcterms:modified>
  <cp:revision>1</cp:revision>
  <dc:subject/>
  <dc:title>50 SEMPRE FIEIS </dc:title>
</cp:coreProperties>
</file>