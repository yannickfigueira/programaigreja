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F4B03-04A2-4DEC-B276-4A802ADE71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FBF3B1-B42C-4489-BA60-B6F58641D4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DAE37F-F02F-4615-9C95-844CEB277CA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207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 DIVINA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 divina Visão de paz ditosa, De Cristo, santa esposa,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Radiante de esplendor;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fontes cristalinas,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vivos teus altares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anjos, aos milhares,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cingem ao redor.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Mansão do Rei bendito,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doze tuas portas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são transpostas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seres imortais;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livros têm escritos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nomes dos remidos;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ti, serão ouvidos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hinos celestiais.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Santos moradores,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glorioso canto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Proferem ao Deus santo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já lhes perdoou;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Entoam mil louvores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Cristo, qual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manso, num madeiro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eles se imolou!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mesmo Cristo amemos,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mesmo Deus temamos,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que por fé andamos,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Levando a Sua cruz;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prontos fruiremos,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umbrais passados,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gozos preparados,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glória, com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2005-12-23T17:15:27Z</dcterms:created>
  <dc:creator>Junior</dc:creator>
  <dc:description/>
  <dc:language>pt-BR</dc:language>
  <cp:lastModifiedBy>Junior</cp:lastModifiedBy>
  <dcterms:modified xsi:type="dcterms:W3CDTF">2005-12-23T17:15:37Z</dcterms:modified>
  <cp:revision>1</cp:revision>
  <dc:subject/>
  <dc:title>207 JERUSALÉM DIVINA </dc:title>
</cp:coreProperties>
</file>