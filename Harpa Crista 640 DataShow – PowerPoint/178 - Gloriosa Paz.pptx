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08168E-8DF0-4BE6-A6E1-4941C9BD93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2F2D5-D7CA-42D5-B77D-E253BF32C8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76FD49-0A9C-44B3-BB6E-A28AC103B30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178</a:t>
            </a:r>
            <a:br>
              <a:rPr sz="4800"/>
            </a:b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GLORIOSA PAZ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Crendo em Cristo Jesus vim obter Gloriosa paz, perfeita, paz: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Inda que dores açoitei meu ser,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Tenho doce paz!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Paz, paz, gloriosa paz;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Paz, paz, perfeita paz;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Desde que Cristo minh'alma salvou, Tenho doce paz!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 insondável, qual um grande mar,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Gloriosa paz, perfeita paz;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Posso nos braços de Deus repousar,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Tenho doce paz!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Paz, paz, gloriosa paz;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Paz, paz, perfeita paz;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Desde que Cristo minh'alma salvou, Tenho doce paz!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8000" y="274680"/>
            <a:ext cx="821844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 inefável de Deus, que faz bem, Gloriosa paz, perfeita paz;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dá alento à alma também,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Tenho doce paz!</a:t>
            </a:r>
            <a:br>
              <a:rPr sz="40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Paz, paz, gloriosa paz;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Paz, paz, perfeita paz;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Desde que Cristo minh'alma salvou, Tenho doce paz!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E, nos conflitos com o tentador,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Gloriosa paz, perfeita paz,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Jesus me fará vencedor,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Tenho doce paz!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P.L.M.</a:t>
            </a:r>
            <a:br>
              <a:rPr sz="1400"/>
            </a:b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Paz, paz, gloriosa paz;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Paz, paz, perfeita paz;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Desde que Cristo minh'alma salvou, Tenho doce paz!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2005-10-16T02:05:10Z</dcterms:created>
  <dc:creator>Montagna</dc:creator>
  <dc:description/>
  <dc:language>pt-BR</dc:language>
  <cp:lastModifiedBy>Junior</cp:lastModifiedBy>
  <dcterms:modified xsi:type="dcterms:W3CDTF">2005-10-17T13:32:46Z</dcterms:modified>
  <cp:revision>3</cp:revision>
  <dc:subject/>
  <dc:title>178 - GLORIOSA PAZ </dc:title>
</cp:coreProperties>
</file>