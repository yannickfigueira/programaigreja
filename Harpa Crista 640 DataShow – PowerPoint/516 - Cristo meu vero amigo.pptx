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DB7A2-166C-433B-93A4-DEAA6F2F29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8CB39-7B30-4415-BE28-2EEE3BFE67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DDDFEB-7A4E-4495-B756-F6B60919D49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MEU VERO AMIGO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Antes eu não conhecia a Jesus o Salvador;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vivia em pecados e temor;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achei que minhas culpas, sobre Si Jesus levou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gozo nunca mais aqui cessou.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Cristo meu vero amigo,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minhas culpas perdoou.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Cristo meu vero amigo,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minh’alma libertou.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Antes, eu não conhecia essa purificação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poder que desejava o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vigor das promessas a minh’a!ma transformou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á fonte viva me levou.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Pronto estou pra ir com Cristo a mensagem proclamar,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vinhas onde vou a trabalhar;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eu sei que é poderoso;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me dará; E vitória plena me concederá.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2005-12-24T11:29:26Z</dcterms:created>
  <dc:creator>Junior</dc:creator>
  <dc:description/>
  <dc:language>pt-BR</dc:language>
  <cp:lastModifiedBy>Junior</cp:lastModifiedBy>
  <dcterms:modified xsi:type="dcterms:W3CDTF">2005-12-24T11:29:38Z</dcterms:modified>
  <cp:revision>1</cp:revision>
  <dc:subject/>
  <dc:title>516 CRISTO, MEU VERO AMIGO </dc:title>
</cp:coreProperties>
</file>