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549FCD-475E-41DA-B989-40314C8B29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2D58C7-3246-4A27-9EC2-EB62FB75ED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FBB8D8-75F9-4CE2-A722-3D472739153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141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Guia-me Sempre Meu Senhor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51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Aonde guiar-me meu Senhor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Eu seguirei, por Seu amor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É Sua mão que me conduz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Por mim ferida sobre a cruz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51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Guia-me sempre, meu Senhor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Guia meus passos Salvador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Tu me compras-te sobre a cruz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Rege-me em tudo, meu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Acho prazer em Te seguir,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Descanso e paz me faz sentir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Doce é a mim o Teu querer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Gozo me traz Te obedecer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44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Guia-me sempre, meu Senhor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Guia meus passos Salvador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Tu me compras-te sobre a cruz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Rege-me em tudo, meu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2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Sigo sem medo o meu Senhor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Que me encheu do Seu amor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Sentindo perto a Sua mão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Posso cantar na escuridão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05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Guia-me sempre, meu Senhor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Guia meus passos Salvador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Tu me compras-te sobre a cruz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Rege-me em tudo, meu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498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Para Seu reino me conduz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Pelo jardim e pela cruz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Lá ficou morto o velho eu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Lá meu espírito reviveu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13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Guia-me sempre, meu Senhor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Guia meus passos Salvador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Tu me compras-te sobre a cruz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Rege-me em tudo, meu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59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Guia-me sempre, meu Senhor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Guia meus passos Salvador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Tu me compras-te sobre a cruz</a:t>
            </a:r>
            <a:br>
              <a:rPr sz="4400"/>
            </a:br>
            <a:r>
              <a:rPr b="0" lang="pt-BR" sz="4400" strike="noStrike" u="none">
                <a:solidFill>
                  <a:srgbClr val="e4c9ff"/>
                </a:solidFill>
                <a:effectLst/>
                <a:uFillTx/>
                <a:latin typeface="Arial"/>
              </a:rPr>
              <a:t>Rege-me em tudo, meu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2005-07-31T19:02:36Z</dcterms:created>
  <dc:creator>Junior</dc:creator>
  <dc:description/>
  <dc:language>pt-BR</dc:language>
  <cp:lastModifiedBy>Junior</cp:lastModifiedBy>
  <dcterms:modified xsi:type="dcterms:W3CDTF">2005-08-21T14:29:27Z</dcterms:modified>
  <cp:revision>3</cp:revision>
  <dc:subject/>
  <dc:title>141 Guia-me Sempre Meu Senhor</dc:title>
</cp:coreProperties>
</file>