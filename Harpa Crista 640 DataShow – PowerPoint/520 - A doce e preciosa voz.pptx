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9B948E-24A2-4862-A006-E8B01F0A9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A2AFD0-FDF5-40EE-B536-609EBFAEF1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8DA57A-004F-4C5D-B135-B2228214117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520 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DOCE E PRECIOSA VOZ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me achei num estado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tristeza e dor,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prevendo da vida o fim;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exulto ao lembrar-me da hora feliz,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Cristo olhou para mim.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Era só Sua doce e preciosa voz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sempre ouvia soar,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recebia esperança,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havia de curar.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Hoje, eu bem alegre testifico a vós,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Jesus, o meu bom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o meu defensor, o meu guia e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conforto, na luta, na 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Era só Sua doce e preciosa voz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sempre ouvia soar,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recebia esperança,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havia de curar.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Oh!Que dia ditoso e belo pra mim,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ouvi a voz de meu Senhor,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Exortanto-me a nEle eu bem confiar,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curou-me, por Seu grande amor!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Era só Sua doce e preciosa voz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eu sempre ouvia soar,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Então, recebia esperança,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me havia de curar.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2005-12-24T11:20:04Z</dcterms:created>
  <dc:creator>Junior</dc:creator>
  <dc:description/>
  <dc:language>pt-BR</dc:language>
  <cp:lastModifiedBy>Junior</cp:lastModifiedBy>
  <dcterms:modified xsi:type="dcterms:W3CDTF">2005-12-24T11:20:23Z</dcterms:modified>
  <cp:revision>1</cp:revision>
  <dc:subject/>
  <dc:title>520  A DOCE E PRECIOSA VOZ </dc:title>
</cp:coreProperties>
</file>