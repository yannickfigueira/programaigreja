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905658E-5AC3-42AD-846D-8D15072FB56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AA3D343-1CEF-42D1-A478-9D3218B333B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DBD1D28-1777-4A26-8E38-21BE73D74A91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0" y="1828440"/>
            <a:ext cx="91440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183</a:t>
            </a:r>
            <a:br>
              <a:rPr sz="4000"/>
            </a:b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RESSUSCITOU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5715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 sepultura, para o céu, Jesus voltou, Depois que o pecado aniquilou;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gran poder foi que ressuscitou,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liberdade aos presos proclamou; Tremendo, a terra O saudou,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que da morte se levantou.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5715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Ressuscitou! Ressuscitou!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para o céu Jesus tornou;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 voltará, também de lá,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neste mundo, então reinará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5715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riso, o pranto dos discípulos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tornou,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vivo, Cristo se apresentou;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“Parti p’ra Galiléia, ordenou,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a promessa santa revelou: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“Poder do alto, eu vos dou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ao meu Pai, pedi-lo vou". 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5715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Ressuscitou! Ressuscitou!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para o céu Jesus tornou;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 voltará, também de lá,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neste mundo, então reinará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5715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a Sua mão divina levantou, Abençoando seres que salvou,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E, triunfante, para o céu tornou.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uma nuvem logo O ocultou;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 a promessa lhes deixou: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“Eis que convosco pra sempre estou”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5715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Ressuscitou! Ressuscitou!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para o céu Jesus tornou;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 voltará, também de lá,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neste mundo, então reinará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5715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Sentado à destra de Deus Pai,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está,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Sua Esposa suplicando já;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mundo disto não cogita cá,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Porque não vê a luz que brilha lá;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Mui breve, Cristo voltará,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Mas, só os Seus, ao céu levará.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5715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Ressuscitou! Ressuscitou!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para o céu Jesus tornou;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 voltará, também de lá,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neste mundo, então reinará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2005-12-23T13:50:23Z</dcterms:created>
  <dc:creator>Junior</dc:creator>
  <dc:description/>
  <dc:language>pt-BR</dc:language>
  <cp:lastModifiedBy>Junior</cp:lastModifiedBy>
  <dcterms:modified xsi:type="dcterms:W3CDTF">2005-12-23T13:50:35Z</dcterms:modified>
  <cp:revision>1</cp:revision>
  <dc:subject/>
  <dc:title>183 RESSUSCITOU </dc:title>
</cp:coreProperties>
</file>