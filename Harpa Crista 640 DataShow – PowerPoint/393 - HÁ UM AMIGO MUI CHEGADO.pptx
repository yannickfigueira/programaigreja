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07C643-20F6-4DD8-8AAD-F60B4B9459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E6C98-E53E-44F0-A15D-F5403F1AE5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8A1EB6-7366-4414-B9C8-4FF98F2F482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AMIGO MUI CHEGADO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amigo mui chegado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Senhor,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salvou-nos do pecado e do temor;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amigo agonizava,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mundo resgatava,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Deus o amor mostrava;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dai-Lhe louvor!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Conhecê-Lo é ter vida, Cristo Senhor.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nos é permitida paz no labor;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sobre nós derrama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graça, pois nos ama,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p'ra Si a todos chama; dai-Lhe louvor!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é o mesmo, nunca muda, Cristo Senhor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pedra de ajuda; vem, pecador!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maná é no deserto,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guia, amigo certo,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amoré céu aberto; dai-Lhe louvor!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2005-10-21T02:41:20Z</dcterms:created>
  <dc:creator>Montagna</dc:creator>
  <dc:description/>
  <dc:language>pt-BR</dc:language>
  <cp:lastModifiedBy>Montagna</cp:lastModifiedBy>
  <dcterms:modified xsi:type="dcterms:W3CDTF">2005-10-21T02:42:00Z</dcterms:modified>
  <cp:revision>2</cp:revision>
  <dc:subject/>
  <dc:title>393 - HÁ UM AMIGO MUI CHEGADO</dc:title>
</cp:coreProperties>
</file>