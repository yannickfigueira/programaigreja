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409DD-BBFA-4B67-ACB1-37F5340429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B2E519-4276-4F92-94CE-C57CE7598F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DBB195-E913-4C14-AFE6-07A48FECCB0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353 – Vem, ó Pródigo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tu qu’inda vagas no mundo d’horror, Nas trevas e na escuridão,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não descansas em Cristo,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trouxe do céu Salvação.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ó pródigo, ó vem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 foi erguido no alto da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agora de Deus o favor;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vem, sem demora 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jazia na dura prisão,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Cristo, a porta abriu;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crê na mensagem que dá salvação, Pois Cristo na cruz te remiu!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ó pródigo, ó vem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 foi erguido no alto da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agora de Deus o favor;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vem, sem demora 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completo terás em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aceitares o Seu perdão;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deixa o pecado e vem para a luz; Entrega o teu coração.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ó pródigo, ó vem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 foi erguido no alto da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agora de Deus o favor;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vem, sem demora a 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2005-12-26T18:17:04Z</dcterms:created>
  <dc:creator>Junior</dc:creator>
  <dc:description/>
  <dc:language>pt-BR</dc:language>
  <cp:lastModifiedBy>Junior</cp:lastModifiedBy>
  <dcterms:modified xsi:type="dcterms:W3CDTF">2005-12-26T18:17:07Z</dcterms:modified>
  <cp:revision>1</cp:revision>
  <dc:subject/>
  <dc:title>353 – Vem, ó Pródigo </dc:title>
</cp:coreProperties>
</file>