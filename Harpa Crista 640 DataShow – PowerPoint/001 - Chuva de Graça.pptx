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FB03F4-7C9A-4DB6-96AD-EB12B19068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8ACDDA-FC75-46A3-9845-0A6A0172FE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9490295-1BB6-48FF-86B4-6F6D6D0D206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1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de Graça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Deus prometeu com certeza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de graça mandar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Ele nos dá fortaleza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 ricas bênçãos sem par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59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de graça,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pedimos, Senhor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Manda-nos chuvas constantes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do Consolador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685440"/>
            <a:ext cx="8229600" cy="52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Cristo nos tem concedido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O Santo Consolador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De plena paz nos enchido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Para o reinado de amor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51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de graça,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pedimos, Senhor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Manda-nos chuvas constantes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do Consolador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98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Dá-nos, Senhor, amplamente,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Teu grande gozo e poder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Fonte de amor permanente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Põe dentro de nosso ser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533160"/>
            <a:ext cx="8229600" cy="521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de graça,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pedimos, Senhor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Manda-nos chuvas constantes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do Consolador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80880" y="685800"/>
            <a:ext cx="8229600" cy="498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Faze os Teus servos piedosos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Dá-lhes virtude e valor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Dando os Teus dons preciosos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Do Santo Preceptor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	</a:t>
            </a:r>
            <a:r>
              <a:rPr b="0" lang="pt-BR" sz="18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J.R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990360"/>
            <a:ext cx="8229600" cy="422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de graça,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pedimos, Senhor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Manda-nos chuvas constantes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do Consolador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990360"/>
            <a:ext cx="8229600" cy="422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de graça,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pedimos, Senhor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Manda-nos chuvas constantes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Chuvas do Consolador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2005-07-30T01:24:12Z</dcterms:created>
  <dc:creator>Junior</dc:creator>
  <dc:description/>
  <dc:language>pt-BR</dc:language>
  <cp:lastModifiedBy>User041</cp:lastModifiedBy>
  <dcterms:modified xsi:type="dcterms:W3CDTF">2006-06-18T19:20:54Z</dcterms:modified>
  <cp:revision>3</cp:revision>
  <dc:subject/>
  <dc:title>1 Chuvas de Graça</dc:title>
</cp:coreProperties>
</file>