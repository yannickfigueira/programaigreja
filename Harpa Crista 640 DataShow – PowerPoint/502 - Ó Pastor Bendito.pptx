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4086F1-4E88-44FA-8175-2B016FCDBB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0272EE-22F9-4665-9ED3-43A1362050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DD55A8-2B50-4159-B1A0-9EBEC83F6DC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502 - Ó Pastor Bendito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Pastor bendito, escuta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Teus filhos a oração,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Cordeirinhos que, na luta,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Dão a Ti seu coração.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Cristo Rei, meu soberano,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que ao repousar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contemple em brando sono,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 busque ao despertar.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Graças mil, Pastor amado,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Teus cordeiros dão,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Tuas mãos, oh! nos têm dado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vestir e nosso pão.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Pequeninos, Te buscamos,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 noite em oração,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Reverentes esperamos,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manhã ua nova unção. Amém.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2005-12-24T11:54:44Z</dcterms:created>
  <dc:creator>Junior</dc:creator>
  <dc:description/>
  <dc:language>pt-BR</dc:language>
  <cp:lastModifiedBy>Junior</cp:lastModifiedBy>
  <dcterms:modified xsi:type="dcterms:W3CDTF">2005-12-24T11:54:47Z</dcterms:modified>
  <cp:revision>1</cp:revision>
  <dc:subject/>
  <dc:title>502 - Ó Pastor Bendito </dc:title>
</cp:coreProperties>
</file>