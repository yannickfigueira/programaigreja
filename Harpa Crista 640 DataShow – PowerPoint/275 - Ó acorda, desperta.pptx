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56224-7AE7-4556-938B-7BDCA3263E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E1EA72-3319-4A09-80E6-C158021C73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24DB2C-152B-453C-9352-C704E9D9350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275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ACORDA, DESPERTA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acorda, desperta dormente,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jazes no sono da morte,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tens uma tão triste sorte.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desperta por Cristo, o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 chama o fiel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na cruz já derramou, Teus pecados ali aniquilou,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respondes: "Não quero, Senhor?”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não sabes que teu próprio alento Vem de Deus, vem a cada momento? Queres tu despertar num tormento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jamais poderá se findar?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hoje te quer libertar,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desperta-te à voz do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Foge logo do abismo de horror,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tu’alma procura tragar.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importas por teres agora,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alma em negra masmorra?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hoje crê, busca-O e adora, Pois assim tu terás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em Cristo no teu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gozo por Ele obterás;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no céu tu habitarás,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recebes agora o perdão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2005-12-23T21:33:50Z</dcterms:created>
  <dc:creator>Junior</dc:creator>
  <dc:description/>
  <dc:language>pt-BR</dc:language>
  <cp:lastModifiedBy>Junior</cp:lastModifiedBy>
  <dcterms:modified xsi:type="dcterms:W3CDTF">2005-12-23T21:34:00Z</dcterms:modified>
  <cp:revision>1</cp:revision>
  <dc:subject/>
  <dc:title> 275 Ó ACORDA, DESPERTA</dc:title>
</cp:coreProperties>
</file>