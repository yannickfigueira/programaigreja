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61B305-8F4F-4450-B728-3907AC0CB5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C9D92C-8014-4149-8BE0-7D1A59E730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ACAF2A-E7BF-4AF4-8CCE-D53B8DC54F0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434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pés, á Jesus Cristo,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face buscarei,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Escutando qual Maria,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palavras de amor;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pés, ó Jesus Cristo,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passado esquecerei,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Tua mão fiel e terna,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me salvo do temor.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pés, ó Jesus Cristo,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Acho terna compaixão,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todos meus pesares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Meus conflitos, minha dor;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Livra-me, ó Jesus Cristo,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cuidados, de aflição,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concede-me constante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 consolador!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pés, ó Jesus Cristo,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desfruto Teu amor,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Teus olhos há doçura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Teu seio proteção;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Dá-me, ó Cristo, a Tua mente.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Dá-me graça e fervor,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que o mundo possa sempre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 em mim a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pés, ó Jesus Cristo,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um gozo divinal!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Teus pés encontro abrigo,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Bondoso Salvador!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Ti, ó Jesus Cristo,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consolo sem igual,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minh'alma abatida,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de horror.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2005-10-21T04:23:47Z</dcterms:created>
  <dc:creator>Montagna</dc:creator>
  <dc:description/>
  <dc:language>pt-BR</dc:language>
  <cp:lastModifiedBy>Montagna</cp:lastModifiedBy>
  <dcterms:modified xsi:type="dcterms:W3CDTF">2005-10-21T04:24:34Z</dcterms:modified>
  <cp:revision>2</cp:revision>
  <dc:subject/>
  <dc:title>434 - A TEUS PÉS</dc:title>
</cp:coreProperties>
</file>