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D74482-0C84-4E65-99E2-96755BB2B2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080478-9773-40DA-9676-9F4C52326A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1D23F0-35AD-463C-801D-B9D176C069B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576 – Assim Como Estou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como estou: sem nada dizer,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Senão que por mim vieste a morrer.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convidaste a ti recorrer: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Jesus, me chego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como estou: sem mais demorar,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alma do mal querendo limpar,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que de tudo me podes lavar: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Jesus, me chego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como estou: em grande aflição.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digno de morte e da perdição,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Rogando-te vida, com paz e perdão: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Jesus, me chego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como estou: o teu grande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vence: e crendo em ti, sem temor,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servir-te, divino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Bendito Jesus, me chego a ti!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2005-12-26T22:43:54Z</dcterms:created>
  <dc:creator>Junior</dc:creator>
  <dc:description/>
  <dc:language>pt-BR</dc:language>
  <cp:lastModifiedBy>Junior</cp:lastModifiedBy>
  <dcterms:modified xsi:type="dcterms:W3CDTF">2005-12-26T22:43:58Z</dcterms:modified>
  <cp:revision>1</cp:revision>
  <dc:subject/>
  <dc:title>576 – Assim Como Estou</dc:title>
</cp:coreProperties>
</file>