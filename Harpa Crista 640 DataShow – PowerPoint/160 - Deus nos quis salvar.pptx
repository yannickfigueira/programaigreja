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media/image2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04378E-E096-4905-8F2A-07E95FB61D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5B4F25-709A-416C-9DCD-BA04DFBB0B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981376-3862-4472-86BD-95D9AA6AFE2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2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24000" y="2276280"/>
            <a:ext cx="8532720" cy="216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160</a:t>
            </a:r>
            <a:br>
              <a:rPr sz="4400"/>
            </a:br>
            <a:r>
              <a:rPr b="1" lang="pt-BR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DEUS NOS QUIS SALVAR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-252720" y="1773360"/>
            <a:ext cx="9396360" cy="508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Irmãos, unidos, vamos publicar </a:t>
            </a:r>
            <a:br>
              <a:rPr sz="4400"/>
            </a:b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salvar, </a:t>
            </a:r>
            <a:br>
              <a:rPr sz="4400"/>
            </a:b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salvar,</a:t>
            </a:r>
            <a:br>
              <a:rPr sz="4400"/>
            </a:b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Com o precioso sangue de Jesus,</a:t>
            </a:r>
            <a:br>
              <a:rPr sz="4400"/>
            </a:b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Vertido lá na cruz.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55640" y="1484280"/>
            <a:ext cx="8640720" cy="561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salvar,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salvar,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Co'o sangue do Senhor Jesus;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O irmãos, devemos avançar,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Olhando para a cruz</a:t>
            </a:r>
            <a:br>
              <a:rPr sz="4800"/>
            </a:b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1844640"/>
            <a:ext cx="9144000" cy="50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Irmãos, ao mundo vamos proclamar</a:t>
            </a:r>
            <a:br>
              <a:rPr sz="4400"/>
            </a:b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salvar,</a:t>
            </a:r>
            <a:br>
              <a:rPr sz="4400"/>
            </a:b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salvar.</a:t>
            </a:r>
            <a:br>
              <a:rPr sz="4400"/>
            </a:b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E que, mui breve, há de vir Jesus,</a:t>
            </a:r>
            <a:br>
              <a:rPr sz="4400"/>
            </a:b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Em gloriosa luz.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55640" y="1484280"/>
            <a:ext cx="8640720" cy="561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salvar,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salvar,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Co'o sangue do Senhor Jesus;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O irmãos, devemos avançar,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Olhando para a cruz</a:t>
            </a:r>
            <a:br>
              <a:rPr sz="4800"/>
            </a:b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1628640"/>
            <a:ext cx="9144000" cy="522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Na sã Palavra fomos encontrar </a:t>
            </a:r>
            <a:br>
              <a:rPr sz="4400"/>
            </a:b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salvar, </a:t>
            </a:r>
            <a:br>
              <a:rPr sz="4400"/>
            </a:b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salvar,</a:t>
            </a:r>
            <a:br>
              <a:rPr sz="4400"/>
            </a:b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E que no céu veremos o Senhor, Repletos de amor!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55640" y="1484280"/>
            <a:ext cx="8640720" cy="561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salvar,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salvar,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Co'o sangue do Senhor Jesus;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O irmãos, devemos avançar,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Olhando para a cruz</a:t>
            </a:r>
            <a:br>
              <a:rPr sz="4800"/>
            </a:b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1628640"/>
            <a:ext cx="9144000" cy="522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Alegres, sempre temos que cantar:</a:t>
            </a:r>
            <a:br>
              <a:rPr sz="4400"/>
            </a:b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salvar, </a:t>
            </a:r>
            <a:br>
              <a:rPr sz="4400"/>
            </a:b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salvar.</a:t>
            </a:r>
            <a:br>
              <a:rPr sz="4400"/>
            </a:b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Por Sua graça, pelo Seu amor,</a:t>
            </a:r>
            <a:br>
              <a:rPr sz="4400"/>
            </a:b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Louvemos ao Senhor!</a:t>
            </a: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	</a:t>
            </a:r>
            <a:r>
              <a:rPr b="1" lang="en-US" sz="44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P.L.M.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2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55640" y="1484280"/>
            <a:ext cx="8640720" cy="561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salvar,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Que Deus nos quis salvar,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Co'o sangue do Senhor Jesus;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O irmãos, devemos avançar, </a:t>
            </a:r>
            <a:br>
              <a:rPr sz="4800"/>
            </a:br>
            <a:r>
              <a:rPr b="1" i="1" lang="en-US" sz="4800" strike="noStrike" u="none">
                <a:solidFill>
                  <a:srgbClr val="a50021"/>
                </a:solidFill>
                <a:effectLst/>
                <a:uFillTx/>
                <a:latin typeface="Baskerville Old Face"/>
              </a:rPr>
              <a:t>Olhando para a cruz</a:t>
            </a:r>
            <a:br>
              <a:rPr sz="4800"/>
            </a:b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2005-10-16T01:21:48Z</dcterms:created>
  <dc:creator>Montagna</dc:creator>
  <dc:description/>
  <dc:language>pt-BR</dc:language>
  <cp:lastModifiedBy>User041</cp:lastModifiedBy>
  <dcterms:modified xsi:type="dcterms:W3CDTF">2006-10-08T19:23:26Z</dcterms:modified>
  <cp:revision>4</cp:revision>
  <dc:subject/>
  <dc:title>160 - DEUS NOS QUIS SALVAR </dc:title>
</cp:coreProperties>
</file>