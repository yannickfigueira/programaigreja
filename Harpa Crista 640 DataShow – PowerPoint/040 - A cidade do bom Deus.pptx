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768F40-54DF-40A9-9A98-86D33F83BB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1DD7EC-89F0-4080-B05B-92C22FE8463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7A7862A-2B80-4E61-ACA7-5F1E61A35F8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40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CIDADE DO BOM DEUS</a:t>
            </a:r>
            <a:r>
              <a:rPr b="0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se diz dos teus encantos,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cidade do bom Deus!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soberba te levantas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 as glórias desses céus,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Desde o mundo preparada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Cristo e para os Seus.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de jaspe adamantino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teus muros, ó Sião!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São douradas essas ruas,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os remidos pisarão!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celeste luz banhadas,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Refulgentes sempre estão!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próprio Deus fundada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rocha secular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seguras tuas portas!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as pode ameaçar?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Igualmente, quão seguro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Quem por ela lá entrar! 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Quão felizes são teus filhos,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Vendo a face do Senhor!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mais a tome sentem,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Nunca sentem mais a 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os anjos desfrutando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Pleno gozo, paz e amor!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trono do Cordeiro,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Noite e dia, sem cessar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Corre o rio de água viva,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todos saciar!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com Cristo, vão teus filhos, Satisfeitos descansar!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304560"/>
            <a:ext cx="9144000" cy="5562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Se, por Teu amor infindo,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Sião eu filho for,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Zombe o mundo e escarneça,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importa,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que do Teu gozo eterno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Mesmo aqui tenho o penhor! 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2005-12-22T22:24:14Z</dcterms:created>
  <dc:creator>Junior</dc:creator>
  <dc:description/>
  <dc:language>pt-BR</dc:language>
  <cp:lastModifiedBy>Junior</cp:lastModifiedBy>
  <dcterms:modified xsi:type="dcterms:W3CDTF">2005-12-22T22:25:03Z</dcterms:modified>
  <cp:revision>1</cp:revision>
  <dc:subject/>
  <dc:title>40 A CIDADE DO BOM DEUS   </dc:title>
</cp:coreProperties>
</file>