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992449-5D50-442D-A84F-93526C0F265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0298683-4173-44F9-AD4E-C99849AA2B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5893143-BBD5-4CD6-842F-5CE209E40D4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522 - O Rei da Glória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da glória, quem será,</a:t>
            </a:r>
            <a:br>
              <a:rPr sz="4000"/>
            </a:b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Senhor onipotente?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Só Deus, o Filho, o pode ser.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reina eternamente.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chagas que Ele recebeu,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morte que na cruz sofreu,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provam cabalmente!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A morte que Ele à morte deu,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Ganhando a vitória,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sepultura que rompeu,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Subindo à excelsa glória,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Declaram Seu real poder,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ao mundo dão a conhecer,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Cristo é o Rei da glória!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Eis, elevado lá no céu,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Rei da glória,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li reinando além do véu,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Deus, na eterna glória,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Onde remida multidão,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Num êxtase de adoração,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 a Jesus a glória!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Quão feliz quem nEle crer,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vê-Lo-á na glória!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todo aquel’que renascer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 o penhor da glória!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Confessa ser um pecador.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Confia só no Salvador,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Jesus, o Rei da glória!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2005-12-26T19:51:14Z</dcterms:created>
  <dc:creator>Junior</dc:creator>
  <dc:description/>
  <dc:language>pt-BR</dc:language>
  <cp:lastModifiedBy>Junior</cp:lastModifiedBy>
  <dcterms:modified xsi:type="dcterms:W3CDTF">2005-12-26T19:51:18Z</dcterms:modified>
  <cp:revision>1</cp:revision>
  <dc:subject/>
  <dc:title>522 - O Rei da Glória</dc:title>
</cp:coreProperties>
</file>