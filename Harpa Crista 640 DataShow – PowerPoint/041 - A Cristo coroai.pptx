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E0C3DC-0792-4823-8769-A31F001713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3D4AE-0C23-465B-A840-D3BEFDA5B9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542918-D80A-4401-864A-9CCE37F50F5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COROAI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coroai! Que por nós encarnou,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Deus, o Santo Deus e Pai,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homens revelou.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Sua compaixão! Eis Sua mansidão!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vê a Cristo, vê ao Pai;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vê Seu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coroai! De tudo o Criador,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Filho do eterno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mundo, o Salvador,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Jesus Emanuel, o grande Redentor! Em busca dos perdidos,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o nosso bom Pastor.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coroai!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sobre a cruz, ganhou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nós eterna redenção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o céu voltou!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o Rei dos reis! O Príncipe da paz! Jesus, da morte, o vencedor,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Salvação nos traz.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coroai! De todos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a multidão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céus aclama com fervor!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 Cordeiro ali,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sobre o trono está!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vive e reina lá por nós,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cedo voltará.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2005-12-22T22:30:09Z</dcterms:created>
  <dc:creator>Junior</dc:creator>
  <dc:description/>
  <dc:language>pt-BR</dc:language>
  <cp:lastModifiedBy>Junior</cp:lastModifiedBy>
  <dcterms:modified xsi:type="dcterms:W3CDTF">2005-12-22T22:30:23Z</dcterms:modified>
  <cp:revision>1</cp:revision>
  <dc:subject/>
  <dc:title>41 A CRISTO COROAI </dc:title>
</cp:coreProperties>
</file>