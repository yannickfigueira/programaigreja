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592DFD-5C0C-47E3-85C2-142D3B6F28D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FF2806-354E-49FB-883C-4D1D7A4E466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05E9E3B-F988-42AB-9DCB-8F8E6E7EE798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189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AO SALVADOR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Chegado à cruz do meu bom Senhor, Prostrado aos pés do Redentor,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ouviu todo meu clamor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ao Salvador.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ao Salvador!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ao Salvador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Agora sei que Ele me salvou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ao Salvador!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maravilha! Jesus me amou,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Tudo de graça me perdoou;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Quebrou meus laços e me livrou;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ao Salvador!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ao Salvador!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ao Salvador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Agora sei que Ele me salvou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ao Salvador!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Junto à cruz, inda há lugar,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Vem, ó aflito, sem demorar,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está pronto pra te salvar,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Vinde ao Salvador!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ao Salvador!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ao Salvador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Agora sei que Ele me salvou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ao Salvador!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2005-12-23T14:27:24Z</dcterms:created>
  <dc:creator>Junior</dc:creator>
  <dc:description/>
  <dc:language>pt-BR</dc:language>
  <cp:lastModifiedBy>Junior</cp:lastModifiedBy>
  <dcterms:modified xsi:type="dcterms:W3CDTF">2005-12-23T14:27:33Z</dcterms:modified>
  <cp:revision>1</cp:revision>
  <dc:subject/>
  <dc:title>189 GLÓRIA AO SALVADOR </dc:title>
</cp:coreProperties>
</file>