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png" ContentType="image/png"/>
  <Default Extension="jpeg" ContentType="image/jpeg"/>
  <Override PartName="/_rels/.rels" ContentType="application/vnd.openxmlformats-package.relationships+xml"/>
  <Override PartName="/docProps/core.xml" ContentType="application/vnd.openxmlformats-package.core-properties+xml"/>
  <Override PartName="/docProps/app.xml" ContentType="application/vnd.openxmlformats-officedocument.extended-properties+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Masters/_rels/slideMaster1.xml.rels" ContentType="application/vnd.openxmlformats-package.relationships+xml"/>
  <Override PartName="/ppt/theme/theme1.xml" ContentType="application/vnd.openxmlformats-officedocument.theme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_rels/slideLayout1.xml.rels" ContentType="application/vnd.openxmlformats-package.relationships+xml"/>
  <Override PartName="/ppt/slideLayouts/_rels/slideLayout2.xml.rels" ContentType="application/vnd.openxmlformats-package.relationships+xml"/>
  <Override PartName="/ppt/_rels/presentation.xml.rels" ContentType="application/vnd.openxmlformats-package.relationships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_rels/slide1.xml.rels" ContentType="application/vnd.openxmlformats-package.relationships+xml"/>
  <Override PartName="/ppt/slides/_rels/slide2.xml.rels" ContentType="application/vnd.openxmlformats-package.relationships+xml"/>
  <Override PartName="/ppt/slides/_rels/slide3.xml.rels" ContentType="application/vnd.openxmlformats-package.relationships+xml"/>
  <Override PartName="/ppt/slides/_rels/slide4.xml.rels" ContentType="application/vnd.openxmlformats-package.relationships+xml"/>
  <Override PartName="/ppt/slides/_rels/slide5.xml.rels" ContentType="application/vnd.openxmlformats-package.relationships+xml"/>
  <Override PartName="/ppt/slides/_rels/slide6.xml.rels" ContentType="application/vnd.openxmlformats-package.relationships+xml"/>
  <Override PartName="/ppt/slides/_rels/slide7.xml.rels" ContentType="application/vnd.openxmlformats-package.relationships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presProps.xml" ContentType="application/vnd.openxmlformats-officedocument.presentationml.presProps+xml"/>
</Types>
</file>

<file path=_rels/.rels><?xml version="1.0" encoding="UTF-8"?>
<Relationships xmlns="http://schemas.openxmlformats.org/package/2006/relationships"><Relationship Id="rId1" Type="http://schemas.openxmlformats.org/officedocument/2006/relationships/metadata/core-properties" Target="docProps/core.xml"/><Relationship Id="rId2" Type="http://schemas.openxmlformats.org/officeDocument/2006/relationships/extended-properties" Target="docProps/app.xml"/><Relationship Id="rId3" Type="http://schemas.openxmlformats.org/officeDocument/2006/relationships/officeDocument" Target="ppt/presentation.xml"/>
</Relationships>
</file>

<file path=ppt/presentation.xml><?xml version="1.0" encoding="utf-8"?>
<p:presentation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sldMasterIdLst>
    <p:sldMasterId id="2147483648" r:id="rId2"/>
  </p:sldMasterIdLst>
  <p:sldIdLst>
    <p:sldId id="256" r:id="rId3"/>
    <p:sldId id="257" r:id="rId4"/>
    <p:sldId id="258" r:id="rId5"/>
    <p:sldId id="259" r:id="rId6"/>
    <p:sldId id="260" r:id="rId7"/>
    <p:sldId id="261" r:id="rId8"/>
    <p:sldId id="262" r:id="rId9"/>
  </p:sldIdLst>
  <p:sldSz cx="9144000" cy="6858000"/>
  <p:notesSz cx="6858000" cy="9144000"/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/>
</p:presentationPr>
</file>

<file path=ppt/_rels/presentation.xml.rels><?xml version="1.0" encoding="UTF-8"?>
<Relationships xmlns="http://schemas.openxmlformats.org/package/2006/relationships"><Relationship Id="rId1" Type="http://schemas.openxmlformats.org/officeDocument/2006/relationships/theme" Target="theme/theme1.xml"/><Relationship Id="rId2" Type="http://schemas.openxmlformats.org/officeDocument/2006/relationships/slideMaster" Target="slideMasters/slideMaster1.xml"/><Relationship Id="rId3" Type="http://schemas.openxmlformats.org/officeDocument/2006/relationships/slide" Target="slides/slide1.xml"/><Relationship Id="rId4" Type="http://schemas.openxmlformats.org/officeDocument/2006/relationships/slide" Target="slides/slide2.xml"/><Relationship Id="rId5" Type="http://schemas.openxmlformats.org/officeDocument/2006/relationships/slide" Target="slides/slide3.xml"/><Relationship Id="rId6" Type="http://schemas.openxmlformats.org/officeDocument/2006/relationships/slide" Target="slides/slide4.xml"/><Relationship Id="rId7" Type="http://schemas.openxmlformats.org/officeDocument/2006/relationships/slide" Target="slides/slide5.xml"/><Relationship Id="rId8" Type="http://schemas.openxmlformats.org/officeDocument/2006/relationships/slide" Target="slides/slide6.xml"/><Relationship Id="rId9" Type="http://schemas.openxmlformats.org/officeDocument/2006/relationships/slide" Target="slides/slide7.xml"/><Relationship Id="rId10" Type="http://schemas.openxmlformats.org/officeDocument/2006/relationships/presProps" Target="presProps.xml"/>
</Relationships>
</file>

<file path=ppt/slideLayouts/_rels/slideLayout1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
</Relationships>
</file>

<file path=ppt/slideLayouts/_rels/slideLayout2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
</Relationships>
</file>

<file path=ppt/slideLayouts/slideLayout1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title" preserve="1">
  <p:cSld name="Padrã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PlaceHolder 1"/>
          <p:cNvSpPr>
            <a:spLocks noGrp="1"/>
          </p:cNvSpPr>
          <p:nvPr>
            <p:ph type="title"/>
          </p:nvPr>
        </p:nvSpPr>
        <p:spPr>
          <a:xfrm>
            <a:off x="457200" y="274320"/>
            <a:ext cx="8229600" cy="114300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ctr">
            <a:spAutoFit/>
          </a:bodyPr>
          <a:p>
            <a:pPr indent="0" algn="ctr">
              <a:buNone/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endParaRPr b="0" lang="pt-BR" sz="44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6" name="PlaceHolder 2"/>
          <p:cNvSpPr>
            <a:spLocks noGrp="1"/>
          </p:cNvSpPr>
          <p:nvPr>
            <p:ph type="subTitle"/>
          </p:nvPr>
        </p:nvSpPr>
        <p:spPr>
          <a:xfrm>
            <a:off x="457200" y="1600200"/>
            <a:ext cx="8229600" cy="452592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spAutoFit/>
          </a:bodyPr>
          <a:p>
            <a:pPr indent="0" algn="ctr">
              <a:spcBef>
                <a:spcPts val="799"/>
              </a:spcBef>
              <a:buNone/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endParaRPr b="0" lang="pt-BR" sz="32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4" name="PlaceHolder 3"/>
          <p:cNvSpPr>
            <a:spLocks noGrp="1"/>
          </p:cNvSpPr>
          <p:nvPr>
            <p:ph type="ftr" idx="2"/>
          </p:nvPr>
        </p:nvSpPr>
        <p:spPr/>
        <p:txBody>
          <a:bodyPr/>
          <a:p>
            <a:r>
              <a:t>Footer</a:t>
            </a:r>
          </a:p>
        </p:txBody>
      </p:sp>
      <p:sp>
        <p:nvSpPr>
          <p:cNvPr id="5" name="PlaceHolder 4"/>
          <p:cNvSpPr>
            <a:spLocks noGrp="1"/>
          </p:cNvSpPr>
          <p:nvPr>
            <p:ph type="sldNum" idx="3"/>
          </p:nvPr>
        </p:nvSpPr>
        <p:spPr/>
        <p:txBody>
          <a:bodyPr/>
          <a:p>
            <a:fld id="{15F734F1-7095-4D16-8C57-6A7F42BF923C}" type="slidenum">
              <a:t>&lt;#&gt;</a:t>
            </a:fld>
          </a:p>
        </p:txBody>
      </p:sp>
      <p:sp>
        <p:nvSpPr>
          <p:cNvPr id="6" name="PlaceHolder 5"/>
          <p:cNvSpPr>
            <a:spLocks noGrp="1"/>
          </p:cNvSpPr>
          <p:nvPr>
            <p:ph type="dt" idx="1"/>
          </p:nvPr>
        </p:nvSpPr>
        <p:spPr/>
        <p:txBody>
          <a:bodyPr/>
          <a:p>
            <a:r>
              <a:rPr lang="pt-BR"/>
              <a:t/>
            </a:r>
          </a:p>
        </p:txBody>
      </p:sp>
    </p:spTree>
  </p:cSld>
</p:sldLayout>
</file>

<file path=ppt/slideLayouts/slideLayout2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tx" preserve="1">
  <p:cSld name="Padrã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PlaceHolder 1"/>
          <p:cNvSpPr>
            <a:spLocks noGrp="1"/>
          </p:cNvSpPr>
          <p:nvPr>
            <p:ph type="title"/>
          </p:nvPr>
        </p:nvSpPr>
        <p:spPr>
          <a:xfrm>
            <a:off x="457200" y="274320"/>
            <a:ext cx="8229600" cy="114300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ctr">
            <a:spAutoFit/>
          </a:bodyPr>
          <a:p>
            <a:pPr indent="0" algn="ctr">
              <a:buNone/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endParaRPr b="0" lang="pt-BR" sz="44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8" name="PlaceHolder 2"/>
          <p:cNvSpPr>
            <a:spLocks noGrp="1"/>
          </p:cNvSpPr>
          <p:nvPr>
            <p:ph/>
          </p:nvPr>
        </p:nvSpPr>
        <p:spPr>
          <a:xfrm>
            <a:off x="457200" y="1600200"/>
            <a:ext cx="8229600" cy="452592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/>
          </a:bodyPr>
          <a:p>
            <a:pPr indent="0">
              <a:spcBef>
                <a:spcPts val="799"/>
              </a:spcBef>
              <a:buNone/>
              <a:tabLst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endParaRPr b="0" lang="pt-BR" sz="32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4" name="PlaceHolder 3"/>
          <p:cNvSpPr>
            <a:spLocks noGrp="1"/>
          </p:cNvSpPr>
          <p:nvPr>
            <p:ph type="ftr" idx="2"/>
          </p:nvPr>
        </p:nvSpPr>
        <p:spPr/>
        <p:txBody>
          <a:bodyPr/>
          <a:p>
            <a:r>
              <a:t>Footer</a:t>
            </a:r>
          </a:p>
        </p:txBody>
      </p:sp>
      <p:sp>
        <p:nvSpPr>
          <p:cNvPr id="5" name="PlaceHolder 4"/>
          <p:cNvSpPr>
            <a:spLocks noGrp="1"/>
          </p:cNvSpPr>
          <p:nvPr>
            <p:ph type="sldNum" idx="3"/>
          </p:nvPr>
        </p:nvSpPr>
        <p:spPr/>
        <p:txBody>
          <a:bodyPr/>
          <a:p>
            <a:fld id="{CABAD2F2-7345-423E-A57D-7B90B5D22C2B}" type="slidenum">
              <a:t>&lt;#&gt;</a:t>
            </a:fld>
          </a:p>
        </p:txBody>
      </p:sp>
      <p:sp>
        <p:nvSpPr>
          <p:cNvPr id="6" name="PlaceHolder 5"/>
          <p:cNvSpPr>
            <a:spLocks noGrp="1"/>
          </p:cNvSpPr>
          <p:nvPr>
            <p:ph type="dt" idx="1"/>
          </p:nvPr>
        </p:nvSpPr>
        <p:spPr/>
        <p:txBody>
          <a:bodyPr/>
          <a:p>
            <a:r>
              <a:rPr lang="pt-BR"/>
              <a:t/>
            </a:r>
          </a:p>
        </p:txBody>
      </p:sp>
    </p:spTree>
  </p:cSld>
</p:sldLayout>
</file>

<file path=ppt/slideMasters/_rels/slideMaster1.xml.rels><?xml version="1.0" encoding="UTF-8"?>
<Relationships xmlns="http://schemas.openxmlformats.org/package/2006/relationships"><Relationship Id="rId1" Type="http://schemas.openxmlformats.org/officeDocument/2006/relationships/theme" Target="../theme/theme1.xml"/><Relationship Id="rId2" Type="http://schemas.openxmlformats.org/officeDocument/2006/relationships/slideLayout" Target="../slideLayouts/slideLayout1.xml"/><Relationship Id="rId3" Type="http://schemas.openxmlformats.org/officeDocument/2006/relationships/slideLayout" Target="../slideLayouts/slideLayout2.xml"/>
</Relationships>
</file>

<file path=ppt/slideMasters/slideMaster1.xml><?xml version="1.0" encoding="utf-8"?>
<p:sldMaster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0" name="PlaceHolder 1"/>
          <p:cNvSpPr>
            <a:spLocks noGrp="1"/>
          </p:cNvSpPr>
          <p:nvPr>
            <p:ph type="title"/>
          </p:nvPr>
        </p:nvSpPr>
        <p:spPr>
          <a:xfrm>
            <a:off x="457200" y="274320"/>
            <a:ext cx="8229600" cy="114300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ctr">
            <a:noAutofit/>
          </a:bodyPr>
          <a:p>
            <a:pPr indent="0" algn="ctr">
              <a:buNone/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pt-BR" sz="44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Clique para editar o formato do texto do título</a:t>
            </a:r>
            <a:endParaRPr b="0" lang="pt-BR" sz="44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" name="PlaceHolder 2"/>
          <p:cNvSpPr>
            <a:spLocks noGrp="1"/>
          </p:cNvSpPr>
          <p:nvPr>
            <p:ph type="body"/>
          </p:nvPr>
        </p:nvSpPr>
        <p:spPr>
          <a:xfrm>
            <a:off x="457200" y="1600200"/>
            <a:ext cx="8229600" cy="452592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 fontScale="92500" lnSpcReduction="9999"/>
          </a:bodyPr>
          <a:p>
            <a:pPr marL="343080" indent="-343080">
              <a:spcBef>
                <a:spcPts val="799"/>
              </a:spcBef>
              <a:buClr>
                <a:srgbClr val="000000"/>
              </a:buClr>
              <a:buFont typeface="Arial"/>
              <a:buChar char="•"/>
              <a:tabLst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pt-BR" sz="32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Clique para editar o formato de texto dos tópicos</a:t>
            </a:r>
            <a:endParaRPr b="0" lang="pt-BR" sz="32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1" marL="743040" indent="-285840">
              <a:spcBef>
                <a:spcPts val="799"/>
              </a:spcBef>
              <a:buClr>
                <a:srgbClr val="000000"/>
              </a:buClr>
              <a:buFont typeface="Arial"/>
              <a:buChar char="–"/>
              <a:tabLst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pt-BR" sz="32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2.º nível de tópicos</a:t>
            </a:r>
            <a:endParaRPr b="0" lang="pt-BR" sz="32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2" marL="1143000" indent="-228600">
              <a:spcBef>
                <a:spcPts val="799"/>
              </a:spcBef>
              <a:buClr>
                <a:srgbClr val="000000"/>
              </a:buClr>
              <a:buFont typeface="Arial"/>
              <a:buChar char="•"/>
              <a:tabLst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pt-BR" sz="32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3.º nível de tópicos</a:t>
            </a:r>
            <a:endParaRPr b="0" lang="pt-BR" sz="32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3" marL="1600200" indent="-228600">
              <a:spcBef>
                <a:spcPts val="799"/>
              </a:spcBef>
              <a:buClr>
                <a:srgbClr val="000000"/>
              </a:buClr>
              <a:buFont typeface="Arial"/>
              <a:buChar char="–"/>
              <a:tabLst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pt-BR" sz="32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4.º nível de tópicos</a:t>
            </a:r>
            <a:endParaRPr b="0" lang="pt-BR" sz="32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4" marL="2057400" indent="-228600">
              <a:spcBef>
                <a:spcPts val="799"/>
              </a:spcBef>
              <a:buClr>
                <a:srgbClr val="000000"/>
              </a:buClr>
              <a:buFont typeface="Arial"/>
              <a:buChar char="»"/>
              <a:tabLst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pt-BR" sz="32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5.º nível de tópicos</a:t>
            </a:r>
            <a:endParaRPr b="0" lang="pt-BR" sz="32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5" marL="2057400" indent="-228600">
              <a:spcBef>
                <a:spcPts val="799"/>
              </a:spcBef>
              <a:buClr>
                <a:srgbClr val="000000"/>
              </a:buClr>
              <a:buFont typeface="Arial"/>
              <a:buChar char="»"/>
              <a:tabLst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pt-BR" sz="32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6.º nível de tópicos</a:t>
            </a:r>
            <a:endParaRPr b="0" lang="pt-BR" sz="32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6" marL="2057400" indent="-228600">
              <a:spcBef>
                <a:spcPts val="799"/>
              </a:spcBef>
              <a:buClr>
                <a:srgbClr val="000000"/>
              </a:buClr>
              <a:buFont typeface="Arial"/>
              <a:buChar char="»"/>
              <a:tabLst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pt-BR" sz="32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7.º nível de tópicos</a:t>
            </a:r>
            <a:endParaRPr b="0" lang="pt-BR" sz="32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2" name="PlaceHolder 3"/>
          <p:cNvSpPr>
            <a:spLocks noGrp="1"/>
          </p:cNvSpPr>
          <p:nvPr>
            <p:ph type="dt" idx="1"/>
          </p:nvPr>
        </p:nvSpPr>
        <p:spPr>
          <a:xfrm>
            <a:off x="456840" y="6244920"/>
            <a:ext cx="2133720" cy="47628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Autofit/>
          </a:bodyPr>
          <a:lstStyle>
            <a:lvl1pPr indent="0">
              <a:buNone/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  <a:defRPr b="0" lang="pt-BR" sz="1400" strike="noStrike" u="none">
                <a:solidFill>
                  <a:srgbClr val="000000"/>
                </a:solidFill>
                <a:effectLst/>
                <a:uFillTx/>
                <a:latin typeface="Arial"/>
              </a:defRPr>
            </a:lvl1pPr>
          </a:lstStyle>
          <a:p>
            <a:pPr indent="0">
              <a:buNone/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pt-BR" sz="14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&lt;data/hora&gt;</a:t>
            </a:r>
            <a:endParaRPr b="0" lang="pt-BR" sz="14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3" name="PlaceHolder 4"/>
          <p:cNvSpPr>
            <a:spLocks noGrp="1"/>
          </p:cNvSpPr>
          <p:nvPr>
            <p:ph type="ftr" idx="2"/>
          </p:nvPr>
        </p:nvSpPr>
        <p:spPr>
          <a:xfrm>
            <a:off x="3124080" y="6244920"/>
            <a:ext cx="2895840" cy="47628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Autofit/>
          </a:bodyPr>
          <a:lstStyle>
            <a:lvl1pPr indent="0" algn="ctr">
              <a:buNone/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  <a:defRPr b="0" lang="pt-BR" sz="1400" strike="noStrike" u="none">
                <a:solidFill>
                  <a:srgbClr val="000000"/>
                </a:solidFill>
                <a:effectLst/>
                <a:uFillTx/>
                <a:latin typeface="Arial"/>
              </a:defRPr>
            </a:lvl1pPr>
          </a:lstStyle>
          <a:p>
            <a:pPr indent="0" algn="ctr">
              <a:buNone/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pt-BR" sz="14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&lt;rodapé&gt;</a:t>
            </a:r>
            <a:endParaRPr b="0" lang="pt-BR" sz="14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4" name="PlaceHolder 5"/>
          <p:cNvSpPr>
            <a:spLocks noGrp="1"/>
          </p:cNvSpPr>
          <p:nvPr>
            <p:ph type="sldNum" idx="3"/>
          </p:nvPr>
        </p:nvSpPr>
        <p:spPr>
          <a:xfrm>
            <a:off x="6552720" y="6244920"/>
            <a:ext cx="2133720" cy="47628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Autofit/>
          </a:bodyPr>
          <a:lstStyle>
            <a:lvl1pPr indent="0" algn="r">
              <a:buNone/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  <a:defRPr b="0" lang="pt-BR" sz="1400" strike="noStrike" u="none">
                <a:solidFill>
                  <a:srgbClr val="000000"/>
                </a:solidFill>
                <a:effectLst/>
                <a:uFillTx/>
                <a:latin typeface="Arial"/>
              </a:defRPr>
            </a:lvl1pPr>
          </a:lstStyle>
          <a:p>
            <a:pPr indent="0" algn="r">
              <a:buNone/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fld id="{8342353B-3814-479B-806F-680DF843358D}" type="slidenum">
              <a:rPr b="0" lang="pt-BR" sz="14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&lt;número&gt;</a:t>
            </a:fld>
            <a:endParaRPr b="0" lang="pt-BR" sz="14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2"/>
    <p:sldLayoutId id="2147483650" r:id="rId3"/>
  </p:sldLayoutIdLst>
</p:sldMaster>
</file>

<file path=ppt/slides/_rels/slide1.xml.rels><?xml version="1.0" encoding="UTF-8"?>
<Relationships xmlns="http://schemas.openxmlformats.org/package/2006/relationships"><Relationship Id="rId1" Type="http://schemas.openxmlformats.org/officeDocument/2006/relationships/slideLayout" Target="../slideLayouts/slideLayout1.xml"/>
</Relationships>
</file>

<file path=ppt/slides/_rels/slide2.xml.rels><?xml version="1.0" encoding="UTF-8"?>
<Relationships xmlns="http://schemas.openxmlformats.org/package/2006/relationships"><Relationship Id="rId1" Type="http://schemas.openxmlformats.org/officeDocument/2006/relationships/slideLayout" Target="../slideLayouts/slideLayout2.xml"/>
</Relationships>
</file>

<file path=ppt/slides/_rels/slide3.xml.rels><?xml version="1.0" encoding="UTF-8"?>
<Relationships xmlns="http://schemas.openxmlformats.org/package/2006/relationships"><Relationship Id="rId1" Type="http://schemas.openxmlformats.org/officeDocument/2006/relationships/slideLayout" Target="../slideLayouts/slideLayout2.xml"/>
</Relationships>
</file>

<file path=ppt/slides/_rels/slide4.xml.rels><?xml version="1.0" encoding="UTF-8"?>
<Relationships xmlns="http://schemas.openxmlformats.org/package/2006/relationships"><Relationship Id="rId1" Type="http://schemas.openxmlformats.org/officeDocument/2006/relationships/slideLayout" Target="../slideLayouts/slideLayout2.xml"/>
</Relationships>
</file>

<file path=ppt/slides/_rels/slide5.xml.rels><?xml version="1.0" encoding="UTF-8"?>
<Relationships xmlns="http://schemas.openxmlformats.org/package/2006/relationships"><Relationship Id="rId1" Type="http://schemas.openxmlformats.org/officeDocument/2006/relationships/slideLayout" Target="../slideLayouts/slideLayout2.xml"/>
</Relationships>
</file>

<file path=ppt/slides/_rels/slide6.xml.rels><?xml version="1.0" encoding="UTF-8"?>
<Relationships xmlns="http://schemas.openxmlformats.org/package/2006/relationships"><Relationship Id="rId1" Type="http://schemas.openxmlformats.org/officeDocument/2006/relationships/slideLayout" Target="../slideLayouts/slideLayout2.xml"/>
</Relationships>
</file>

<file path=ppt/slides/_rels/slide7.xml.rels><?xml version="1.0" encoding="UTF-8"?>
<Relationships xmlns="http://schemas.openxmlformats.org/package/2006/relationships"><Relationship Id="rId1" Type="http://schemas.openxmlformats.org/officeDocument/2006/relationships/slideLayout" Target="../slideLayouts/slideLayout2.xml"/>
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PlaceHolder 1"/>
          <p:cNvSpPr>
            <a:spLocks noGrp="1"/>
          </p:cNvSpPr>
          <p:nvPr>
            <p:ph type="title"/>
          </p:nvPr>
        </p:nvSpPr>
        <p:spPr>
          <a:xfrm>
            <a:off x="685800" y="2130120"/>
            <a:ext cx="7772400" cy="146988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ctr">
            <a:noAutofit/>
          </a:bodyPr>
          <a:p>
            <a:pPr indent="0" algn="ctr">
              <a:buNone/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1" lang="pt-BR" sz="44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372</a:t>
            </a:r>
            <a:br>
              <a:rPr sz="4400"/>
            </a:br>
            <a:r>
              <a:rPr b="1" lang="pt-BR" sz="44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VENCERÁ</a:t>
            </a:r>
            <a:endParaRPr b="0" lang="pt-BR" sz="44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PlaceHolder 1"/>
          <p:cNvSpPr>
            <a:spLocks noGrp="1"/>
          </p:cNvSpPr>
          <p:nvPr>
            <p:ph type="title"/>
          </p:nvPr>
        </p:nvSpPr>
        <p:spPr>
          <a:xfrm>
            <a:off x="457200" y="274320"/>
            <a:ext cx="8229600" cy="624996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ctr">
            <a:noAutofit/>
          </a:bodyPr>
          <a:p>
            <a:pPr indent="0" algn="ctr">
              <a:buNone/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pt-BR" sz="36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Quem possui a Cristo, nEle firme está, </a:t>
            </a:r>
            <a:br>
              <a:rPr sz="3600"/>
            </a:br>
            <a:r>
              <a:rPr b="0" lang="pt-BR" sz="36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Achará poder para o mal combater; </a:t>
            </a:r>
            <a:br>
              <a:rPr sz="3600"/>
            </a:br>
            <a:r>
              <a:rPr b="0" lang="pt-BR" sz="36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Porque Suas promessas Ele cumprirá. </a:t>
            </a:r>
            <a:br>
              <a:rPr sz="3600"/>
            </a:br>
            <a:r>
              <a:rPr b="0" lang="pt-BR" sz="36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Quem está em Cristo, sempre há de vencer.</a:t>
            </a:r>
            <a:r>
              <a:rPr b="0" lang="en-US" sz="44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 </a:t>
            </a:r>
            <a:endParaRPr b="0" lang="pt-BR" sz="44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" name="PlaceHolder 1"/>
          <p:cNvSpPr>
            <a:spLocks noGrp="1"/>
          </p:cNvSpPr>
          <p:nvPr>
            <p:ph type="title"/>
          </p:nvPr>
        </p:nvSpPr>
        <p:spPr>
          <a:xfrm>
            <a:off x="457200" y="274680"/>
            <a:ext cx="8229600" cy="610704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ctr">
            <a:noAutofit/>
          </a:bodyPr>
          <a:p>
            <a:pPr indent="0" algn="ctr">
              <a:buNone/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1" i="1" lang="pt-BR" sz="36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Vencerá, vencerá, por Seu sangue vencerá; </a:t>
            </a:r>
            <a:br>
              <a:rPr sz="3600"/>
            </a:br>
            <a:r>
              <a:rPr b="1" i="1" lang="pt-BR" sz="36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Vencerá, vencerá, sempre vencerá;</a:t>
            </a:r>
            <a:br>
              <a:rPr sz="3600"/>
            </a:br>
            <a:r>
              <a:rPr b="1" i="1" lang="pt-BR" sz="36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Pois Jesus que impera, </a:t>
            </a:r>
            <a:br>
              <a:rPr sz="3600"/>
            </a:br>
            <a:r>
              <a:rPr b="1" i="1" lang="pt-BR" sz="36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novas forças dá; </a:t>
            </a:r>
            <a:br>
              <a:rPr sz="3600"/>
            </a:br>
            <a:r>
              <a:rPr b="1" i="1" lang="pt-BR" sz="36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E quem nEle espera sempre vencerá.</a:t>
            </a:r>
            <a:endParaRPr b="0" lang="pt-BR" sz="36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" name="PlaceHolder 1"/>
          <p:cNvSpPr>
            <a:spLocks noGrp="1"/>
          </p:cNvSpPr>
          <p:nvPr>
            <p:ph type="title"/>
          </p:nvPr>
        </p:nvSpPr>
        <p:spPr>
          <a:xfrm>
            <a:off x="457200" y="274680"/>
            <a:ext cx="8229600" cy="610704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ctr">
            <a:noAutofit/>
          </a:bodyPr>
          <a:p>
            <a:pPr indent="0" algn="ctr">
              <a:buNone/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pt-BR" sz="36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Em qualquer batalha, não desmaiará; </a:t>
            </a:r>
            <a:br>
              <a:rPr sz="3600"/>
            </a:br>
            <a:r>
              <a:rPr b="0" lang="pt-BR" sz="36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Do poder das trevas há de triunfar; </a:t>
            </a:r>
            <a:br>
              <a:rPr sz="3600"/>
            </a:br>
            <a:r>
              <a:rPr b="0" lang="pt-BR" sz="36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Deus lhe dará forças, nunca falhará; </a:t>
            </a:r>
            <a:br>
              <a:rPr sz="3600"/>
            </a:br>
            <a:r>
              <a:rPr b="0" lang="pt-BR" sz="36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Porque Jeová combate em seu lugar.</a:t>
            </a:r>
            <a:r>
              <a:rPr b="0" lang="en-US" sz="44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 </a:t>
            </a:r>
            <a:endParaRPr b="0" lang="pt-BR" sz="44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" name="PlaceHolder 1"/>
          <p:cNvSpPr>
            <a:spLocks noGrp="1"/>
          </p:cNvSpPr>
          <p:nvPr>
            <p:ph type="title"/>
          </p:nvPr>
        </p:nvSpPr>
        <p:spPr>
          <a:xfrm>
            <a:off x="457200" y="274680"/>
            <a:ext cx="8229600" cy="610704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ctr">
            <a:noAutofit/>
          </a:bodyPr>
          <a:p>
            <a:pPr indent="0" algn="ctr">
              <a:buNone/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1" i="1" lang="pt-BR" sz="36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Vencerá, vencerá, por Seu sangue vencerá; </a:t>
            </a:r>
            <a:br>
              <a:rPr sz="3600"/>
            </a:br>
            <a:r>
              <a:rPr b="1" i="1" lang="pt-BR" sz="36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Vencerá, vencerá, sempre vencerá;</a:t>
            </a:r>
            <a:br>
              <a:rPr sz="3600"/>
            </a:br>
            <a:r>
              <a:rPr b="1" i="1" lang="pt-BR" sz="36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Pois Jesus que impera, </a:t>
            </a:r>
            <a:br>
              <a:rPr sz="3600"/>
            </a:br>
            <a:r>
              <a:rPr b="1" i="1" lang="pt-BR" sz="36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novas forças dá; </a:t>
            </a:r>
            <a:br>
              <a:rPr sz="3600"/>
            </a:br>
            <a:r>
              <a:rPr b="1" i="1" lang="pt-BR" sz="36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E quem nEle espera sempre vencerá.</a:t>
            </a:r>
            <a:endParaRPr b="0" lang="pt-BR" sz="36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" name="PlaceHolder 1"/>
          <p:cNvSpPr>
            <a:spLocks noGrp="1"/>
          </p:cNvSpPr>
          <p:nvPr>
            <p:ph type="title"/>
          </p:nvPr>
        </p:nvSpPr>
        <p:spPr>
          <a:xfrm>
            <a:off x="457200" y="274320"/>
            <a:ext cx="8229600" cy="617868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ctr">
            <a:noAutofit/>
          </a:bodyPr>
          <a:p>
            <a:pPr indent="0" algn="ctr">
              <a:buNone/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pt-BR" sz="36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Entre os inimigos, mui audaz será,</a:t>
            </a:r>
            <a:br>
              <a:rPr sz="3600"/>
            </a:br>
            <a:r>
              <a:rPr b="0" lang="pt-BR" sz="36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Quem unido a Cristo nunca vacilar.</a:t>
            </a:r>
            <a:br>
              <a:rPr sz="3600"/>
            </a:br>
            <a:r>
              <a:rPr b="0" lang="pt-BR" sz="36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Em Jesus firmado, luz espargirá;</a:t>
            </a:r>
            <a:br>
              <a:rPr sz="3600"/>
            </a:br>
            <a:r>
              <a:rPr b="0" lang="pt-BR" sz="36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	</a:t>
            </a:r>
            <a:r>
              <a:rPr b="0" lang="pt-BR" sz="36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A luz do Evangelho para os libertar.</a:t>
            </a:r>
            <a:r>
              <a:rPr b="0" lang="pt-BR" sz="14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	</a:t>
            </a:r>
            <a:br>
              <a:rPr sz="1400"/>
            </a:br>
            <a:r>
              <a:rPr b="0" lang="pt-BR" sz="14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AS.</a:t>
            </a:r>
            <a:r>
              <a:rPr b="0" lang="en-US" sz="44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 </a:t>
            </a:r>
            <a:endParaRPr b="0" lang="pt-BR" sz="44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" name="PlaceHolder 1"/>
          <p:cNvSpPr>
            <a:spLocks noGrp="1"/>
          </p:cNvSpPr>
          <p:nvPr>
            <p:ph type="title"/>
          </p:nvPr>
        </p:nvSpPr>
        <p:spPr>
          <a:xfrm>
            <a:off x="457200" y="274680"/>
            <a:ext cx="8229600" cy="610704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ctr">
            <a:noAutofit/>
          </a:bodyPr>
          <a:p>
            <a:pPr indent="0" algn="ctr">
              <a:buNone/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1" i="1" lang="pt-BR" sz="36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Vencerá, vencerá, por Seu sangue vencerá; </a:t>
            </a:r>
            <a:br>
              <a:rPr sz="3600"/>
            </a:br>
            <a:r>
              <a:rPr b="1" i="1" lang="pt-BR" sz="36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Vencerá, vencerá, sempre vencerá;</a:t>
            </a:r>
            <a:br>
              <a:rPr sz="3600"/>
            </a:br>
            <a:r>
              <a:rPr b="1" i="1" lang="pt-BR" sz="36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Pois Jesus que impera, </a:t>
            </a:r>
            <a:br>
              <a:rPr sz="3600"/>
            </a:br>
            <a:r>
              <a:rPr b="1" i="1" lang="pt-BR" sz="36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novas forças dá; </a:t>
            </a:r>
            <a:br>
              <a:rPr sz="3600"/>
            </a:br>
            <a:r>
              <a:rPr b="1" i="1" lang="pt-BR" sz="36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E quem nEle espera sempre vencerá.</a:t>
            </a:r>
            <a:endParaRPr b="0" lang="pt-BR" sz="36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theme/theme1.xml><?xml version="1.0" encoding="utf-8"?>
<a:theme xmlns:a="http://schemas.openxmlformats.org/drawingml/2006/main" xmlns:r="http://schemas.openxmlformats.org/officeDocument/2006/relationships" name="Office">
  <a:themeElements>
    <a:clrScheme name="LibreOffice">
      <a:dk1>
        <a:srgbClr val="000000"/>
      </a:dk1>
      <a:lt1>
        <a:srgbClr val="ffffff"/>
      </a:lt1>
      <a:dk2>
        <a:srgbClr val="000000"/>
      </a:dk2>
      <a:lt2>
        <a:srgbClr val="ffffff"/>
      </a:lt2>
      <a:accent1>
        <a:srgbClr val="18a303"/>
      </a:accent1>
      <a:accent2>
        <a:srgbClr val="0369a3"/>
      </a:accent2>
      <a:accent3>
        <a:srgbClr val="a33e03"/>
      </a:accent3>
      <a:accent4>
        <a:srgbClr val="8e03a3"/>
      </a:accent4>
      <a:accent5>
        <a:srgbClr val="c99c00"/>
      </a:accent5>
      <a:accent6>
        <a:srgbClr val="c9211e"/>
      </a:accent6>
      <a:hlink>
        <a:srgbClr val="0000ee"/>
      </a:hlink>
      <a:folHlink>
        <a:srgbClr val="551a8b"/>
      </a:folHlink>
    </a:clrScheme>
    <a:fontScheme name="Office">
      <a:majorFont>
        <a:latin typeface="Arial" pitchFamily="0" charset="1"/>
        <a:ea typeface="DejaVu Sans" pitchFamily="0" charset="1"/>
        <a:cs typeface="DejaVu Sans" pitchFamily="0" charset="1"/>
      </a:majorFont>
      <a:minorFont>
        <a:latin typeface="Arial" pitchFamily="0" charset="1"/>
        <a:ea typeface="DejaVu Sans" pitchFamily="0" charset="1"/>
        <a:cs typeface="DejaVu Sans" pitchFamily="0" charset="1"/>
      </a:minorFont>
    </a:fontScheme>
    <a:fmtScheme>
      <a:fillStyleLst>
        <a:solidFill>
          <a:schemeClr val="phClr"/>
        </a:solidFill>
        <a:solidFill>
          <a:schemeClr val="phClr"/>
        </a:solidFill>
        <a:solidFill>
          <a:schemeClr val="phClr"/>
        </a:solidFill>
      </a:fillStyleLst>
      <a:lnStyleLst>
        <a:ln w="6350" cap="flat" cmpd="sng" algn="ctr">
          <a:prstDash val="solid"/>
          <a:miter/>
        </a:ln>
        <a:ln w="6350" cap="flat" cmpd="sng" algn="ctr">
          <a:prstDash val="solid"/>
          <a:miter/>
        </a:ln>
        <a:ln w="6350" cap="flat" cmpd="sng" algn="ctr">
          <a:prstDash val="solid"/>
          <a:miter/>
        </a:ln>
      </a:lnStyleLst>
      <a:effectStyleLst>
        <a:effectStyle>
          <a:effectLst/>
        </a:effectStyle>
        <a:effectStyle>
          <a:effectLst/>
        </a:effectStyle>
        <a:effectStyle>
          <a:effectLst/>
        </a:effectStyle>
      </a:effectStyleLst>
      <a:bgFillStyleLst>
        <a:solidFill>
          <a:schemeClr val="phClr"/>
        </a:solidFill>
        <a:solidFill>
          <a:schemeClr val="phClr"/>
        </a:solidFill>
        <a:solidFill>
          <a:schemeClr val="phClr"/>
        </a:solidFill>
      </a:bgFillStyleLst>
    </a:fmtScheme>
  </a:themeElements>
</a:theme>
</file>

<file path=docProps/app.xml><?xml version="1.0" encoding="utf-8"?>
<Properties xmlns="http://schemas.openxmlformats.org/officeDocument/2006/extended-properties" xmlns:vt="http://schemas.openxmlformats.org/officeDocument/2006/docPropsVTypes">
  <Template/>
  <TotalTime>0</TotalTime>
  <Application>LibreOffice/25.2.6.1$Windows_X86_64 LibreOffice_project/13f8d05e475a6b6572cdd8fe3af1421c659c51c2</Application>
  <AppVersion>15.0000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terms:created xsi:type="dcterms:W3CDTF">2005-10-20T20:20:34Z</dcterms:created>
  <dc:creator>Montagna</dc:creator>
  <dc:description/>
  <dc:language>pt-BR</dc:language>
  <cp:lastModifiedBy>Montagna</cp:lastModifiedBy>
  <dcterms:modified xsi:type="dcterms:W3CDTF">2005-10-20T20:20:50Z</dcterms:modified>
  <cp:revision>2</cp:revision>
  <dc:subject/>
  <dc:title>372 - VENCERÁ</dc:title>
</cp:coreProperties>
</file>