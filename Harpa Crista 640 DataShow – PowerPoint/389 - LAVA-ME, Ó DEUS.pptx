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881435-EDD2-41FE-B921-CDF9B6A87B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4B83B1-D3C1-429A-80E4-80B4DB9D42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CBA827-B3FE-4109-8A51-FB34CF98EF1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LAVA-ME, Ó DEUS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justiça eu quero cumprir,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Alegremente me vou batizar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imersão, para Cristo seguir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meus pecados, assim sepultar.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Lava-me, lava-me, ó Deus de amor,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puro de Cristo Jesus;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 minh'alma mais alva que a luz,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puro de Cristo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das águas eu ressuscitar,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criação nova sou em Jesus;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Posso e Ele servir e honrar,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crer na obra sublime da cruz.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Lava-me, lava-me, ó Deus de amor,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puro de Cristo Jesus;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 minh'alma mais alva que a luz,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puro de Cristo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toda força, meu bom Salvador,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santo nome eu invocarei,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 eu vá de valor em valor,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de luz, onde descansarei.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1400"/>
            </a:b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Lava-me, lava-me, ó Deus de amor,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puro de Cristo Jesus;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 minh'alma mais alva que a luz,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puro de Cristo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2005-10-21T02:49:55Z</dcterms:created>
  <dc:creator>Montagna</dc:creator>
  <dc:description/>
  <dc:language>pt-BR</dc:language>
  <cp:lastModifiedBy>Montagna</cp:lastModifiedBy>
  <dcterms:modified xsi:type="dcterms:W3CDTF">2005-10-21T03:07:39Z</dcterms:modified>
  <cp:revision>2</cp:revision>
  <dc:subject/>
  <dc:title>389 - LAVA-ME, Ó DEUS</dc:title>
</cp:coreProperties>
</file>