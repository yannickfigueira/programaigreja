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F05EC3-C6DF-4592-8E07-3326DCD091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DA7954-00FB-48AC-B575-2C93DD53B4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5A31E5D-B061-4F63-A587-C3FE2D08B637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460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DIZE-O A CRISTO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estás cansado e abatido,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Dize-o a Cristo; Dize-o a Cristo;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te sentes débil, confundido,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Dize-o ao teu Salvador.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Dize-o a Cristo; dize-o a Cristo;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é o amigo mais fiel;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há outro amigo como Cristo,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Dize-o ao Emanuel.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estás de tentação cercado,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Olha p'ra Cristo; olha p'ra Cristo;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rugem hostes do pecado,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Olha p'ra teu Salvador.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Dize-o a Cristo; dize-o a Cristo;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é o amigo mais fiel;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há outro amigo como Cristo,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Dize-o ao Emanuel.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saíram outros já da senda,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Segue a Cristo; segue a Cristo;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aumenta em torno a contenda,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Segue a teu Salvador.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Dize-o a Cristo; dize-o a Cristo;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é o amigo mais fiel;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há outro amigo como Cristo,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Dize-o ao Emanuel.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chegares ao fim da jornada,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Confia em Cristo; confia em Cristo;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Dar-te-á no céu feliz entrada,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Confia em teu Salvador.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Dize-o a Cristo; dize-o a Cristo;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é o amigo mais fiel;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há outro amigo como Cristo,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Dize-o ao Emanuel.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2005-10-21T06:44:07Z</dcterms:created>
  <dc:creator>Montagna</dc:creator>
  <dc:description/>
  <dc:language>pt-BR</dc:language>
  <cp:lastModifiedBy>Montagna</cp:lastModifiedBy>
  <dcterms:modified xsi:type="dcterms:W3CDTF">2005-10-21T06:44:21Z</dcterms:modified>
  <cp:revision>2</cp:revision>
  <dc:subject/>
  <dc:title>460 - DIZE-O A CRISTO </dc:title>
</cp:coreProperties>
</file>