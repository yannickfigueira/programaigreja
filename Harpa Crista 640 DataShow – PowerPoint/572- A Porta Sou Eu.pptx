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28880A-AA15-4003-A811-F98C6C9199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2BAB8F-04DC-41EB-A77F-02CC04D7CE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659361-B52D-4BF7-A6D9-638C7E19B04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572- A Porta Sou Eu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 porta sou eu”. diz o Senhor, “Alguém entrando por mim, por mim, Salvo será, salvo será; salvar-se-á”.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2005-12-26T22:37:06Z</dcterms:created>
  <dc:creator>Junior</dc:creator>
  <dc:description/>
  <dc:language>pt-BR</dc:language>
  <cp:lastModifiedBy>Junior</cp:lastModifiedBy>
  <dcterms:modified xsi:type="dcterms:W3CDTF">2005-12-26T22:37:08Z</dcterms:modified>
  <cp:revision>1</cp:revision>
  <dc:subject/>
  <dc:title>572- A Porta Sou Eu  </dc:title>
</cp:coreProperties>
</file>