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FCF321-14B7-4DE6-84C0-2A918977A8C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2C22E8-0EA0-4818-8586-C5C2A01D464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0C2C97C-BEE4-4092-BA20-579E60222884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307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LOUVOR AO DEUS TRINO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589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Pai, ao Filho, o Redentor,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divinal Consolador;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trino Deus. sim, adorai, Louvor eterno tributai, Amém.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2005-10-19T02:36:18Z</dcterms:created>
  <dc:creator>Montagna</dc:creator>
  <dc:description/>
  <dc:language>pt-BR</dc:language>
  <cp:lastModifiedBy>Montagna</cp:lastModifiedBy>
  <dcterms:modified xsi:type="dcterms:W3CDTF">2005-10-19T02:36:28Z</dcterms:modified>
  <cp:revision>2</cp:revision>
  <dc:subject/>
  <dc:title>307 - LOUVOR AO DEUS TRINO</dc:title>
</cp:coreProperties>
</file>