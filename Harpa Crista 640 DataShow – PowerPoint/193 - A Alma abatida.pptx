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8C7B53B-7F8A-4FAB-81C1-6BE655D83DF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943AE96-A4B4-4306-94C0-5DB77ECD7CF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00099"/>
            </a:gs>
            <a:gs pos="100000">
              <a:srgbClr val="333399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B397D20D-6A63-44F7-BE2A-06881B2A1B15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00099"/>
            </a:gs>
            <a:gs pos="100000">
              <a:srgbClr val="333399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1828800" y="1981080"/>
            <a:ext cx="5867280" cy="1619280"/>
          </a:xfrm>
          <a:prstGeom prst="rect">
            <a:avLst/>
          </a:prstGeom>
          <a:noFill/>
          <a:ln w="57240">
            <a:solidFill>
              <a:srgbClr val="000099"/>
            </a:solidFill>
            <a:miter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ccccff"/>
                </a:solidFill>
                <a:effectLst/>
                <a:uFillTx/>
                <a:latin typeface="Arial"/>
              </a:rPr>
              <a:t>193</a:t>
            </a:r>
            <a:br>
              <a:rPr sz="4400"/>
            </a:br>
            <a:r>
              <a:rPr b="0" lang="pt-BR" sz="4400" strike="noStrike" u="none">
                <a:solidFill>
                  <a:srgbClr val="ccccff"/>
                </a:solidFill>
                <a:effectLst/>
                <a:uFillTx/>
                <a:latin typeface="Arial"/>
              </a:rPr>
              <a:t>A Alma Abatida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00099"/>
            </a:gs>
            <a:gs pos="100000">
              <a:srgbClr val="333399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33520" y="685440"/>
            <a:ext cx="8229600" cy="4876920"/>
          </a:xfrm>
          <a:prstGeom prst="rect">
            <a:avLst/>
          </a:prstGeom>
          <a:noFill/>
          <a:ln w="76320">
            <a:solidFill>
              <a:srgbClr val="000099"/>
            </a:solidFill>
            <a:miter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ccccff"/>
                </a:solidFill>
                <a:effectLst/>
                <a:uFillTx/>
                <a:latin typeface="Arial"/>
              </a:rPr>
              <a:t>Se tu minha alma</a:t>
            </a:r>
            <a:br>
              <a:rPr sz="4400"/>
            </a:br>
            <a:r>
              <a:rPr b="0" lang="pt-BR" sz="4400" strike="noStrike" u="none">
                <a:solidFill>
                  <a:srgbClr val="ccccff"/>
                </a:solidFill>
                <a:effectLst/>
                <a:uFillTx/>
                <a:latin typeface="Arial"/>
              </a:rPr>
              <a:t>A Deus suplicas </a:t>
            </a:r>
            <a:br>
              <a:rPr sz="4400"/>
            </a:br>
            <a:r>
              <a:rPr b="0" lang="pt-BR" sz="4400" strike="noStrike" u="none">
                <a:solidFill>
                  <a:srgbClr val="ccccff"/>
                </a:solidFill>
                <a:effectLst/>
                <a:uFillTx/>
                <a:latin typeface="Arial"/>
              </a:rPr>
              <a:t>E não recebes, confiando fica</a:t>
            </a:r>
            <a:br>
              <a:rPr sz="4400"/>
            </a:br>
            <a:r>
              <a:rPr b="0" lang="pt-BR" sz="4400" strike="noStrike" u="none">
                <a:solidFill>
                  <a:srgbClr val="ccccff"/>
                </a:solidFill>
                <a:effectLst/>
                <a:uFillTx/>
                <a:latin typeface="Arial"/>
              </a:rPr>
              <a:t>Em Suas promessas, </a:t>
            </a:r>
            <a:br>
              <a:rPr sz="4400"/>
            </a:br>
            <a:r>
              <a:rPr b="0" lang="pt-BR" sz="4400" strike="noStrike" u="none">
                <a:solidFill>
                  <a:srgbClr val="ccccff"/>
                </a:solidFill>
                <a:effectLst/>
                <a:uFillTx/>
                <a:latin typeface="Arial"/>
              </a:rPr>
              <a:t>Que são mui ricas</a:t>
            </a:r>
            <a:br>
              <a:rPr sz="4400"/>
            </a:br>
            <a:r>
              <a:rPr b="0" lang="pt-BR" sz="4400" strike="noStrike" u="none">
                <a:solidFill>
                  <a:srgbClr val="ccccff"/>
                </a:solidFill>
                <a:effectLst/>
                <a:uFillTx/>
                <a:latin typeface="Arial"/>
              </a:rPr>
              <a:t>E infalíveis pra te valer.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00099"/>
            </a:gs>
            <a:gs pos="100000">
              <a:srgbClr val="333399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533520" y="609120"/>
            <a:ext cx="8076960" cy="5211720"/>
          </a:xfrm>
          <a:prstGeom prst="rect">
            <a:avLst/>
          </a:prstGeom>
          <a:noFill/>
          <a:ln w="76320">
            <a:solidFill>
              <a:srgbClr val="000099"/>
            </a:solidFill>
            <a:miter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ccccff"/>
                </a:solidFill>
                <a:effectLst/>
                <a:uFillTx/>
                <a:latin typeface="Arial"/>
              </a:rPr>
              <a:t>Por que te abates, </a:t>
            </a:r>
            <a:br>
              <a:rPr sz="4400"/>
            </a:br>
            <a:r>
              <a:rPr b="0" lang="pt-BR" sz="4400" strike="noStrike" u="none">
                <a:solidFill>
                  <a:srgbClr val="ccccff"/>
                </a:solidFill>
                <a:effectLst/>
                <a:uFillTx/>
                <a:latin typeface="Arial"/>
              </a:rPr>
              <a:t>Ó, minha alma?</a:t>
            </a:r>
            <a:br>
              <a:rPr sz="4400"/>
            </a:br>
            <a:r>
              <a:rPr b="0" lang="pt-BR" sz="4400" strike="noStrike" u="none">
                <a:solidFill>
                  <a:srgbClr val="ccccff"/>
                </a:solidFill>
                <a:effectLst/>
                <a:uFillTx/>
                <a:latin typeface="Arial"/>
              </a:rPr>
              <a:t>E te comoves, </a:t>
            </a:r>
            <a:br>
              <a:rPr sz="4400"/>
            </a:br>
            <a:r>
              <a:rPr b="0" lang="pt-BR" sz="4400" strike="noStrike" u="none">
                <a:solidFill>
                  <a:srgbClr val="ccccff"/>
                </a:solidFill>
                <a:effectLst/>
                <a:uFillTx/>
                <a:latin typeface="Arial"/>
              </a:rPr>
              <a:t>Perdendo a calma? </a:t>
            </a:r>
            <a:br>
              <a:rPr sz="4400"/>
            </a:br>
            <a:r>
              <a:rPr b="0" lang="pt-BR" sz="4400" strike="noStrike" u="none">
                <a:solidFill>
                  <a:srgbClr val="ccccff"/>
                </a:solidFill>
                <a:effectLst/>
                <a:uFillTx/>
                <a:latin typeface="Arial"/>
              </a:rPr>
              <a:t>Não tenhas medo, </a:t>
            </a:r>
            <a:br>
              <a:rPr sz="4400"/>
            </a:br>
            <a:r>
              <a:rPr b="0" lang="pt-BR" sz="4400" strike="noStrike" u="none">
                <a:solidFill>
                  <a:srgbClr val="ccccff"/>
                </a:solidFill>
                <a:effectLst/>
                <a:uFillTx/>
                <a:latin typeface="Arial"/>
              </a:rPr>
              <a:t>Em Deus espera,</a:t>
            </a:r>
            <a:br>
              <a:rPr sz="4400"/>
            </a:br>
            <a:r>
              <a:rPr b="0" lang="pt-BR" sz="4400" strike="noStrike" u="none">
                <a:solidFill>
                  <a:srgbClr val="ccccff"/>
                </a:solidFill>
                <a:effectLst/>
                <a:uFillTx/>
                <a:latin typeface="Arial"/>
              </a:rPr>
              <a:t>Porque bem cedo, Jesus virá!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00099"/>
            </a:gs>
            <a:gs pos="100000">
              <a:srgbClr val="333399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533520" y="762120"/>
            <a:ext cx="8229600" cy="4525920"/>
          </a:xfrm>
          <a:prstGeom prst="rect">
            <a:avLst/>
          </a:prstGeom>
          <a:noFill/>
          <a:ln w="76320">
            <a:solidFill>
              <a:srgbClr val="000099"/>
            </a:solidFill>
            <a:miter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ccccff"/>
                </a:solidFill>
                <a:effectLst/>
                <a:uFillTx/>
                <a:latin typeface="Arial"/>
              </a:rPr>
              <a:t>Ele intercede, por ti minha alma</a:t>
            </a:r>
            <a:br>
              <a:rPr sz="4400"/>
            </a:br>
            <a:r>
              <a:rPr b="0" lang="pt-BR" sz="4400" strike="noStrike" u="none">
                <a:solidFill>
                  <a:srgbClr val="ccccff"/>
                </a:solidFill>
                <a:effectLst/>
                <a:uFillTx/>
                <a:latin typeface="Arial"/>
              </a:rPr>
              <a:t>Espera Nele com fé e calma;</a:t>
            </a:r>
            <a:br>
              <a:rPr sz="4400"/>
            </a:br>
            <a:r>
              <a:rPr b="0" lang="pt-BR" sz="4400" strike="noStrike" u="none">
                <a:solidFill>
                  <a:srgbClr val="ccccff"/>
                </a:solidFill>
                <a:effectLst/>
                <a:uFillTx/>
                <a:latin typeface="Arial"/>
              </a:rPr>
              <a:t>Jesus de todos </a:t>
            </a:r>
            <a:br>
              <a:rPr sz="4400"/>
            </a:br>
            <a:r>
              <a:rPr b="0" lang="pt-BR" sz="4400" strike="noStrike" u="none">
                <a:solidFill>
                  <a:srgbClr val="ccccff"/>
                </a:solidFill>
                <a:effectLst/>
                <a:uFillTx/>
                <a:latin typeface="Arial"/>
              </a:rPr>
              <a:t>Teus males salva,</a:t>
            </a:r>
            <a:br>
              <a:rPr sz="4400"/>
            </a:br>
            <a:r>
              <a:rPr b="0" lang="pt-BR" sz="4400" strike="noStrike" u="none">
                <a:solidFill>
                  <a:srgbClr val="ccccff"/>
                </a:solidFill>
                <a:effectLst/>
                <a:uFillTx/>
                <a:latin typeface="Arial"/>
              </a:rPr>
              <a:t> E te abençoa dos altos céus.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00099"/>
            </a:gs>
            <a:gs pos="100000">
              <a:srgbClr val="333399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33520" y="533160"/>
            <a:ext cx="8229600" cy="5181480"/>
          </a:xfrm>
          <a:prstGeom prst="rect">
            <a:avLst/>
          </a:prstGeom>
          <a:noFill/>
          <a:ln w="76320">
            <a:solidFill>
              <a:srgbClr val="000099"/>
            </a:solidFill>
            <a:miter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ccccff"/>
                </a:solidFill>
                <a:effectLst/>
                <a:uFillTx/>
                <a:latin typeface="Arial"/>
              </a:rPr>
              <a:t>Por que te abates, </a:t>
            </a:r>
            <a:br>
              <a:rPr sz="4400"/>
            </a:br>
            <a:r>
              <a:rPr b="0" lang="pt-BR" sz="4400" strike="noStrike" u="none">
                <a:solidFill>
                  <a:srgbClr val="ccccff"/>
                </a:solidFill>
                <a:effectLst/>
                <a:uFillTx/>
                <a:latin typeface="Arial"/>
              </a:rPr>
              <a:t>Oh, minha alma?</a:t>
            </a:r>
            <a:br>
              <a:rPr sz="4400"/>
            </a:br>
            <a:r>
              <a:rPr b="0" lang="pt-BR" sz="4400" strike="noStrike" u="none">
                <a:solidFill>
                  <a:srgbClr val="ccccff"/>
                </a:solidFill>
                <a:effectLst/>
                <a:uFillTx/>
                <a:latin typeface="Arial"/>
              </a:rPr>
              <a:t>Que te comoves </a:t>
            </a:r>
            <a:br>
              <a:rPr sz="4400"/>
            </a:br>
            <a:r>
              <a:rPr b="0" lang="pt-BR" sz="4400" strike="noStrike" u="none">
                <a:solidFill>
                  <a:srgbClr val="ccccff"/>
                </a:solidFill>
                <a:effectLst/>
                <a:uFillTx/>
                <a:latin typeface="Arial"/>
              </a:rPr>
              <a:t>Perdendo a calma? </a:t>
            </a:r>
            <a:br>
              <a:rPr sz="4400"/>
            </a:br>
            <a:r>
              <a:rPr b="0" lang="pt-BR" sz="4400" strike="noStrike" u="none">
                <a:solidFill>
                  <a:srgbClr val="ccccff"/>
                </a:solidFill>
                <a:effectLst/>
                <a:uFillTx/>
                <a:latin typeface="Arial"/>
              </a:rPr>
              <a:t>Não tenhas medo, </a:t>
            </a:r>
            <a:br>
              <a:rPr sz="4400"/>
            </a:br>
            <a:r>
              <a:rPr b="0" lang="pt-BR" sz="4400" strike="noStrike" u="none">
                <a:solidFill>
                  <a:srgbClr val="ccccff"/>
                </a:solidFill>
                <a:effectLst/>
                <a:uFillTx/>
                <a:latin typeface="Arial"/>
              </a:rPr>
              <a:t>Em Deus espera,</a:t>
            </a:r>
            <a:br>
              <a:rPr sz="4400"/>
            </a:br>
            <a:r>
              <a:rPr b="0" lang="pt-BR" sz="4400" strike="noStrike" u="none">
                <a:solidFill>
                  <a:srgbClr val="ccccff"/>
                </a:solidFill>
                <a:effectLst/>
                <a:uFillTx/>
                <a:latin typeface="Arial"/>
              </a:rPr>
              <a:t>Porque bem cedo, Jesus virá!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00099"/>
            </a:gs>
            <a:gs pos="100000">
              <a:srgbClr val="333399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457200" y="609480"/>
            <a:ext cx="8229600" cy="5059440"/>
          </a:xfrm>
          <a:prstGeom prst="rect">
            <a:avLst/>
          </a:prstGeom>
          <a:noFill/>
          <a:ln w="76320">
            <a:solidFill>
              <a:srgbClr val="000099"/>
            </a:solidFill>
            <a:miter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ccccff"/>
                </a:solidFill>
                <a:effectLst/>
                <a:uFillTx/>
                <a:latin typeface="Arial"/>
              </a:rPr>
              <a:t>Terás em breve, </a:t>
            </a:r>
            <a:br>
              <a:rPr sz="4400"/>
            </a:br>
            <a:r>
              <a:rPr b="0" lang="pt-BR" sz="4400" strike="noStrike" u="none">
                <a:solidFill>
                  <a:srgbClr val="ccccff"/>
                </a:solidFill>
                <a:effectLst/>
                <a:uFillTx/>
                <a:latin typeface="Arial"/>
              </a:rPr>
              <a:t>As dores findas,</a:t>
            </a:r>
            <a:br>
              <a:rPr sz="4400"/>
            </a:br>
            <a:r>
              <a:rPr b="0" lang="pt-BR" sz="4400" strike="noStrike" u="none">
                <a:solidFill>
                  <a:srgbClr val="ccccff"/>
                </a:solidFill>
                <a:effectLst/>
                <a:uFillTx/>
                <a:latin typeface="Arial"/>
              </a:rPr>
              <a:t>No dia alegre da Sua vinda;</a:t>
            </a:r>
            <a:br>
              <a:rPr sz="4400"/>
            </a:br>
            <a:r>
              <a:rPr b="0" lang="pt-BR" sz="4400" strike="noStrike" u="none">
                <a:solidFill>
                  <a:srgbClr val="ccccff"/>
                </a:solidFill>
                <a:effectLst/>
                <a:uFillTx/>
                <a:latin typeface="Arial"/>
              </a:rPr>
              <a:t>Se Cristo tarda</a:t>
            </a:r>
            <a:br>
              <a:rPr sz="4400"/>
            </a:br>
            <a:r>
              <a:rPr b="0" lang="pt-BR" sz="4400" strike="noStrike" u="none">
                <a:solidFill>
                  <a:srgbClr val="ccccff"/>
                </a:solidFill>
                <a:effectLst/>
                <a:uFillTx/>
                <a:latin typeface="Arial"/>
              </a:rPr>
              <a:t>Espera ainda, </a:t>
            </a:r>
            <a:br>
              <a:rPr sz="4400"/>
            </a:br>
            <a:r>
              <a:rPr b="0" lang="pt-BR" sz="4400" strike="noStrike" u="none">
                <a:solidFill>
                  <a:srgbClr val="ccccff"/>
                </a:solidFill>
                <a:effectLst/>
                <a:uFillTx/>
                <a:latin typeface="Arial"/>
              </a:rPr>
              <a:t>Mais um pouquinho</a:t>
            </a:r>
            <a:br>
              <a:rPr sz="4400"/>
            </a:br>
            <a:r>
              <a:rPr b="0" lang="pt-BR" sz="4400" strike="noStrike" u="none">
                <a:solidFill>
                  <a:srgbClr val="ccccff"/>
                </a:solidFill>
                <a:effectLst/>
                <a:uFillTx/>
                <a:latin typeface="Arial"/>
              </a:rPr>
              <a:t>E O verás.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00099"/>
            </a:gs>
            <a:gs pos="100000">
              <a:srgbClr val="333399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609480"/>
            <a:ext cx="8229600" cy="5135760"/>
          </a:xfrm>
          <a:prstGeom prst="rect">
            <a:avLst/>
          </a:prstGeom>
          <a:noFill/>
          <a:ln w="76320">
            <a:solidFill>
              <a:srgbClr val="000099"/>
            </a:solidFill>
            <a:miter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ccccff"/>
                </a:solidFill>
                <a:effectLst/>
                <a:uFillTx/>
                <a:latin typeface="Arial"/>
              </a:rPr>
              <a:t>Por que te abates, </a:t>
            </a:r>
            <a:br>
              <a:rPr sz="4400"/>
            </a:br>
            <a:r>
              <a:rPr b="0" lang="pt-BR" sz="4400" strike="noStrike" u="none">
                <a:solidFill>
                  <a:srgbClr val="ccccff"/>
                </a:solidFill>
                <a:effectLst/>
                <a:uFillTx/>
                <a:latin typeface="Arial"/>
              </a:rPr>
              <a:t>Oh, minha alma?</a:t>
            </a:r>
            <a:br>
              <a:rPr sz="4400"/>
            </a:br>
            <a:r>
              <a:rPr b="0" lang="pt-BR" sz="4400" strike="noStrike" u="none">
                <a:solidFill>
                  <a:srgbClr val="ccccff"/>
                </a:solidFill>
                <a:effectLst/>
                <a:uFillTx/>
                <a:latin typeface="Arial"/>
              </a:rPr>
              <a:t>Que te comoves </a:t>
            </a:r>
            <a:br>
              <a:rPr sz="4400"/>
            </a:br>
            <a:r>
              <a:rPr b="0" lang="pt-BR" sz="4400" strike="noStrike" u="none">
                <a:solidFill>
                  <a:srgbClr val="ccccff"/>
                </a:solidFill>
                <a:effectLst/>
                <a:uFillTx/>
                <a:latin typeface="Arial"/>
              </a:rPr>
              <a:t>Perdendo a calma? </a:t>
            </a:r>
            <a:br>
              <a:rPr sz="4400"/>
            </a:br>
            <a:r>
              <a:rPr b="0" lang="pt-BR" sz="4400" strike="noStrike" u="none">
                <a:solidFill>
                  <a:srgbClr val="ccccff"/>
                </a:solidFill>
                <a:effectLst/>
                <a:uFillTx/>
                <a:latin typeface="Arial"/>
              </a:rPr>
              <a:t>Não tenhas medo, </a:t>
            </a:r>
            <a:br>
              <a:rPr sz="4400"/>
            </a:br>
            <a:r>
              <a:rPr b="0" lang="pt-BR" sz="4400" strike="noStrike" u="none">
                <a:solidFill>
                  <a:srgbClr val="ccccff"/>
                </a:solidFill>
                <a:effectLst/>
                <a:uFillTx/>
                <a:latin typeface="Arial"/>
              </a:rPr>
              <a:t>Em Deus espera,</a:t>
            </a:r>
            <a:br>
              <a:rPr sz="4400"/>
            </a:br>
            <a:r>
              <a:rPr b="0" lang="pt-BR" sz="4400" strike="noStrike" u="none">
                <a:solidFill>
                  <a:srgbClr val="ccccff"/>
                </a:solidFill>
                <a:effectLst/>
                <a:uFillTx/>
                <a:latin typeface="Arial"/>
              </a:rPr>
              <a:t>Porque bem cedo, Jesus virá!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2005-10-08T20:14:48Z</dcterms:created>
  <dc:creator>Junior</dc:creator>
  <dc:description/>
  <dc:language>pt-BR</dc:language>
  <cp:lastModifiedBy>Junior</cp:lastModifiedBy>
  <dcterms:modified xsi:type="dcterms:W3CDTF">2005-10-12T11:28:42Z</dcterms:modified>
  <cp:revision>2</cp:revision>
  <dc:subject/>
  <dc:title>193</dc:title>
</cp:coreProperties>
</file>