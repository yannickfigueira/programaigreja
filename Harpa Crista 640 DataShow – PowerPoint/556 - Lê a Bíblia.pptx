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C0C8AF5-3EF5-4144-93F3-9A00AFBBE3F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C0B2EC9-E38D-4338-B6F5-FD99AB8AC3A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E44D8EF-8153-40E5-AA76-D8503A054DCC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556 – Lê a Bíblia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desejas conhecer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mensagem do Senhor,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Tua alma enriquecer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Verdade e no Amor,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Lê a Bíblia! Teu fervor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Nela vem alimentar!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Tua vida redimida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Senhor vai exultar.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Lê a Bíblia! Teu fervor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Nela vem alimentar!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Tua vida redimida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Senhor vai exultar.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almejas alcançar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As promessas de Jesus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pretendes caminhar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Sob a proteção da Cruz,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em verdade queres ir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Habitar com o Senhor,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Junto dele usufruir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mais rico e pleno amor.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2005-12-26T21:32:00Z</dcterms:created>
  <dc:creator>Junior</dc:creator>
  <dc:description/>
  <dc:language>pt-BR</dc:language>
  <cp:lastModifiedBy>Junior</cp:lastModifiedBy>
  <dcterms:modified xsi:type="dcterms:W3CDTF">2005-12-26T21:32:02Z</dcterms:modified>
  <cp:revision>1</cp:revision>
  <dc:subject/>
  <dc:title>556 – Lê a Bíblia</dc:title>
</cp:coreProperties>
</file>