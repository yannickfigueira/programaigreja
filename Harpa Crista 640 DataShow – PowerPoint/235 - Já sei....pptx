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7AA7D-61D9-4353-8FF4-6E09AFCFCA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FCEC6-0993-4305-8E90-937A1B749A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5DD145-442E-49FC-AF9A-2A2BAA4F26E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de Cristo, Alegre ao céu, sim eu vou; 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Liberto do vício maldito,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 que de Deus, filho sou.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eu sou;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ao céu, sim eu 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livre da lei severa,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Cristo me quis redimir,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Enchendo minh’alma, deveras,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gozo, que vem do porvir.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eu sou;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ao céu, sim eu 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Jesus sempre espero,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nunca O posso deixar;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Calar Seus favores não quero,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sempre de Cristo falar!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eu sou;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ao céu, sim eu 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que, um dia, a beleza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grande Rei vou contemplar;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me dá fortaleza,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me quer consolar!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eu sou;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ao céu, sim eu 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me espera a coroa,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qual, a Seus servos dará,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divina pessoa,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onde Ele está!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Comprado com sangue eu sou;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sei, já sei,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ao céu, sim eu 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2005-12-23T20:20:27Z</dcterms:created>
  <dc:creator>Junior</dc:creator>
  <dc:description/>
  <dc:language>pt-BR</dc:language>
  <cp:lastModifiedBy>Junior</cp:lastModifiedBy>
  <dcterms:modified xsi:type="dcterms:W3CDTF">2005-12-23T20:20:34Z</dcterms:modified>
  <cp:revision>1</cp:revision>
  <dc:subject/>
  <dc:title>235 JÁ SEI, JÁ SEI </dc:title>
</cp:coreProperties>
</file>