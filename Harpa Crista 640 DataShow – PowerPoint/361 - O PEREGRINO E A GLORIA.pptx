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06BFF9-65F6-4EB7-973E-CE7ED8E165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B6CA47-76D0-4D0D-ACA6-B99077BB62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B7678D5-1695-434C-A41B-813DC9B3562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361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PEREGRINO E A GLORIA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Peregrino segue para a glória,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Pois no céu em breve entrarás!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Ouves já os cantos de vitória?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voz também lá unirás.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queres entoar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cântico dos salvos, lá na glória,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nos céus há de sempre soar?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queres tu cantar,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gloriosos hinos de vitória?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 mil louvores entoar?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do céu um som de alegria,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escura noite te chamar,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 suave e cheio de harmonia.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minh'alma, volta p'ra teu lar!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queres entoar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cântico dos salvos, lá na glória,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nos céus há de sempre soar?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queres tu cantar,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gloriosos hinos de vitória?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 mil louvores entoar?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Raios últimos do sol se escondem,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dourada porta de Sião;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Terminada a luta estarei onde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saudades não mais chegarão.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queres entoar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cântico dos salvos, lá na glória,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nos céus há de sempre soar?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queres tu cantar,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gloriosos hinos de vitória?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 mil louvores entoar?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Jesus, o sangue, dá entrada;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Deus, a porta aberta está!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Queres tu no céu feliz morada?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será mui triste não ir lá. F.V.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queres entoar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cântico dos salvos, lá na glória,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nos céus há de sempre soar?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queres tu cantar,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gloriosos hinos de vitória?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 mil louvores entoar?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2005-10-20T19:49:20Z</dcterms:created>
  <dc:creator>Montagna</dc:creator>
  <dc:description/>
  <dc:language>pt-BR</dc:language>
  <cp:lastModifiedBy>Montagna</cp:lastModifiedBy>
  <dcterms:modified xsi:type="dcterms:W3CDTF">2005-10-20T19:49:53Z</dcterms:modified>
  <cp:revision>3</cp:revision>
  <dc:subject/>
  <dc:title>361 - O PEREGRINO E A GLORIA</dc:title>
</cp:coreProperties>
</file>