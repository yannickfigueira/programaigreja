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AC748F-4359-4B62-929A-AF507592AB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AD208A-7018-479C-9A02-CD40302A1E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846C03-BEF7-401C-9763-AB93390FFFC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560 – Tenho Paz em meu Ser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paz em meu ser,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Uma perfeita paz,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 mundo não me pode dar.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na prova fatal ou na luta mortal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paz para me confortar.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meu ser habita Cristo, o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meu ser habita profundo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não me desampara: Ele é fiei: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Estará comigo, meu Salvador.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eu fui a Jesus, encontrei plena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paz a minh’alma inundou.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noite passou: novo dia raiou,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Cristo Jesus me salvou.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meu ser habita Cristo, o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meu ser habita profundo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não me desampara: Ele é fiei: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Estará comigo, meu Salvador.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paz sem igual,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livra do mal,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Sublime, sem par, eternal,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a quero deixar: ela vai me ajudar,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chegar à mansão celestial.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meu ser habita Cristo, o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meu ser habita profundo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não me desampara: Ele é fiei: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Estará comigo, meu Salvador.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2005-12-26T21:48:19Z</dcterms:created>
  <dc:creator>Junior</dc:creator>
  <dc:description/>
  <dc:language>pt-BR</dc:language>
  <cp:lastModifiedBy>Junior</cp:lastModifiedBy>
  <dcterms:modified xsi:type="dcterms:W3CDTF">2005-12-26T21:48:21Z</dcterms:modified>
  <cp:revision>1</cp:revision>
  <dc:subject/>
  <dc:title>560 – Tenho Paz em meu Ser</dc:title>
</cp:coreProperties>
</file>