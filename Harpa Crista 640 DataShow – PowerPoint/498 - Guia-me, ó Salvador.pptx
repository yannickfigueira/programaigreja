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5187CA-D277-4FF6-B1D5-32F3D22406D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04D3D0-C896-49AD-9C41-46426F97BD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DC8926F-63CF-482C-A8BD-369E34B0EB9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498</a:t>
            </a:r>
            <a:br>
              <a:rPr sz="4400"/>
            </a:br>
            <a:r>
              <a:rPr b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GUIA-ME, ó SALVADOR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Guia-me, ó Salvador, pela senda divinal,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Teu fado, sem temor, tenho gozo perenal!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Cristo! Cristo! Não me deixes, ó Senhor! </a:t>
            </a:r>
            <a:br>
              <a:rPr sz="4400"/>
            </a:br>
            <a:r>
              <a:rPr b="1" i="1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Guia-me por Teu amor, e serei um vencedor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me deixes, á Senhor,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horrendo e forte mar;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Leva-me por Teu amor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meu eterno lar.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323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És a minha salvação,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querido Redentor;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 terrível corrupção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 salvaste com amor!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249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Quero Teu somente ser,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 amar e Te servir,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é, para mim, </a:t>
            </a:r>
            <a:br>
              <a:rPr sz="4400"/>
            </a:b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viver e morrer, o céu fruir.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2005-10-21T10:36:36Z</dcterms:created>
  <dc:creator>Montagna</dc:creator>
  <dc:description/>
  <dc:language>pt-BR</dc:language>
  <cp:lastModifiedBy>Montagna</cp:lastModifiedBy>
  <dcterms:modified xsi:type="dcterms:W3CDTF">2005-10-21T10:37:42Z</dcterms:modified>
  <cp:revision>3</cp:revision>
  <dc:subject/>
  <dc:title>498 - GUIA-ME, ó SALVADOR</dc:title>
</cp:coreProperties>
</file>