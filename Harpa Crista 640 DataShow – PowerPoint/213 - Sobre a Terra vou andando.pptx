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5D71A29-4F1F-4C8F-B59D-3A29CC75A7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444DB8-B9DE-4B90-A1B0-2E7F6CBE05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38B74EA-5EBB-4E9D-AD1D-E29458509578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012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213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TERRA VOU ANDANDO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 terra vou andando,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Bem alegre para o céu,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Satisfeito e salmodiando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bondoso Deus;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ferozes inimigos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Pelejando sempre estou,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conservo paz comigo,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amado sou.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Pastor é Pai celeste,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me guia pra Sião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Pelos vales e mui prestes,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segura mão;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perigos da viagem,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Nas angústias e na 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voz me diz: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Coragem, Sou teu Salvador.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 eu trabalhando,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Persevero em oração;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saber com fé buscando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tornar-me são.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prazer incomparável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 guiado por Jesus.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por Cristo tão amável,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perene luz.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chegar-se nessa pátria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Todos prantos cessarão.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o sol divino raia,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feliz mansão.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Males, lutas e agonias,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Acabaram-se aqui;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vem, oh!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alegria Vamos ter ali!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2005-12-23T18:26:50Z</dcterms:created>
  <dc:creator>Junior</dc:creator>
  <dc:description/>
  <dc:language>pt-BR</dc:language>
  <cp:lastModifiedBy>Junior</cp:lastModifiedBy>
  <dcterms:modified xsi:type="dcterms:W3CDTF">2005-12-23T18:27:11Z</dcterms:modified>
  <cp:revision>1</cp:revision>
  <dc:subject/>
  <dc:title>213 SOBRE A TERRA VOU ANDANDO </dc:title>
</cp:coreProperties>
</file>