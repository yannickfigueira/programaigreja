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BE7CC7-92F9-43BE-956E-813BAF7835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D77FE8-4704-46B1-B4DA-894332F9E2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EA2912-4328-4A0F-91B0-A3E2EFB1591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19 </a:t>
            </a:r>
            <a:br>
              <a:rPr sz="4400"/>
            </a:br>
            <a:r>
              <a:rPr b="1" i="1" lang="pt-BR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O CONVITE DE CRISTO </a:t>
            </a:r>
            <a:r>
              <a:rPr b="0" lang="pt-BR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Eis, a voz de Cristo clama,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Sobre o revoltoso mar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Desta vida perigosa: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"Vinde em Mim vos abrigar".</a:t>
            </a:r>
            <a:r>
              <a:rPr b="0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Quando outrora em Galiléia,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Essa doce voz soou,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Logo, o coração ouvinte,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Tudo, pronto, abandonou.</a:t>
            </a:r>
            <a:r>
              <a:rPr b="0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Sobre as vozes sedutoras,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De mundanas atrações,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Clama a meiga voz de Cristo: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"Dai-me vossos corações!”</a:t>
            </a:r>
            <a:r>
              <a:rPr b="0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Quer no meio dos prazeres,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Quer no dia da aflição,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Inda clama, paciente: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“Amas-Me tu, ó cristão?”  </a:t>
            </a:r>
            <a:r>
              <a:rPr b="0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Na vereda estreita e santa,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Já pisada por Jesus,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A segui-Lo, Ele te chama: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“Vem, cristão, andar na luz!”</a:t>
            </a:r>
            <a:r>
              <a:rPr b="0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Dessa cruz angustiosa,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Onde brilha Seu amor,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Ouve a voz que te convida, </a:t>
            </a:r>
            <a:br>
              <a:rPr sz="4400"/>
            </a:br>
            <a:r>
              <a:rPr b="0" i="1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Ouve e segue, pecador!  </a:t>
            </a:r>
            <a:r>
              <a:rPr b="0" lang="en-US" sz="4400" strike="noStrike" u="none">
                <a:solidFill>
                  <a:srgbClr val="8000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2005-12-22T17:20:15Z</dcterms:created>
  <dc:creator>Junior</dc:creator>
  <dc:description/>
  <dc:language>pt-BR</dc:language>
  <cp:lastModifiedBy>Junior</cp:lastModifiedBy>
  <dcterms:modified xsi:type="dcterms:W3CDTF">2006-01-14T19:00:21Z</dcterms:modified>
  <cp:revision>2</cp:revision>
  <dc:subject/>
  <dc:title>19  O CONVITE DE CRISTO  </dc:title>
</cp:coreProperties>
</file>