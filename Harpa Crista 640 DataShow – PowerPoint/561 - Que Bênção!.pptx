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34057-3A8A-45F3-AD0A-FB89EA6AA8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6A8EC9-E134-4F6E-B38E-D157264452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49D595-225C-4105-8E86-2425219B41A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561 - Que Bênção!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a lua brilhando no espaço!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as ondas que rolam no mar!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as flores brotando nos campos!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 maior bênção eu vou te contar: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salvou, dos pecados meus,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bênção, Jesus! que bênção,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salvou, dos pecados meus,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bênção, Jesus! que bênção,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as aves que cantam e encantam!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crianças em simples brincar!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rebanhos pastando entre os rios!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 maior bênção eu vou te contar: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salvou, dos pecados meus,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bênção, Jesus! que bênção,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salvou, dos pecados meus,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bênção, Jesus! que bênção,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amigos que a mim procuram!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a Pátria, a qual posso amar!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bênção: família, saúde, fartura!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 maior bênção eu vou te contar: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salvou, dos pecados meus,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bênção, Jesus! que bênção,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salvou, dos pecados meus,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bênção, Jesus! que bênção,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Deus!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2005-12-26T22:05:43Z</dcterms:created>
  <dc:creator>Junior</dc:creator>
  <dc:description/>
  <dc:language>pt-BR</dc:language>
  <cp:lastModifiedBy>Junior</cp:lastModifiedBy>
  <dcterms:modified xsi:type="dcterms:W3CDTF">2005-12-26T22:05:44Z</dcterms:modified>
  <cp:revision>1</cp:revision>
  <dc:subject/>
  <dc:title>561 - Que Bênção! </dc:title>
</cp:coreProperties>
</file>