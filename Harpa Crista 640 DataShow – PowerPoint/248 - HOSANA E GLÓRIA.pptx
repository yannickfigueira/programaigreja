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d1d1cb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4219AB-C15B-4B11-A07D-736D86ADCFF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d1d1cb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indent="0">
              <a:spcBef>
                <a:spcPts val="799"/>
              </a:spcBef>
              <a:buNone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C88150-A190-4F36-BEE3-646BB86881F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8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d1d1cb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6749347-9648-420B-97CD-CD94FFB20E96}" type="slidenum">
              <a:rPr b="0" lang="pt-BR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8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4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248</a:t>
            </a:r>
            <a:br>
              <a:rPr sz="4400"/>
            </a:br>
            <a:r>
              <a:rPr b="1" lang="pt-BR" sz="44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HOSANA E GLÓRIA</a:t>
            </a:r>
            <a:endParaRPr b="0" lang="pt-BR" sz="4400" strike="noStrike" u="none">
              <a:solidFill>
                <a:srgbClr val="d1d1cb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8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Já perto de Betfagé, o Mestre ordenou:</a:t>
            </a:r>
            <a:br>
              <a:rPr sz="3600"/>
            </a:br>
            <a:r>
              <a:rPr b="0" lang="pt-BR" sz="36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"O ide à aldeia, que avistando estou,</a:t>
            </a:r>
            <a:br>
              <a:rPr sz="3600"/>
            </a:br>
            <a:r>
              <a:rPr b="0" lang="pt-BR" sz="36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Trazei-Me um jumentinho, no qual ninguém montou </a:t>
            </a:r>
            <a:br>
              <a:rPr sz="3600"/>
            </a:br>
            <a:r>
              <a:rPr b="0" lang="pt-BR" sz="36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Dizei aos que perguntem: "Jesus requisitou".</a:t>
            </a:r>
            <a:r>
              <a:rPr b="0" lang="en-US" sz="44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d1d1cb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8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Hosana e glória davam ao Senhor Jesus, </a:t>
            </a:r>
            <a:br>
              <a:rPr sz="3600"/>
            </a:br>
            <a:r>
              <a:rPr b="1" i="1" lang="pt-BR" sz="36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O Rei que vem trazendo amor, poder e luz; </a:t>
            </a:r>
            <a:br>
              <a:rPr sz="3600"/>
            </a:br>
            <a:r>
              <a:rPr b="1" i="1" lang="pt-BR" sz="36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Também vem concedendo eficaz perdão; </a:t>
            </a:r>
            <a:br>
              <a:rPr sz="3600"/>
            </a:br>
            <a:r>
              <a:rPr b="1" i="1" lang="pt-BR" sz="36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Por isso O louvam de todo o coração.</a:t>
            </a:r>
            <a:endParaRPr b="0" lang="pt-BR" sz="3600" strike="noStrike" u="none">
              <a:solidFill>
                <a:srgbClr val="d1d1cb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8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600" cy="6107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Trouxeram o jumentinho, no qual Jesus montou,</a:t>
            </a:r>
            <a:br>
              <a:rPr sz="3600"/>
            </a:br>
            <a:r>
              <a:rPr b="0" lang="pt-BR" sz="36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Com ramos o caminho o povo enfeitou; </a:t>
            </a:r>
            <a:br>
              <a:rPr sz="3600"/>
            </a:br>
            <a:r>
              <a:rPr b="0" lang="pt-BR" sz="36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A que de Sião é filha, ó logo lhe dizei: </a:t>
            </a:r>
            <a:br>
              <a:rPr sz="3600"/>
            </a:br>
            <a:r>
              <a:rPr b="0" lang="pt-BR" sz="36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Não temas mas exulta, aí vem o Rei".</a:t>
            </a:r>
            <a:r>
              <a:rPr b="0" lang="en-US" sz="44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d1d1cb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8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Hosana e glória davam ao Senhor Jesus, </a:t>
            </a:r>
            <a:br>
              <a:rPr sz="3600"/>
            </a:br>
            <a:r>
              <a:rPr b="1" i="1" lang="pt-BR" sz="36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O Rei que vem trazendo amor, poder e luz; </a:t>
            </a:r>
            <a:br>
              <a:rPr sz="3600"/>
            </a:br>
            <a:r>
              <a:rPr b="1" i="1" lang="pt-BR" sz="36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Também vem concedendo eficaz perdão; </a:t>
            </a:r>
            <a:br>
              <a:rPr sz="3600"/>
            </a:br>
            <a:r>
              <a:rPr b="1" i="1" lang="pt-BR" sz="36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Por isso O louvam de todo o coração.</a:t>
            </a:r>
            <a:endParaRPr b="0" lang="pt-BR" sz="3600" strike="noStrike" u="none">
              <a:solidFill>
                <a:srgbClr val="d1d1cb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8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178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6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No monte das Oliveiras, ouviu-se um clamor: </a:t>
            </a:r>
            <a:br>
              <a:rPr sz="3600"/>
            </a:br>
            <a:r>
              <a:rPr b="0" lang="pt-BR" sz="36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"Bendito o Rei que é vindo em nome do Senhor"; </a:t>
            </a:r>
            <a:br>
              <a:rPr sz="3600"/>
            </a:br>
            <a:r>
              <a:rPr b="0" lang="pt-BR" sz="36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Jesus diz aos que o mandam calar a multidão:</a:t>
            </a:r>
            <a:br>
              <a:rPr sz="3600"/>
            </a:br>
            <a:r>
              <a:rPr b="0" lang="pt-BR" sz="36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"Se estes se calarem, as pedras clamarão". P.L.M.</a:t>
            </a:r>
            <a:r>
              <a:rPr b="0" lang="en-US" sz="44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d1d1cb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86b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6033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pt-BR" sz="36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Hosana e glória davam ao Senhor Jesus, </a:t>
            </a:r>
            <a:br>
              <a:rPr sz="3600"/>
            </a:br>
            <a:r>
              <a:rPr b="1" i="1" lang="pt-BR" sz="36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O Rei que vem trazendo amor, poder e luz; </a:t>
            </a:r>
            <a:br>
              <a:rPr sz="3600"/>
            </a:br>
            <a:r>
              <a:rPr b="1" i="1" lang="pt-BR" sz="36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Também vem concedendo eficaz perdão; </a:t>
            </a:r>
            <a:br>
              <a:rPr sz="3600"/>
            </a:br>
            <a:r>
              <a:rPr b="1" i="1" lang="pt-BR" sz="3600" strike="noStrike" u="none">
                <a:solidFill>
                  <a:srgbClr val="d1d1cb"/>
                </a:solidFill>
                <a:effectLst/>
                <a:uFillTx/>
                <a:latin typeface="Arial"/>
              </a:rPr>
              <a:t>Por isso O louvam de todo o coração.</a:t>
            </a:r>
            <a:endParaRPr b="0" lang="pt-BR" sz="3600" strike="noStrike" u="none">
              <a:solidFill>
                <a:srgbClr val="d1d1cb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2005-10-18T18:36:33Z</dcterms:created>
  <dc:creator>Montagna</dc:creator>
  <dc:description/>
  <dc:language>pt-BR</dc:language>
  <cp:lastModifiedBy>Montagna</cp:lastModifiedBy>
  <dcterms:modified xsi:type="dcterms:W3CDTF">2005-10-21T12:47:23Z</dcterms:modified>
  <cp:revision>3</cp:revision>
  <dc:subject/>
  <dc:title>248 HOSANA E GLÓRIA</dc:title>
</cp:coreProperties>
</file>