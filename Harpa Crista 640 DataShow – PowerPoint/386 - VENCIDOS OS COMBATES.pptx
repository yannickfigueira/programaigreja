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B5FDB-00B5-4AC8-88F5-0D5C75BFBB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1B78A9-0316-4F1C-B42B-BE4AC7F806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F46D50-B10B-40A9-A91B-DC10D303CDC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386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VENCIDOS OS COMBATES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não temas tu, Esposa de Jesus;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justiça Deus te edificará!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tenda que dimana viva luz,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mais aumentará.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arma de rancor,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ti se desfará,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inimigo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erguer com seu furor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Ele nao te vencera!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arma fabricada com rancor,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combate, mas jamais te vencerá,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inimigo que ataca com furor,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abaterá.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arma de rancor,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ti se desfará,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inimigo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erguer com seu furor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Ele nao te vencera!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não hás de ter recordação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combates que sofreste por amor;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ali terás sublime posição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teu Salvador.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arma de rancor,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ti se desfará,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inimigo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erguer com seu furor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Ele nao te vencera!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Patriarcas e profetas já estão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te esperando com amor;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fiel e guarda a divinal unção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as bodas d'esplendor.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1600"/>
            </a:b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arma de rancor,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ti se desfará,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inimigo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erguer com seu furor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Ele nao te vencera!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2005-10-21T02:38:06Z</dcterms:created>
  <dc:creator>Montagna</dc:creator>
  <dc:description/>
  <dc:language>pt-BR</dc:language>
  <cp:lastModifiedBy>Montagna</cp:lastModifiedBy>
  <dcterms:modified xsi:type="dcterms:W3CDTF">2005-10-21T02:38:22Z</dcterms:modified>
  <cp:revision>2</cp:revision>
  <dc:subject/>
  <dc:title>386 - VENCIDOS OS COMBATES</dc:title>
</cp:coreProperties>
</file>