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948991-B8C0-4A7B-BD0A-2ECD628574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BB4CCC-6CE2-43ED-A740-B77AD0ED3C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3AE8FE-CB7C-4DA5-AFB1-68691C1FFF6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464 - Plena Graça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Plena graça para me salvar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Sangue puro para me Iavar,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poder pra sempre me guardar,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meu Senhor.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2005-12-26T15:11:09Z</dcterms:created>
  <dc:creator>Junior</dc:creator>
  <dc:description/>
  <dc:language>pt-BR</dc:language>
  <cp:lastModifiedBy>Junior</cp:lastModifiedBy>
  <dcterms:modified xsi:type="dcterms:W3CDTF">2005-12-26T15:11:10Z</dcterms:modified>
  <cp:revision>1</cp:revision>
  <dc:subject/>
  <dc:title>464 - Plena Graça </dc:title>
</cp:coreProperties>
</file>