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BCC0E1-4535-46FD-B25B-5E0F56341B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D720AD-76BF-4AE5-84E5-AAD674BD02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CFDA4F-DD9E-4B58-91EA-59CE40BEEBA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550 - Breve Ele Volta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Ele volta;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Quando, eu não sei;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Ele volta;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virá outra vez.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2005-12-26T21:16:02Z</dcterms:created>
  <dc:creator>Junior</dc:creator>
  <dc:description/>
  <dc:language>pt-BR</dc:language>
  <cp:lastModifiedBy>Junior</cp:lastModifiedBy>
  <dcterms:modified xsi:type="dcterms:W3CDTF">2005-12-26T21:16:03Z</dcterms:modified>
  <cp:revision>1</cp:revision>
  <dc:subject/>
  <dc:title>550 - Breve Ele Volta </dc:title>
</cp:coreProperties>
</file>