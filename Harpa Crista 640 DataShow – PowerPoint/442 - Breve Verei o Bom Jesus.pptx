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8686800" cy="4876920"/>
            <a:chOff x="0" y="0"/>
            <a:chExt cx="8686800" cy="487692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609480" cy="4876920"/>
            </a:xfrm>
            <a:prstGeom prst="rect">
              <a:avLst/>
            </a:prstGeom>
            <a:solidFill>
              <a:srgbClr val="cccc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" name=""/>
            <p:cNvGrpSpPr/>
            <p:nvPr/>
          </p:nvGrpSpPr>
          <p:grpSpPr>
            <a:xfrm>
              <a:off x="380880" y="1417680"/>
              <a:ext cx="8305920" cy="182520"/>
              <a:chOff x="380880" y="1417680"/>
              <a:chExt cx="8305920" cy="182520"/>
            </a:xfrm>
          </p:grpSpPr>
          <p:sp>
            <p:nvSpPr>
              <p:cNvPr id="3" name=""/>
              <p:cNvSpPr/>
              <p:nvPr/>
            </p:nvSpPr>
            <p:spPr>
              <a:xfrm>
                <a:off x="6858000" y="1417680"/>
                <a:ext cx="1828800" cy="18252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380880" y="1494000"/>
                <a:ext cx="8305920" cy="0"/>
              </a:xfrm>
              <a:prstGeom prst="line">
                <a:avLst/>
              </a:prstGeom>
              <a:ln w="19080">
                <a:solidFill>
                  <a:srgbClr val="330033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2775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42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914400" y="1599840"/>
            <a:ext cx="77724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b2b2b2"/>
              </a:buClr>
              <a:buSzPct val="9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cccc99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00"/>
              </a:spcBef>
              <a:buClr>
                <a:srgbClr val="b2b2b2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00"/>
              </a:spcBef>
              <a:buClr>
                <a:srgbClr val="cccc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00"/>
              </a:spcBef>
              <a:buClr>
                <a:srgbClr val="cccc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914040" y="6251400"/>
            <a:ext cx="19810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3352320" y="624852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67816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5FD9918-4ADA-4B1B-A4FC-C0FB9A1AFF34}" type="slidenum"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4876920"/>
            <a:ext cx="609480" cy="0"/>
          </a:xfrm>
          <a:prstGeom prst="line">
            <a:avLst/>
          </a:prstGeom>
          <a:ln w="44280">
            <a:solidFill>
              <a:srgbClr val="3300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"/>
          <p:cNvGrpSpPr/>
          <p:nvPr/>
        </p:nvGrpSpPr>
        <p:grpSpPr>
          <a:xfrm>
            <a:off x="0" y="0"/>
            <a:ext cx="8763120" cy="5943600"/>
            <a:chOff x="0" y="0"/>
            <a:chExt cx="8763120" cy="5943600"/>
          </a:xfrm>
        </p:grpSpPr>
        <p:sp>
          <p:nvSpPr>
            <p:cNvPr id="12" name=""/>
            <p:cNvSpPr/>
            <p:nvPr/>
          </p:nvSpPr>
          <p:spPr>
            <a:xfrm>
              <a:off x="0" y="0"/>
              <a:ext cx="1752480" cy="4876920"/>
            </a:xfrm>
            <a:prstGeom prst="rect">
              <a:avLst/>
            </a:prstGeom>
            <a:solidFill>
              <a:srgbClr val="cccc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" name=""/>
            <p:cNvGrpSpPr/>
            <p:nvPr/>
          </p:nvGrpSpPr>
          <p:grpSpPr>
            <a:xfrm>
              <a:off x="0" y="3505320"/>
              <a:ext cx="8763120" cy="2438280"/>
              <a:chOff x="0" y="3505320"/>
              <a:chExt cx="8763120" cy="2438280"/>
            </a:xfrm>
          </p:grpSpPr>
          <p:sp>
            <p:nvSpPr>
              <p:cNvPr id="14" name=""/>
              <p:cNvSpPr/>
              <p:nvPr/>
            </p:nvSpPr>
            <p:spPr>
              <a:xfrm>
                <a:off x="990720" y="3505320"/>
                <a:ext cx="7772400" cy="2438280"/>
              </a:xfrm>
              <a:prstGeom prst="rect">
                <a:avLst/>
              </a:prstGeom>
              <a:solidFill>
                <a:srgbClr val="3300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038240" y="3733920"/>
                <a:ext cx="7648560" cy="2138400"/>
              </a:xfrm>
              <a:prstGeom prst="rect">
                <a:avLst/>
              </a:prstGeom>
              <a:solidFill>
                <a:srgbClr val="ffffe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0" y="4876920"/>
                <a:ext cx="990720" cy="0"/>
              </a:xfrm>
              <a:prstGeom prst="line">
                <a:avLst/>
              </a:prstGeom>
              <a:ln w="50760">
                <a:solidFill>
                  <a:srgbClr val="330033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" name=""/>
            <p:cNvGrpSpPr/>
            <p:nvPr/>
          </p:nvGrpSpPr>
          <p:grpSpPr>
            <a:xfrm>
              <a:off x="635040" y="533520"/>
              <a:ext cx="8077320" cy="304560"/>
              <a:chOff x="635040" y="533520"/>
              <a:chExt cx="8077320" cy="304560"/>
            </a:xfrm>
          </p:grpSpPr>
          <p:sp>
            <p:nvSpPr>
              <p:cNvPr id="18" name=""/>
              <p:cNvSpPr/>
              <p:nvPr/>
            </p:nvSpPr>
            <p:spPr>
              <a:xfrm>
                <a:off x="6273720" y="533520"/>
                <a:ext cx="2438640" cy="30456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635040" y="685800"/>
                <a:ext cx="8077320" cy="0"/>
              </a:xfrm>
              <a:prstGeom prst="line">
                <a:avLst/>
              </a:prstGeom>
              <a:ln w="44280">
                <a:solidFill>
                  <a:srgbClr val="330033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057040" y="1143000"/>
            <a:ext cx="6629400" cy="220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48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dt" idx="4"/>
          </p:nvPr>
        </p:nvSpPr>
        <p:spPr>
          <a:xfrm>
            <a:off x="912600" y="6251400"/>
            <a:ext cx="19047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5"/>
          </p:nvPr>
        </p:nvSpPr>
        <p:spPr>
          <a:xfrm>
            <a:off x="335412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67816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B1C4E2-38B8-48EE-95AF-843D716A1EDF}" type="slidenum"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575"/>
              </a:spcBef>
              <a:buClr>
                <a:srgbClr val="b2b2b2"/>
              </a:buClr>
              <a:buSzPct val="5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cccc99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cccc99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057040" y="1143000"/>
            <a:ext cx="6629400" cy="220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442</a:t>
            </a:r>
            <a:br>
              <a:rPr sz="4000"/>
            </a:b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BREVE VEREI O BOM JESUS</a:t>
            </a:r>
            <a:endParaRPr b="0" lang="pt-BR" sz="40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11280" y="274320"/>
            <a:ext cx="853272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Breve no céu, Jesus há de aparecer </a:t>
            </a:r>
            <a:br>
              <a:rPr sz="4000"/>
            </a:br>
            <a:r>
              <a:rPr b="0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Em gloriosa luz; todos O hão de ver </a:t>
            </a:r>
            <a:br>
              <a:rPr sz="4000"/>
            </a:br>
            <a:r>
              <a:rPr b="0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Naquele dia, então, eu hei de receber </a:t>
            </a:r>
            <a:br>
              <a:rPr sz="4000"/>
            </a:br>
            <a:r>
              <a:rPr b="0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De Cristo galardão; oh! que prazer!</a:t>
            </a:r>
            <a:r>
              <a:rPr b="0" lang="en-US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 </a:t>
            </a:r>
            <a:endParaRPr b="0" lang="pt-BR" sz="40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00000" y="274320"/>
            <a:ext cx="82440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Breve verei o bom Jesus, </a:t>
            </a:r>
            <a:br>
              <a:rPr sz="4000"/>
            </a:b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E viverei em plena luz;</a:t>
            </a:r>
            <a:br>
              <a:rPr sz="4000"/>
            </a:b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No lindo céu eu gozarei...</a:t>
            </a:r>
            <a:br>
              <a:rPr sz="4000"/>
            </a:b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De toda a dor, por Deus, livre serei.</a:t>
            </a:r>
            <a:endParaRPr b="0" lang="pt-BR" sz="40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39280" y="274320"/>
            <a:ext cx="860436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Na vinda do Senhor irei eu receber,</a:t>
            </a:r>
            <a:br>
              <a:rPr sz="4000"/>
            </a:br>
            <a:r>
              <a:rPr b="0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Do Seu eterno amor, repouso e prazer,</a:t>
            </a:r>
            <a:br>
              <a:rPr sz="4000"/>
            </a:br>
            <a:r>
              <a:rPr b="0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Disso, meu bom Jesus, tem-me falado já </a:t>
            </a:r>
            <a:br>
              <a:rPr sz="4000"/>
            </a:br>
            <a:r>
              <a:rPr b="0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E da celeste luz de Jeová!</a:t>
            </a:r>
            <a:r>
              <a:rPr b="0" lang="en-US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 </a:t>
            </a:r>
            <a:endParaRPr b="0" lang="pt-BR" sz="40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4000" y="274320"/>
            <a:ext cx="800244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Breve verei o bom Jesus, </a:t>
            </a:r>
            <a:br>
              <a:rPr sz="4000"/>
            </a:b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E viverei em plena luz;</a:t>
            </a:r>
            <a:br>
              <a:rPr sz="4000"/>
            </a:b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No lindo céu eu gozarei...</a:t>
            </a:r>
            <a:br>
              <a:rPr sz="4000"/>
            </a:b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De toda a dor, por Deus, livre serei.</a:t>
            </a:r>
            <a:endParaRPr b="0" lang="pt-BR" sz="40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84000" y="691920"/>
            <a:ext cx="8459640" cy="590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Na vinda do Senhor desfrutarei prazer,</a:t>
            </a:r>
            <a:br>
              <a:rPr sz="4000"/>
            </a:br>
            <a:r>
              <a:rPr b="0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Quando meu Salvador em glória aparecer;</a:t>
            </a:r>
            <a:br>
              <a:rPr sz="4000"/>
            </a:br>
            <a:r>
              <a:rPr b="0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Eis que Ele breve vem, os santos levará</a:t>
            </a:r>
            <a:br>
              <a:rPr sz="4000"/>
            </a:br>
            <a:r>
              <a:rPr b="0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Para a mansão de além, donde virá!</a:t>
            </a:r>
            <a:r>
              <a:rPr b="0" lang="en-US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 </a:t>
            </a:r>
            <a:endParaRPr b="0" lang="pt-BR" sz="40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4000" y="274320"/>
            <a:ext cx="800244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Breve verei o bom Jesus, </a:t>
            </a:r>
            <a:br>
              <a:rPr sz="4000"/>
            </a:b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E viverei em plena luz;</a:t>
            </a:r>
            <a:br>
              <a:rPr sz="4000"/>
            </a:b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No lindo céu eu gozarei...</a:t>
            </a:r>
            <a:br>
              <a:rPr sz="4000"/>
            </a:br>
            <a:r>
              <a:rPr b="1" lang="pt-BR" sz="4000" strike="noStrike" u="none">
                <a:solidFill>
                  <a:srgbClr val="330033"/>
                </a:solidFill>
                <a:effectLst/>
                <a:uFillTx/>
                <a:latin typeface="Sylfaen"/>
              </a:rPr>
              <a:t>De toda a dor, por Deus, livre serei.</a:t>
            </a:r>
            <a:endParaRPr b="0" lang="pt-BR" sz="40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2005-10-21T04:30:18Z</dcterms:created>
  <dc:creator>Montagna</dc:creator>
  <dc:description/>
  <dc:language>pt-BR</dc:language>
  <cp:lastModifiedBy>User041</cp:lastModifiedBy>
  <dcterms:modified xsi:type="dcterms:W3CDTF">2006-05-06T19:15:44Z</dcterms:modified>
  <cp:revision>3</cp:revision>
  <dc:subject/>
  <dc:title>442 - BREVE VEREI O BOM JESUS</dc:title>
</cp:coreProperties>
</file>