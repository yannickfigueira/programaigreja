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BDD571D-EBE1-43B4-8889-BCA590D31A3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E8C7C20-5C1D-4475-BC9E-7919B0B1C64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D8005D-64C0-4FAC-98D4-8CB9D4558C6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331 - Ó Caro Salvador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caro Salvador, manancial de amor, Te sinto em mim!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Teu gozo a mim virá, jamais me faltará, O qual me levará ao céu enfim.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caro Salvador, riqueza de amor,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Vela por mim; Tem-me na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Tua mão, ó grande Capitão,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lutarei, então, contigo assim.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caro Salvador, meu vero intercessor. Ora por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Eu posso então falar,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deste amor sem par,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Que veio me salvar do mundo, sim! 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172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Ó caro Salvador,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Teu poder, Senhor,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Opera em mim;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senda de valor, repleto de vigor, Sem ter nenhum temor, irei assim!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2005-12-26T18:56:37Z</dcterms:created>
  <dc:creator>Junior</dc:creator>
  <dc:description/>
  <dc:language>pt-BR</dc:language>
  <cp:lastModifiedBy>Junior</cp:lastModifiedBy>
  <dcterms:modified xsi:type="dcterms:W3CDTF">2005-12-26T18:56:39Z</dcterms:modified>
  <cp:revision>1</cp:revision>
  <dc:subject/>
  <dc:title>331 - Ó Caro Salvador </dc:title>
</cp:coreProperties>
</file>