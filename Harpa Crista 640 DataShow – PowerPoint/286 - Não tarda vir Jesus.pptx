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D27C82-D0F7-41A5-9EB0-D444112943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B6321D-C198-4D5F-A291-E5115E41DD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052CF86-4D21-4324-8E69-140E4BA2750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286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TARDA VIR JESUS!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Jesus, nesta terra,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só tristeza e 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Ímpios fazem guerra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santos do Senhor.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volta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fulgurante luz;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mar já se revolta,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tarda vir Jesus!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mundo nós não somos,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do Senhor Jesus;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Remidos todos fomos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sangue, lá na cruz!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volta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fulgurante luz;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mar já se revolta,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tarda vir Jesus!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mundo tenebroso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vamos descansar,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para o céu, de gozo,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Queremos já voar!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volta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fulgurante luz;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mar já se revolta,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tarda vir Jesus!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Olhamos para cima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Donde virá Jesus;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isto nos anima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viver na luz.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volta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fulgurante luz;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mar já se revolta,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tarda vir Jesus!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2005-12-24T08:47:17Z</dcterms:created>
  <dc:creator>Junior</dc:creator>
  <dc:description/>
  <dc:language>pt-BR</dc:language>
  <cp:lastModifiedBy>Junior</cp:lastModifiedBy>
  <dcterms:modified xsi:type="dcterms:W3CDTF">2005-12-24T08:47:31Z</dcterms:modified>
  <cp:revision>1</cp:revision>
  <dc:subject/>
  <dc:title>286 NÃO TARDA VIR JESUS! </dc:title>
</cp:coreProperties>
</file>