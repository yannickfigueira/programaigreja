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A3523D-8969-4BDD-8D66-ED666F504F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F2806C-4B45-4A2A-8DA6-DF754CE20DE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510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Ouves como o Evangelho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Nos dá vera salvação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E transforma o homem velho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Numa nova criação?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Bem algum em mim não via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Mas somente corrupção,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E cansado da porfia 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Em Jesus achei perdão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604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Como a pomba que cansada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Foi na arca repousar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A minha alma Fatigada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Em Jesus vai descansar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Mas o corvo foi s`embora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Sobre os morto foi pousar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Isto fazes tu agora?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Quererás ao mal voltar?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604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é Jesus a minha arca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Onde posso Repousar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E dali o mal as marcas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Nem eu posso avistar!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Oh! Quão doce a chamada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Que a mim me fez Jesus!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“Vem ó alma tão cansada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Vem das trevas para a luz”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6049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Pecador que estás ouvindo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A mensagem do Senhor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Tu na arca és bem-vindo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No refúgio de amor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Pois as águas do pecado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Breve te alcançarão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Pela morte despertado 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comic"/>
              </a:rPr>
              <a:t>Baterás Na porta em vão!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2005-10-23T18:43:22Z</dcterms:created>
  <dc:creator>Junior</dc:creator>
  <dc:description/>
  <dc:language>pt-BR</dc:language>
  <cp:lastModifiedBy>Junior</cp:lastModifiedBy>
  <dcterms:modified xsi:type="dcterms:W3CDTF">2005-10-23T18:47:58Z</dcterms:modified>
  <cp:revision>2</cp:revision>
  <dc:subject/>
  <dc:title>Ouves como o Evangelho Nos dá vera salvação E transforma o homem velho Numa nova criação? Bem algum em mim não via Mas somente corrupção, E cansado da porfia  Em Jesus achei perdão </dc:title>
</cp:coreProperties>
</file>