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2F4EC09-F456-4194-AE08-A84E55B7648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C3A4862-CD90-47DC-BA6D-D0FF40F76ED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12B1390-4265-44DE-B758-0DBFB77D37AF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219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AMOR DO CRIADOR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6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Os raios do amor de Deus,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Brilharam na minh’alma,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o fim eu vi dos dias meus,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Também um que me salva;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tenho já do céu a luz.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Das trevas fui liberto,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Agora Cristo me conduz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Nas plagas do deserto!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6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Teu amor, ó Criador,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revelou ali na cruz.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expirou em meu lugar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 me salvou: - o meu Jesus.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6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meu Jesus darei louvor,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hoje compreendo,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o amor do grande Redentor,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Vai tudo me provendo;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Já dantes desta criação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me preparava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mais perfeita salvação;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Quanto a mim amava!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6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Teu amor, ó Criador,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revelou ali na cruz.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expirou em meu lugar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 me salvou: - o meu Jesus.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6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dom precioso de Jesus,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Deus, me revelaste!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Teu amor, celeste luz,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mim Tu derramaste!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 medirá o amor de Deus,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Tão santo, insondável,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qual enche os mais altos céus;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Amor inesgotável!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6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Teu amor, ó Criador,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revelou ali na cruz.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expirou em meu lugar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 me salvou: - o meu Jesus.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2005-12-23T19:04:46Z</dcterms:created>
  <dc:creator>Junior</dc:creator>
  <dc:description/>
  <dc:language>pt-BR</dc:language>
  <cp:lastModifiedBy>Junior</cp:lastModifiedBy>
  <dcterms:modified xsi:type="dcterms:W3CDTF">2005-12-23T19:07:33Z</dcterms:modified>
  <cp:revision>1</cp:revision>
  <dc:subject/>
  <dc:title>219 O AMOR DO CRIADOR </dc:title>
</cp:coreProperties>
</file>