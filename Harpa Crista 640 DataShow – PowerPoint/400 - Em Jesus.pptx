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2560" cy="6856560"/>
            <a:chOff x="0" y="0"/>
            <a:chExt cx="9142560" cy="685656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9140760" cy="1655640"/>
            </a:xfrm>
            <a:custGeom>
              <a:avLst/>
              <a:gdLst/>
              <a:ahLst/>
              <a:rect l="l" t="t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666699"/>
                </a:gs>
                <a:gs pos="100000">
                  <a:srgbClr val="46466a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" name=""/>
            <p:cNvGrpSpPr/>
            <p:nvPr/>
          </p:nvGrpSpPr>
          <p:grpSpPr>
            <a:xfrm>
              <a:off x="0" y="0"/>
              <a:ext cx="9142560" cy="6856560"/>
              <a:chOff x="0" y="0"/>
              <a:chExt cx="9142560" cy="6856560"/>
            </a:xfrm>
          </p:grpSpPr>
          <p:sp>
            <p:nvSpPr>
              <p:cNvPr id="3" name=""/>
              <p:cNvSpPr/>
              <p:nvPr/>
            </p:nvSpPr>
            <p:spPr>
              <a:xfrm>
                <a:off x="1440" y="1650960"/>
                <a:ext cx="914112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0" y="6330960"/>
                <a:ext cx="9140760" cy="66600"/>
              </a:xfrm>
              <a:custGeom>
                <a:avLst/>
                <a:gdLst/>
                <a:ahLst/>
                <a:rect l="l" t="t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800" bIns="19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0" y="581832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0" y="5340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0" y="4929120"/>
                <a:ext cx="9140760" cy="493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20" bIns="25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0" y="453852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0" y="4197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0" y="386244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0" y="358632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0" y="33177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0" y="306072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0" y="261144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0" y="28224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0" y="241308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0" y="221292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0" y="203184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0" y="186840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0" y="3816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0" y="2952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0" y="75420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0" y="5349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0" y="9525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0" y="115416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0" y="133524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0" y="149688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8" name=""/>
              <p:cNvGrpSpPr/>
              <p:nvPr/>
            </p:nvGrpSpPr>
            <p:grpSpPr>
              <a:xfrm>
                <a:off x="0" y="0"/>
                <a:ext cx="9140760" cy="1658880"/>
                <a:chOff x="0" y="0"/>
                <a:chExt cx="9140760" cy="1658880"/>
              </a:xfrm>
            </p:grpSpPr>
            <p:sp>
              <p:nvSpPr>
                <p:cNvPr id="29" name=""/>
                <p:cNvSpPr/>
                <p:nvPr/>
              </p:nvSpPr>
              <p:spPr>
                <a:xfrm>
                  <a:off x="4522680" y="0"/>
                  <a:ext cx="66960" cy="1658880"/>
                </a:xfrm>
                <a:custGeom>
                  <a:avLst/>
                  <a:gdLst/>
                  <a:ahLst/>
                  <a:rect l="l" t="t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" name=""/>
                <p:cNvSpPr/>
                <p:nvPr/>
              </p:nvSpPr>
              <p:spPr>
                <a:xfrm>
                  <a:off x="380988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" name=""/>
                <p:cNvSpPr/>
                <p:nvPr/>
              </p:nvSpPr>
              <p:spPr>
                <a:xfrm>
                  <a:off x="312264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" name=""/>
                <p:cNvSpPr/>
                <p:nvPr/>
              </p:nvSpPr>
              <p:spPr>
                <a:xfrm>
                  <a:off x="2467080" y="0"/>
                  <a:ext cx="560160" cy="1658880"/>
                </a:xfrm>
                <a:custGeom>
                  <a:avLst/>
                  <a:gdLst/>
                  <a:ahLst/>
                  <a:rect l="l" t="t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" name=""/>
                <p:cNvSpPr/>
                <p:nvPr/>
              </p:nvSpPr>
              <p:spPr>
                <a:xfrm>
                  <a:off x="1800360" y="0"/>
                  <a:ext cx="714240" cy="1658880"/>
                </a:xfrm>
                <a:custGeom>
                  <a:avLst/>
                  <a:gdLst/>
                  <a:ahLst/>
                  <a:rect l="l" t="t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" name=""/>
                <p:cNvSpPr/>
                <p:nvPr/>
              </p:nvSpPr>
              <p:spPr>
                <a:xfrm>
                  <a:off x="1133640" y="0"/>
                  <a:ext cx="857160" cy="1658880"/>
                </a:xfrm>
                <a:custGeom>
                  <a:avLst/>
                  <a:gdLst/>
                  <a:ahLst/>
                  <a:rect l="l" t="t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" name=""/>
                <p:cNvSpPr/>
                <p:nvPr/>
              </p:nvSpPr>
              <p:spPr>
                <a:xfrm>
                  <a:off x="48564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" name=""/>
                <p:cNvSpPr/>
                <p:nvPr/>
              </p:nvSpPr>
              <p:spPr>
                <a:xfrm>
                  <a:off x="0" y="171360"/>
                  <a:ext cx="1000080" cy="1487520"/>
                </a:xfrm>
                <a:custGeom>
                  <a:avLst/>
                  <a:gdLst/>
                  <a:ahLst/>
                  <a:rect l="l" t="t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" name=""/>
                <p:cNvSpPr/>
                <p:nvPr/>
              </p:nvSpPr>
              <p:spPr>
                <a:xfrm>
                  <a:off x="506556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" name=""/>
                <p:cNvSpPr/>
                <p:nvPr/>
              </p:nvSpPr>
              <p:spPr>
                <a:xfrm>
                  <a:off x="560880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" name=""/>
                <p:cNvSpPr/>
                <p:nvPr/>
              </p:nvSpPr>
              <p:spPr>
                <a:xfrm>
                  <a:off x="6066000" y="0"/>
                  <a:ext cx="569880" cy="1658880"/>
                </a:xfrm>
                <a:custGeom>
                  <a:avLst/>
                  <a:gdLst/>
                  <a:ahLst/>
                  <a:rect l="l" t="t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" name=""/>
                <p:cNvSpPr/>
                <p:nvPr/>
              </p:nvSpPr>
              <p:spPr>
                <a:xfrm>
                  <a:off x="6570720" y="0"/>
                  <a:ext cx="712800" cy="1658880"/>
                </a:xfrm>
                <a:custGeom>
                  <a:avLst/>
                  <a:gdLst/>
                  <a:ahLst/>
                  <a:rect l="l" t="t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" name=""/>
                <p:cNvSpPr/>
                <p:nvPr/>
              </p:nvSpPr>
              <p:spPr>
                <a:xfrm>
                  <a:off x="7112160" y="0"/>
                  <a:ext cx="858600" cy="1658880"/>
                </a:xfrm>
                <a:custGeom>
                  <a:avLst/>
                  <a:gdLst/>
                  <a:ahLst/>
                  <a:rect l="l" t="t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" name=""/>
                <p:cNvSpPr/>
                <p:nvPr/>
              </p:nvSpPr>
              <p:spPr>
                <a:xfrm>
                  <a:off x="756936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" name=""/>
                <p:cNvSpPr/>
                <p:nvPr/>
              </p:nvSpPr>
              <p:spPr>
                <a:xfrm>
                  <a:off x="8074080" y="76320"/>
                  <a:ext cx="1066680" cy="1582560"/>
                </a:xfrm>
                <a:custGeom>
                  <a:avLst/>
                  <a:gdLst/>
                  <a:ahLst/>
                  <a:rect l="l" t="t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4" name=""/>
              <p:cNvGrpSpPr/>
              <p:nvPr/>
            </p:nvGrpSpPr>
            <p:grpSpPr>
              <a:xfrm>
                <a:off x="0" y="885960"/>
                <a:ext cx="9140760" cy="772920"/>
                <a:chOff x="0" y="885960"/>
                <a:chExt cx="9140760" cy="772920"/>
              </a:xfrm>
            </p:grpSpPr>
            <p:sp>
              <p:nvSpPr>
                <p:cNvPr id="45" name=""/>
                <p:cNvSpPr/>
                <p:nvPr/>
              </p:nvSpPr>
              <p:spPr>
                <a:xfrm>
                  <a:off x="0" y="981000"/>
                  <a:ext cx="485640" cy="677880"/>
                </a:xfrm>
                <a:custGeom>
                  <a:avLst/>
                  <a:gdLst/>
                  <a:ahLst/>
                  <a:rect l="l" t="t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" name=""/>
                <p:cNvSpPr/>
                <p:nvPr/>
              </p:nvSpPr>
              <p:spPr>
                <a:xfrm>
                  <a:off x="8588520" y="885960"/>
                  <a:ext cx="552240" cy="772920"/>
                </a:xfrm>
                <a:custGeom>
                  <a:avLst/>
                  <a:gdLst/>
                  <a:ahLst/>
                  <a:rect l="l" t="t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7" name=""/>
              <p:cNvGrpSpPr/>
              <p:nvPr/>
            </p:nvGrpSpPr>
            <p:grpSpPr>
              <a:xfrm>
                <a:off x="419040" y="1649520"/>
                <a:ext cx="8255160" cy="5207040"/>
                <a:chOff x="419040" y="1649520"/>
                <a:chExt cx="8255160" cy="5207040"/>
              </a:xfrm>
            </p:grpSpPr>
            <p:sp>
              <p:nvSpPr>
                <p:cNvPr id="48" name=""/>
                <p:cNvSpPr/>
                <p:nvPr/>
              </p:nvSpPr>
              <p:spPr>
                <a:xfrm>
                  <a:off x="4522680" y="1649520"/>
                  <a:ext cx="66960" cy="5207040"/>
                </a:xfrm>
                <a:custGeom>
                  <a:avLst/>
                  <a:gdLst/>
                  <a:ahLst/>
                  <a:rect l="l" t="t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" name=""/>
                <p:cNvSpPr/>
                <p:nvPr/>
              </p:nvSpPr>
              <p:spPr>
                <a:xfrm>
                  <a:off x="3419640" y="1649520"/>
                  <a:ext cx="636480" cy="5207040"/>
                </a:xfrm>
                <a:custGeom>
                  <a:avLst/>
                  <a:gdLst/>
                  <a:ahLst/>
                  <a:rect l="l" t="t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" name=""/>
                <p:cNvSpPr/>
                <p:nvPr/>
              </p:nvSpPr>
              <p:spPr>
                <a:xfrm>
                  <a:off x="242892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" name=""/>
                <p:cNvSpPr/>
                <p:nvPr/>
              </p:nvSpPr>
              <p:spPr>
                <a:xfrm>
                  <a:off x="1390680" y="1649520"/>
                  <a:ext cx="1636560" cy="5207040"/>
                </a:xfrm>
                <a:custGeom>
                  <a:avLst/>
                  <a:gdLst/>
                  <a:ahLst/>
                  <a:rect l="l" t="t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" name=""/>
                <p:cNvSpPr/>
                <p:nvPr/>
              </p:nvSpPr>
              <p:spPr>
                <a:xfrm>
                  <a:off x="419040" y="1649520"/>
                  <a:ext cx="2094120" cy="5207040"/>
                </a:xfrm>
                <a:custGeom>
                  <a:avLst/>
                  <a:gdLst/>
                  <a:ahLst/>
                  <a:rect l="l" t="t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" name=""/>
                <p:cNvSpPr/>
                <p:nvPr/>
              </p:nvSpPr>
              <p:spPr>
                <a:xfrm>
                  <a:off x="5065560" y="1649520"/>
                  <a:ext cx="638280" cy="5207040"/>
                </a:xfrm>
                <a:custGeom>
                  <a:avLst/>
                  <a:gdLst/>
                  <a:ahLst/>
                  <a:rect l="l" t="t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" name=""/>
                <p:cNvSpPr/>
                <p:nvPr/>
              </p:nvSpPr>
              <p:spPr>
                <a:xfrm>
                  <a:off x="560880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" name=""/>
                <p:cNvSpPr/>
                <p:nvPr/>
              </p:nvSpPr>
              <p:spPr>
                <a:xfrm>
                  <a:off x="6067440" y="1649520"/>
                  <a:ext cx="1644480" cy="5207040"/>
                </a:xfrm>
                <a:custGeom>
                  <a:avLst/>
                  <a:gdLst/>
                  <a:ahLst/>
                  <a:rect l="l" t="t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6" name=""/>
                <p:cNvSpPr/>
                <p:nvPr/>
              </p:nvSpPr>
              <p:spPr>
                <a:xfrm>
                  <a:off x="6567480" y="1649520"/>
                  <a:ext cx="2106720" cy="5207040"/>
                </a:xfrm>
                <a:custGeom>
                  <a:avLst/>
                  <a:gdLst/>
                  <a:ahLst/>
                  <a:rect l="l" t="t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57" name=""/>
              <p:cNvSpPr/>
              <p:nvPr/>
            </p:nvSpPr>
            <p:spPr>
              <a:xfrm>
                <a:off x="0" y="1649520"/>
                <a:ext cx="1990800" cy="4178160"/>
              </a:xfrm>
              <a:custGeom>
                <a:avLst/>
                <a:gdLst/>
                <a:ahLst/>
                <a:rect l="l" t="t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0" y="1649520"/>
                <a:ext cx="1504800" cy="2660400"/>
              </a:xfrm>
              <a:custGeom>
                <a:avLst/>
                <a:gdLst/>
                <a:ahLst/>
                <a:rect l="l" t="t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0" y="1649520"/>
                <a:ext cx="998640" cy="1487520"/>
              </a:xfrm>
              <a:custGeom>
                <a:avLst/>
                <a:gdLst/>
                <a:ahLst/>
                <a:rect l="l" t="t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>
                <a:off x="0" y="1649520"/>
                <a:ext cx="484200" cy="677880"/>
              </a:xfrm>
              <a:custGeom>
                <a:avLst/>
                <a:gdLst/>
                <a:ahLst/>
                <a:rect l="l" t="t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>
                <a:off x="7113600" y="1649520"/>
                <a:ext cx="2027160" cy="4263840"/>
              </a:xfrm>
              <a:custGeom>
                <a:avLst/>
                <a:gdLst/>
                <a:ahLst/>
                <a:rect l="l" t="t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>
                <a:off x="7572240" y="1649520"/>
                <a:ext cx="1568520" cy="2746440"/>
              </a:xfrm>
              <a:custGeom>
                <a:avLst/>
                <a:gdLst/>
                <a:ahLst/>
                <a:rect l="l" t="t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>
                <a:off x="8077320" y="1649520"/>
                <a:ext cx="1063440" cy="1582560"/>
              </a:xfrm>
              <a:custGeom>
                <a:avLst/>
                <a:gdLst/>
                <a:ahLst/>
                <a:rect l="l" t="t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>
                <a:off x="8591400" y="1649520"/>
                <a:ext cx="549360" cy="772920"/>
              </a:xfrm>
              <a:custGeom>
                <a:avLst/>
                <a:gdLst/>
                <a:ahLst/>
                <a:rect l="l" t="t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5400" y="272520"/>
            <a:ext cx="822636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dt" idx="1"/>
          </p:nvPr>
        </p:nvSpPr>
        <p:spPr>
          <a:xfrm>
            <a:off x="455400" y="6241680"/>
            <a:ext cx="213012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ftr" idx="2"/>
          </p:nvPr>
        </p:nvSpPr>
        <p:spPr>
          <a:xfrm>
            <a:off x="3124080" y="6241680"/>
            <a:ext cx="289584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sldNum" idx="3"/>
          </p:nvPr>
        </p:nvSpPr>
        <p:spPr>
          <a:xfrm>
            <a:off x="6553080" y="6241680"/>
            <a:ext cx="213048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B29906-D594-4AA1-AFE7-C9F8AFA00256}" type="slidenum"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455400" y="1598760"/>
            <a:ext cx="8226360" cy="449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eaeaea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eaeaea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"/>
          <p:cNvGrpSpPr/>
          <p:nvPr/>
        </p:nvGrpSpPr>
        <p:grpSpPr>
          <a:xfrm>
            <a:off x="0" y="0"/>
            <a:ext cx="9142560" cy="6856560"/>
            <a:chOff x="0" y="0"/>
            <a:chExt cx="9142560" cy="6856560"/>
          </a:xfrm>
        </p:grpSpPr>
        <p:sp>
          <p:nvSpPr>
            <p:cNvPr id="71" name=""/>
            <p:cNvSpPr/>
            <p:nvPr/>
          </p:nvSpPr>
          <p:spPr>
            <a:xfrm>
              <a:off x="0" y="0"/>
              <a:ext cx="9140760" cy="1655640"/>
            </a:xfrm>
            <a:custGeom>
              <a:avLst/>
              <a:gdLst/>
              <a:ahLst/>
              <a:rect l="l" t="t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666699"/>
                </a:gs>
                <a:gs pos="100000">
                  <a:srgbClr val="46466a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" name=""/>
            <p:cNvGrpSpPr/>
            <p:nvPr/>
          </p:nvGrpSpPr>
          <p:grpSpPr>
            <a:xfrm>
              <a:off x="0" y="0"/>
              <a:ext cx="9142560" cy="6856560"/>
              <a:chOff x="0" y="0"/>
              <a:chExt cx="9142560" cy="6856560"/>
            </a:xfrm>
          </p:grpSpPr>
          <p:sp>
            <p:nvSpPr>
              <p:cNvPr id="73" name=""/>
              <p:cNvSpPr/>
              <p:nvPr/>
            </p:nvSpPr>
            <p:spPr>
              <a:xfrm>
                <a:off x="1440" y="1650960"/>
                <a:ext cx="914112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0" y="6330960"/>
                <a:ext cx="9140760" cy="66600"/>
              </a:xfrm>
              <a:custGeom>
                <a:avLst/>
                <a:gdLst/>
                <a:ahLst/>
                <a:rect l="l" t="t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800" bIns="19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0" y="581832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0" y="5340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0" y="4929120"/>
                <a:ext cx="9140760" cy="493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20" bIns="25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0" y="453852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0" y="4197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0" y="386244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0" y="358632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0" y="33177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0" y="306072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0" y="261144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>
                <a:off x="0" y="28224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0" y="241308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>
                <a:off x="0" y="221292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>
                <a:off x="0" y="203184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>
                <a:off x="0" y="186840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0" y="3816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0" y="2952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0" y="75420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0" y="5349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0" y="9525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>
                <a:off x="0" y="115416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>
                <a:off x="0" y="133524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0" y="149688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8" name=""/>
              <p:cNvGrpSpPr/>
              <p:nvPr/>
            </p:nvGrpSpPr>
            <p:grpSpPr>
              <a:xfrm>
                <a:off x="0" y="0"/>
                <a:ext cx="9140760" cy="1658880"/>
                <a:chOff x="0" y="0"/>
                <a:chExt cx="9140760" cy="1658880"/>
              </a:xfrm>
            </p:grpSpPr>
            <p:sp>
              <p:nvSpPr>
                <p:cNvPr id="99" name=""/>
                <p:cNvSpPr/>
                <p:nvPr/>
              </p:nvSpPr>
              <p:spPr>
                <a:xfrm>
                  <a:off x="4522680" y="0"/>
                  <a:ext cx="66960" cy="1658880"/>
                </a:xfrm>
                <a:custGeom>
                  <a:avLst/>
                  <a:gdLst/>
                  <a:ahLst/>
                  <a:rect l="l" t="t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" name=""/>
                <p:cNvSpPr/>
                <p:nvPr/>
              </p:nvSpPr>
              <p:spPr>
                <a:xfrm>
                  <a:off x="380988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" name=""/>
                <p:cNvSpPr/>
                <p:nvPr/>
              </p:nvSpPr>
              <p:spPr>
                <a:xfrm>
                  <a:off x="312264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" name=""/>
                <p:cNvSpPr/>
                <p:nvPr/>
              </p:nvSpPr>
              <p:spPr>
                <a:xfrm>
                  <a:off x="2467080" y="0"/>
                  <a:ext cx="560160" cy="1658880"/>
                </a:xfrm>
                <a:custGeom>
                  <a:avLst/>
                  <a:gdLst/>
                  <a:ahLst/>
                  <a:rect l="l" t="t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" name=""/>
                <p:cNvSpPr/>
                <p:nvPr/>
              </p:nvSpPr>
              <p:spPr>
                <a:xfrm>
                  <a:off x="1800360" y="0"/>
                  <a:ext cx="714240" cy="1658880"/>
                </a:xfrm>
                <a:custGeom>
                  <a:avLst/>
                  <a:gdLst/>
                  <a:ahLst/>
                  <a:rect l="l" t="t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" name=""/>
                <p:cNvSpPr/>
                <p:nvPr/>
              </p:nvSpPr>
              <p:spPr>
                <a:xfrm>
                  <a:off x="1133640" y="0"/>
                  <a:ext cx="857160" cy="1658880"/>
                </a:xfrm>
                <a:custGeom>
                  <a:avLst/>
                  <a:gdLst/>
                  <a:ahLst/>
                  <a:rect l="l" t="t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5" name=""/>
                <p:cNvSpPr/>
                <p:nvPr/>
              </p:nvSpPr>
              <p:spPr>
                <a:xfrm>
                  <a:off x="48564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" name=""/>
                <p:cNvSpPr/>
                <p:nvPr/>
              </p:nvSpPr>
              <p:spPr>
                <a:xfrm>
                  <a:off x="0" y="171360"/>
                  <a:ext cx="1000080" cy="1487520"/>
                </a:xfrm>
                <a:custGeom>
                  <a:avLst/>
                  <a:gdLst/>
                  <a:ahLst/>
                  <a:rect l="l" t="t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" name=""/>
                <p:cNvSpPr/>
                <p:nvPr/>
              </p:nvSpPr>
              <p:spPr>
                <a:xfrm>
                  <a:off x="506556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" name=""/>
                <p:cNvSpPr/>
                <p:nvPr/>
              </p:nvSpPr>
              <p:spPr>
                <a:xfrm>
                  <a:off x="560880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9" name=""/>
                <p:cNvSpPr/>
                <p:nvPr/>
              </p:nvSpPr>
              <p:spPr>
                <a:xfrm>
                  <a:off x="6066000" y="0"/>
                  <a:ext cx="569880" cy="1658880"/>
                </a:xfrm>
                <a:custGeom>
                  <a:avLst/>
                  <a:gdLst/>
                  <a:ahLst/>
                  <a:rect l="l" t="t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"/>
                <p:cNvSpPr/>
                <p:nvPr/>
              </p:nvSpPr>
              <p:spPr>
                <a:xfrm>
                  <a:off x="6570720" y="0"/>
                  <a:ext cx="712800" cy="1658880"/>
                </a:xfrm>
                <a:custGeom>
                  <a:avLst/>
                  <a:gdLst/>
                  <a:ahLst/>
                  <a:rect l="l" t="t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"/>
                <p:cNvSpPr/>
                <p:nvPr/>
              </p:nvSpPr>
              <p:spPr>
                <a:xfrm>
                  <a:off x="7112160" y="0"/>
                  <a:ext cx="858600" cy="1658880"/>
                </a:xfrm>
                <a:custGeom>
                  <a:avLst/>
                  <a:gdLst/>
                  <a:ahLst/>
                  <a:rect l="l" t="t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"/>
                <p:cNvSpPr/>
                <p:nvPr/>
              </p:nvSpPr>
              <p:spPr>
                <a:xfrm>
                  <a:off x="756936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"/>
                <p:cNvSpPr/>
                <p:nvPr/>
              </p:nvSpPr>
              <p:spPr>
                <a:xfrm>
                  <a:off x="8074080" y="76320"/>
                  <a:ext cx="1066680" cy="1582560"/>
                </a:xfrm>
                <a:custGeom>
                  <a:avLst/>
                  <a:gdLst/>
                  <a:ahLst/>
                  <a:rect l="l" t="t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4" name=""/>
              <p:cNvGrpSpPr/>
              <p:nvPr/>
            </p:nvGrpSpPr>
            <p:grpSpPr>
              <a:xfrm>
                <a:off x="0" y="885960"/>
                <a:ext cx="9140760" cy="772920"/>
                <a:chOff x="0" y="885960"/>
                <a:chExt cx="9140760" cy="772920"/>
              </a:xfrm>
            </p:grpSpPr>
            <p:sp>
              <p:nvSpPr>
                <p:cNvPr id="115" name=""/>
                <p:cNvSpPr/>
                <p:nvPr/>
              </p:nvSpPr>
              <p:spPr>
                <a:xfrm>
                  <a:off x="0" y="981000"/>
                  <a:ext cx="485640" cy="677880"/>
                </a:xfrm>
                <a:custGeom>
                  <a:avLst/>
                  <a:gdLst/>
                  <a:ahLst/>
                  <a:rect l="l" t="t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"/>
                <p:cNvSpPr/>
                <p:nvPr/>
              </p:nvSpPr>
              <p:spPr>
                <a:xfrm>
                  <a:off x="8588520" y="885960"/>
                  <a:ext cx="552240" cy="772920"/>
                </a:xfrm>
                <a:custGeom>
                  <a:avLst/>
                  <a:gdLst/>
                  <a:ahLst/>
                  <a:rect l="l" t="t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7" name=""/>
              <p:cNvGrpSpPr/>
              <p:nvPr/>
            </p:nvGrpSpPr>
            <p:grpSpPr>
              <a:xfrm>
                <a:off x="419040" y="1649520"/>
                <a:ext cx="8255160" cy="5207040"/>
                <a:chOff x="419040" y="1649520"/>
                <a:chExt cx="8255160" cy="5207040"/>
              </a:xfrm>
            </p:grpSpPr>
            <p:sp>
              <p:nvSpPr>
                <p:cNvPr id="118" name=""/>
                <p:cNvSpPr/>
                <p:nvPr/>
              </p:nvSpPr>
              <p:spPr>
                <a:xfrm>
                  <a:off x="4522680" y="1649520"/>
                  <a:ext cx="66960" cy="5207040"/>
                </a:xfrm>
                <a:custGeom>
                  <a:avLst/>
                  <a:gdLst/>
                  <a:ahLst/>
                  <a:rect l="l" t="t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" name=""/>
                <p:cNvSpPr/>
                <p:nvPr/>
              </p:nvSpPr>
              <p:spPr>
                <a:xfrm>
                  <a:off x="3419640" y="1649520"/>
                  <a:ext cx="636480" cy="5207040"/>
                </a:xfrm>
                <a:custGeom>
                  <a:avLst/>
                  <a:gdLst/>
                  <a:ahLst/>
                  <a:rect l="l" t="t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" name=""/>
                <p:cNvSpPr/>
                <p:nvPr/>
              </p:nvSpPr>
              <p:spPr>
                <a:xfrm>
                  <a:off x="242892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1" name=""/>
                <p:cNvSpPr/>
                <p:nvPr/>
              </p:nvSpPr>
              <p:spPr>
                <a:xfrm>
                  <a:off x="1390680" y="1649520"/>
                  <a:ext cx="1636560" cy="5207040"/>
                </a:xfrm>
                <a:custGeom>
                  <a:avLst/>
                  <a:gdLst/>
                  <a:ahLst/>
                  <a:rect l="l" t="t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2" name=""/>
                <p:cNvSpPr/>
                <p:nvPr/>
              </p:nvSpPr>
              <p:spPr>
                <a:xfrm>
                  <a:off x="419040" y="1649520"/>
                  <a:ext cx="2094120" cy="5207040"/>
                </a:xfrm>
                <a:custGeom>
                  <a:avLst/>
                  <a:gdLst/>
                  <a:ahLst/>
                  <a:rect l="l" t="t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" name=""/>
                <p:cNvSpPr/>
                <p:nvPr/>
              </p:nvSpPr>
              <p:spPr>
                <a:xfrm>
                  <a:off x="5065560" y="1649520"/>
                  <a:ext cx="638280" cy="5207040"/>
                </a:xfrm>
                <a:custGeom>
                  <a:avLst/>
                  <a:gdLst/>
                  <a:ahLst/>
                  <a:rect l="l" t="t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" name=""/>
                <p:cNvSpPr/>
                <p:nvPr/>
              </p:nvSpPr>
              <p:spPr>
                <a:xfrm>
                  <a:off x="560880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5" name=""/>
                <p:cNvSpPr/>
                <p:nvPr/>
              </p:nvSpPr>
              <p:spPr>
                <a:xfrm>
                  <a:off x="6067440" y="1649520"/>
                  <a:ext cx="1644480" cy="5207040"/>
                </a:xfrm>
                <a:custGeom>
                  <a:avLst/>
                  <a:gdLst/>
                  <a:ahLst/>
                  <a:rect l="l" t="t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" name=""/>
                <p:cNvSpPr/>
                <p:nvPr/>
              </p:nvSpPr>
              <p:spPr>
                <a:xfrm>
                  <a:off x="6567480" y="1649520"/>
                  <a:ext cx="2106720" cy="5207040"/>
                </a:xfrm>
                <a:custGeom>
                  <a:avLst/>
                  <a:gdLst/>
                  <a:ahLst/>
                  <a:rect l="l" t="t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27" name=""/>
              <p:cNvSpPr/>
              <p:nvPr/>
            </p:nvSpPr>
            <p:spPr>
              <a:xfrm>
                <a:off x="0" y="1649520"/>
                <a:ext cx="1990800" cy="4178160"/>
              </a:xfrm>
              <a:custGeom>
                <a:avLst/>
                <a:gdLst/>
                <a:ahLst/>
                <a:rect l="l" t="t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>
                <a:off x="0" y="1649520"/>
                <a:ext cx="1504800" cy="2660400"/>
              </a:xfrm>
              <a:custGeom>
                <a:avLst/>
                <a:gdLst/>
                <a:ahLst/>
                <a:rect l="l" t="t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0" y="1649520"/>
                <a:ext cx="998640" cy="1487520"/>
              </a:xfrm>
              <a:custGeom>
                <a:avLst/>
                <a:gdLst/>
                <a:ahLst/>
                <a:rect l="l" t="t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0" y="1649520"/>
                <a:ext cx="484200" cy="677880"/>
              </a:xfrm>
              <a:custGeom>
                <a:avLst/>
                <a:gdLst/>
                <a:ahLst/>
                <a:rect l="l" t="t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>
                <a:off x="7113600" y="1649520"/>
                <a:ext cx="2027160" cy="4263840"/>
              </a:xfrm>
              <a:custGeom>
                <a:avLst/>
                <a:gdLst/>
                <a:ahLst/>
                <a:rect l="l" t="t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>
                <a:off x="7572240" y="1649520"/>
                <a:ext cx="1568520" cy="2746440"/>
              </a:xfrm>
              <a:custGeom>
                <a:avLst/>
                <a:gdLst/>
                <a:ahLst/>
                <a:rect l="l" t="t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>
                <a:off x="8077320" y="1649520"/>
                <a:ext cx="1063440" cy="1582560"/>
              </a:xfrm>
              <a:custGeom>
                <a:avLst/>
                <a:gdLst/>
                <a:ahLst/>
                <a:rect l="l" t="t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>
                <a:off x="8591400" y="1649520"/>
                <a:ext cx="549360" cy="772920"/>
              </a:xfrm>
              <a:custGeom>
                <a:avLst/>
                <a:gdLst/>
                <a:ahLst/>
                <a:rect l="l" t="t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5400" y="1920960"/>
            <a:ext cx="822636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dt" idx="4"/>
          </p:nvPr>
        </p:nvSpPr>
        <p:spPr>
          <a:xfrm>
            <a:off x="455400" y="6241680"/>
            <a:ext cx="213012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5"/>
          </p:nvPr>
        </p:nvSpPr>
        <p:spPr>
          <a:xfrm>
            <a:off x="3124080" y="6241680"/>
            <a:ext cx="289584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6"/>
          </p:nvPr>
        </p:nvSpPr>
        <p:spPr>
          <a:xfrm>
            <a:off x="6553080" y="6241680"/>
            <a:ext cx="213048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30D90D-FBD0-41F4-BB88-FAC1D40B1EAA}" type="slidenum"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eaeaea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5400" y="1920960"/>
            <a:ext cx="822636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400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0" y="1628280"/>
            <a:ext cx="9144000" cy="270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Jesus, vivendo cada dia,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 eu tenho alegria!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Jesus, oh, doce harmonia!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Jesus, desfruto a paz de Deus!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Jesus, na rocha inabalável,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Jesus, no homem incomparável!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Jesus, no Deus tão adorável!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Jesus, o mal não temerei!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38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 a graça é infinita,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Jesus, oh! Benção inaudita;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Jesus, minh’alma é bendita;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 eu tenho salvação!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 não temo o mal e a morte,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 estou firmado e forte!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 meu barco ruma ao norte;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Jesus eu sempre hei de vencer!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2004-07-18T15:18:02Z</dcterms:created>
  <dc:creator>Jose Antonio de Bem</dc:creator>
  <dc:description/>
  <dc:language>pt-BR</dc:language>
  <cp:lastModifiedBy>User041</cp:lastModifiedBy>
  <dcterms:modified xsi:type="dcterms:W3CDTF">2006-08-13T19:32:02Z</dcterms:modified>
  <cp:revision>3</cp:revision>
  <dc:subject/>
  <dc:title>Harpa Cristã  400</dc:title>
</cp:coreProperties>
</file>