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C6CB76-7C03-43A2-9FDC-109CF588B0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3D60C9-0161-41CA-A922-9770B468A9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6C1319-7190-40A9-8939-B325FF1B2DC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DO DIA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Finda a lida deste dia,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bendito Salvador;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Eis-nos todos reunidos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cantar o Teu louvor;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encher-nos do Teu santo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doce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leitura da Palavra, vem,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abençoar,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coração dos crentes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ensinos vem gravar.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Tuas bênçãos continua a derramar!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Congregados nos achamos constrangidos pelo amor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emana do Teu nome,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 amado Salvador;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Aprendendo no Teu livro,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 Senhor! Amém.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A.T.O.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2005-10-19T02:42:32Z</dcterms:created>
  <dc:creator>Montagna</dc:creator>
  <dc:description/>
  <dc:language>pt-BR</dc:language>
  <cp:lastModifiedBy>Montagna</cp:lastModifiedBy>
  <dcterms:modified xsi:type="dcterms:W3CDTF">2005-10-19T02:43:53Z</dcterms:modified>
  <cp:revision>2</cp:revision>
  <dc:subject/>
  <dc:title>309 - AO FINDAR DO DIA</dc:title>
</cp:coreProperties>
</file>