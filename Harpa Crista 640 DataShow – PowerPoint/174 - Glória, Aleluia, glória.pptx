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D041FA-9BB4-4DF0-99BD-99E89E700B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EB6EF1-078B-49FC-95DF-7E225C180E3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B1FB77D-7990-4AD5-B87B-61F70D17286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05704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174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ALELUIA, GLÓRIA!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Tenho gozo em dar louvor,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aleluia, glória!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Jesus, meu Salvador,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aleluia, glória!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Deus, Jesus me salvou!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Deus, Jesus me livrou!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Deus, que eu salvo estou!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aleluia, glória!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Jesus pode salvar,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aleluia, glória!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 todo o mal livrar,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aleluia, glória!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Deus, Jesus me salvou!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Deus, Jesus me livrou!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Deus, que eu salvo estou!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aleluia, glória!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Enquanto no mundo andar,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aleluia, glória!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Jesus hei de louvar,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aleluia, glória!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Deus, Jesus me salvou!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Deus, Jesus me livrou!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Deus, que eu salvo estou!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aleluia, glória!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eu no céu chegar,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aleluia, glória!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sempre irei cantar,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aleluia, glória!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Deus, Jesus me salvou!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Deus, Jesus me livrou!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Deus, que eu salvo estou!</a:t>
            </a:r>
            <a:br>
              <a:rPr sz="4000"/>
            </a:b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aleluia, glória!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2005-12-23T13:18:28Z</dcterms:created>
  <dc:creator>Junior</dc:creator>
  <dc:description/>
  <dc:language>pt-BR</dc:language>
  <cp:lastModifiedBy>Junior</cp:lastModifiedBy>
  <dcterms:modified xsi:type="dcterms:W3CDTF">2005-12-23T13:18:45Z</dcterms:modified>
  <cp:revision>1</cp:revision>
  <dc:subject/>
  <dc:title>174 GLÓRIA, ALELUIA, GLÓRIA! </dc:title>
</cp:coreProperties>
</file>