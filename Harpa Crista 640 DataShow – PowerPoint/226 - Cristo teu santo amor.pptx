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67C443-6DA9-41B2-8F2F-AAC0C9D92A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6DC365-1938-4281-9E42-050C82F53F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EB0BA01-908F-44B0-907A-F7FCEDFFC5A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226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CRISTO, TEU SANTO AMOR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Cristo, Teu Santo amor deste para mim Nada pra Ti, Senhor, negarei aqui;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prostro em gratidão,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Cumpro com prontidão,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guia Tua mão, oh! me rendo a Ti.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Perante o trono estou,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Pede Tu, por mim,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nosso Pai eu vou, só Jesus, por Ti; A cruz hei de levar,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nome proclamar,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hino a Deus cantar, sim,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por Ti.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coração de amor, quero,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meu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Teu igual,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Espalhando a luz;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Ti eu vou servir, O tempo redimir,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almas conduzir, quero eu a Ti.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que tenho ou sou,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por Teu favor;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Alegre sempre vou, junto ali, Senhor; Teu rosto, sim, verei,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Contigo eu estarei,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sempre viverei, ia no céu por Ti!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2005-12-23T19:47:06Z</dcterms:created>
  <dc:creator>Junior</dc:creator>
  <dc:description/>
  <dc:language>pt-BR</dc:language>
  <cp:lastModifiedBy>Junior</cp:lastModifiedBy>
  <dcterms:modified xsi:type="dcterms:W3CDTF">2005-12-23T19:47:14Z</dcterms:modified>
  <cp:revision>1</cp:revision>
  <dc:subject/>
  <dc:title>226 CRISTO, TEU SANTO AMOR </dc:title>
</cp:coreProperties>
</file>