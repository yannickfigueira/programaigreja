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DF46D7-6ED8-4119-AA68-8CC61CF9C1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BFEBFC-6ED0-4E63-84B5-2A0C2022DF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5439F6-34C6-461B-BFC9-BE362564974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414 – Tem compaixão do pecador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Salvador, ó Pai de amor?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compaixão do pecador;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ser em Ti não achará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salvação, que Tu nos dás.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compaixão, ó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compaixão do pecador!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lavar seu coração,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lhe dar a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ser em Ti não há perdão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o pecador, nem salvação;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mesmo em Ti o pecador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Encontrará um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compaixão, ó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compaixão do pecador!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lavar seu coração,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lhe dar a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Rei doa reis, tem compaixão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pecador na perdição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coração, ó vem lavar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Teu purificar.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compaixão, ó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compaixão do pecador!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lavar seu coração,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vem lhe dar a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2005-12-26T16:59:47Z</dcterms:created>
  <dc:creator>Junior</dc:creator>
  <dc:description/>
  <dc:language>pt-BR</dc:language>
  <cp:lastModifiedBy>Junior</cp:lastModifiedBy>
  <dcterms:modified xsi:type="dcterms:W3CDTF">2005-12-26T16:59:49Z</dcterms:modified>
  <cp:revision>1</cp:revision>
  <dc:subject/>
  <dc:title>414 – Tem compaixão do pecador</dc:title>
</cp:coreProperties>
</file>