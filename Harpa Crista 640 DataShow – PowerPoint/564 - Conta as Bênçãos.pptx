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58100-CDE9-4D51-9814-2B3946F919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89AE6D-14CB-46D7-938A-CA3FAAB3DC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B52E85-B94E-48A4-8647-7BB8B07037E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564 – Conta as Bênçãos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 vida as vagas procelosas são,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Se, com desalento, julgas tudo vão,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as muitas bênçãos,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Dize-as duma vez,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verás, surpreso, quanto Deus já fez!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as bênçãos! dize quantas são,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Recebidas da divina mão!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dizê-las, todas duma vez,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verás, surpreso,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Deus já fez!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acaso mágoas? Triste é teu lidar? E a cruz pesada, que tens de levar?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as muitas bênçãos,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duvidarás,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canto alegre os dias passarás.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as bênçãos! dize quantas são,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Recebidas da divina mão!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dizê-las, todas duma vez,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verás, surpreso,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Deus já fez!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vires outros com seu ouro e bens,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Lembra que tesouros prometidos tens!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os bens da terra poderão comprar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mansão celeste que vais habitar.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as bênçãos! dize quantas são,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Recebidas da divina mão!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dizê-las, todas duma vez,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verás, surpreso,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Deus já fez!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o conflito fraco ou forte aqui,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desanimes: Deus será por ti,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divino auxílio, minorando o mal,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dará consolo, e galardão final.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 as bênçãos! dize quantas são,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Recebidas da divina mão!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dizê-las, todas duma vez,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verás, surpreso,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Deus já fez!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2005-12-26T22:12:59Z</dcterms:created>
  <dc:creator>Junior</dc:creator>
  <dc:description/>
  <dc:language>pt-BR</dc:language>
  <cp:lastModifiedBy>Junior</cp:lastModifiedBy>
  <dcterms:modified xsi:type="dcterms:W3CDTF">2005-12-26T22:13:01Z</dcterms:modified>
  <cp:revision>1</cp:revision>
  <dc:subject/>
  <dc:title>564 – Conta as Bênçãos</dc:title>
</cp:coreProperties>
</file>