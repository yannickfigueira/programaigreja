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96688A-8FE2-4272-8D09-50FC32EDB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8F6E3-1B49-4E38-BC77-E0C4E8336C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C97A4B-5930-46C7-BC3E-0DDC5C947AC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FIM DAS LUTAS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esta vida de lutas cessar,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para o céu meu descanso gozar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Jesus, lá na glória sem fim;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ventura será para mim!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prazer! Glória a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Eu hei de ver no céu de luz;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morrer, a Jesus sempre ver,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Será gozo eterno, p'ra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Penso na paz e no grande amor,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lar celeste do meu Salvador;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ver Seu rosto, em sorrir também,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grande glória do dia que vem.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prazer! Glória a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Eu hei de ver no céu de luz;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morrer, a Jesus sempre ver,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Será gozo eterno, p'ra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Pais e amigos, irmãos, hão de estar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santo rio, de gozo a cantar,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alegres, louvando ao Senhor,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Gozando bênçãos do seu Criador.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prazer! Glória a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Eu hei de ver no céu de luz;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morrer, a Jesus sempre ver,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Será gozo eterno, p'ra mim!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2005-10-20T01:47:38Z</dcterms:created>
  <dc:creator>Montagna</dc:creator>
  <dc:description/>
  <dc:language>pt-BR</dc:language>
  <cp:lastModifiedBy>Junior</cp:lastModifiedBy>
  <dcterms:modified xsi:type="dcterms:W3CDTF">2006-02-04T18:33:46Z</dcterms:modified>
  <cp:revision>3</cp:revision>
  <dc:subject/>
  <dc:title>357 - O FIM DAS LUTAS</dc:title>
</cp:coreProperties>
</file>