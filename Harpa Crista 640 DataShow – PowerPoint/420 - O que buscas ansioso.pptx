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8E2023-9224-45F1-B5B2-D7C2D47326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AC7C46-95BD-4F51-9423-12EF9A7237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70BE30-ADFB-49A7-9357-A4581B587DF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420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BUSCAS ANSIOSO?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que buscas ansioso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perdido pecador?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que tens por precioso,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Murchará qual linda flor!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teu fim chegar,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teu fim chegar,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de cessar o teu gozo,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vai o crente entrar,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vai o crente entrar,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lar eterno de repouso!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há belas flores,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querem seduzir,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espinhos tEm, que dores,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Hão de sempre produzir;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Cristo, o Salvador,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Cristo, o Salvador,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Saron é linda rosa,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excelente odor,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excelente odor,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alegra a alma desditosa!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Larga o mundo e o pecado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trazem perdição;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aceita de bom grado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no coração.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eternal terás;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eternal terás;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fruirás santo gozo;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será tua paz,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será tua paz,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altos céus o teu repouso,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2005-10-21T10:12:52Z</dcterms:created>
  <dc:creator>Montagna</dc:creator>
  <dc:description/>
  <dc:language>pt-BR</dc:language>
  <cp:lastModifiedBy>Montagna</cp:lastModifiedBy>
  <dcterms:modified xsi:type="dcterms:W3CDTF">2005-10-21T10:13:05Z</dcterms:modified>
  <cp:revision>2</cp:revision>
  <dc:subject/>
  <dc:title>420 - O QUE BUSCAS ANSIOSO?</dc:title>
</cp:coreProperties>
</file>