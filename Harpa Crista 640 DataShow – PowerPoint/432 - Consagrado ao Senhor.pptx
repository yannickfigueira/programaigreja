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2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6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dt" idx="1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D22B20F-93CC-4BE1-8144-8B6C16F33FA9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57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2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5b5d6b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8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6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5b5d6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575967"/>
                  </a:gs>
                  <a:gs pos="100000">
                    <a:srgbClr val="5b5d6b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525460"/>
                  </a:gs>
                  <a:gs pos="50000">
                    <a:srgbClr val="5b5d6b"/>
                  </a:gs>
                  <a:gs pos="100000">
                    <a:srgbClr val="525460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dt" idx="4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15D65B-0257-4334-A6F2-3654719797E5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6fa9b7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a3c145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324000" y="26366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432 – CONSAGRADO AO SENHOR</a:t>
            </a:r>
            <a:endParaRPr b="0" lang="pt-BR" sz="3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301680" y="228600"/>
            <a:ext cx="8540640" cy="536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Minha vida seja sim,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Consagrada a Ti, Senhor; 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Possas sempre Tu por mim,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Operar o Teu amor.</a:t>
            </a:r>
            <a:br>
              <a:rPr sz="4600"/>
            </a:br>
            <a:endParaRPr b="0" lang="pt-BR" sz="4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0" y="476280"/>
            <a:ext cx="9144000" cy="5184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minha’alma lava Salvador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teu sangue puro, Carmezim;</a:t>
            </a:r>
            <a:br>
              <a:rPr sz="4400"/>
            </a:br>
            <a:r>
              <a:rPr b="1" lang="pt-BR" sz="48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</a:t>
            </a: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inha vida Toma para ser, Senhor,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Tua para sempre, Sim.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468000" y="1197000"/>
            <a:ext cx="8218440" cy="365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meus pés somente vão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Onde os santos possam ir;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Numa eternal canção,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Minha voz se faça ouvir.</a:t>
            </a:r>
            <a:br>
              <a:rPr sz="4600"/>
            </a:br>
            <a:endParaRPr b="0" lang="pt-BR" sz="4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560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minha’alma lava Salvador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teu sangue puro, Carmezim;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Minha vida Toma para ser, Senhor,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Tua para sempre, Sim.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324000" y="692280"/>
            <a:ext cx="8362800" cy="387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Seja o meu tempo já,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Consagrado em Teu labor;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Que meus lábios, Jeová,</a:t>
            </a:r>
            <a:br>
              <a:rPr sz="4600"/>
            </a:br>
            <a:r>
              <a:rPr b="1" lang="pt-BR" sz="46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Falem só do teu amor.</a:t>
            </a:r>
            <a:br>
              <a:rPr sz="4600"/>
            </a:br>
            <a:endParaRPr b="0" lang="pt-BR" sz="46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0" y="274680"/>
            <a:ext cx="9144000" cy="639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4800"/>
            </a:br>
            <a:endParaRPr b="0" lang="pt-BR" sz="48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549360"/>
            <a:ext cx="9144000" cy="432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minha’alma lava Salvador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teu sangue puro, Carmezim;</a:t>
            </a:r>
            <a:br>
              <a:rPr sz="4400"/>
            </a:br>
            <a:r>
              <a:rPr b="1" lang="pt-BR" sz="48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</a:t>
            </a: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inha vida Toma para ser, Senhor,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Tua para sempre, Sim.</a:t>
            </a:r>
            <a:br>
              <a:rPr sz="4400"/>
            </a:br>
            <a:endParaRPr b="0" lang="pt-BR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95280" y="1125360"/>
            <a:ext cx="8362800" cy="3515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Toma ó Deus, o meu querer,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Faze-o Teu, ó Salvador,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Hoje habita no meu ser: 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Enche-me do teu fervor.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0" y="549360"/>
            <a:ext cx="9144000" cy="446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minha’alma lava Salvador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teu sangue puro, Carmezim;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Minha vida Toma para ser, Senhor,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Tua para sempre, Sim.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395280" y="1282680"/>
            <a:ext cx="8362800" cy="308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Ó recebe-me, Senhor,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Quando venho me prostrar 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Teus pés, ó Salvador, 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Hoje vem me consagrar.</a:t>
            </a: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5a5c6c"/>
            </a:gs>
            <a:gs pos="100000">
              <a:srgbClr val="515361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0" y="1125360"/>
            <a:ext cx="9144000" cy="410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A minha’alma lava Salvador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No teu sangue puro, Carmezim;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Minha vida Toma para ser, Senhor,</a:t>
            </a:r>
            <a:br>
              <a:rPr sz="4400"/>
            </a:br>
            <a:r>
              <a:rPr b="1" lang="pt-BR" sz="4400" strike="noStrike" u="none">
                <a:solidFill>
                  <a:srgbClr val="ffffcc"/>
                </a:solidFill>
                <a:effectLst/>
                <a:uFillTx/>
                <a:latin typeface="Tahoma"/>
              </a:rPr>
              <a:t>Tua para sempre, Sim.</a:t>
            </a:r>
            <a:br>
              <a:rPr sz="4400"/>
            </a:br>
            <a:endParaRPr b="0" lang="pt-BR" sz="4400" strike="noStrike" u="none">
              <a:solidFill>
                <a:srgbClr val="ffffcc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2004-09-26T15:33:27Z</dcterms:created>
  <dc:creator>Jose Antonio de Bem</dc:creator>
  <dc:description/>
  <dc:language>pt-BR</dc:language>
  <cp:lastModifiedBy>Junior</cp:lastModifiedBy>
  <dcterms:modified xsi:type="dcterms:W3CDTF">2005-06-27T22:33:56Z</dcterms:modified>
  <cp:revision>2</cp:revision>
  <dc:subject/>
  <dc:title>Minha vida seja assim Consagrada a Ti Senhor  Possa sempre Tu por mim, Operar o Teu amor. </dc:title>
</cp:coreProperties>
</file>