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A5C4F2-E280-4DBB-A7A7-B3D625CE2E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B2FEFE-79F0-4F89-89C9-A8F6386D08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9C3070-065D-4D3A-B7D6-3604212B95B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228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ESTE MUNDO NÃO COMPREENDE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Este mundo não compreende.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Quão alegre é o meu viver,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 Cristo quem atende,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céu pode o gozo ter.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Mesmo quando em aflição,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a paz de Deus;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ao meu coração,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traz dos céus,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com Cristo aqui viver,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glorioso é,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Maior glória hei de ter,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eu guardar sempre a fé.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me faz mui ditoso,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Oh, provém do amor de Deus!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será maior meu gozo,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for morar nos céus.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Mesmo quando em aflição,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a paz de Deus;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ao meu coração,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traz dos céus,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com Cristo aqui viver,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glorioso é,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Maior glória hei de ter,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eu guardar sempre a fé.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Sinto meu ser transformado,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 graça do Senhor;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Cada dia mais chegado.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à pátria, estou, de amor.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Mesmo quando em aflição,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a paz de Deus;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ao meu coração,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traz dos céus,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com Cristo aqui viver,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glorioso é,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Maior glória hei de ter,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eu guardar sempre a fé.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2005-12-23T19:49:26Z</dcterms:created>
  <dc:creator>Junior</dc:creator>
  <dc:description/>
  <dc:language>pt-BR</dc:language>
  <cp:lastModifiedBy>Junior</cp:lastModifiedBy>
  <dcterms:modified xsi:type="dcterms:W3CDTF">2005-12-23T19:49:40Z</dcterms:modified>
  <cp:revision>1</cp:revision>
  <dc:subject/>
  <dc:title>228 ESTE MUNDO NÃO COMPREENDE </dc:title>
</cp:coreProperties>
</file>