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F06B22-A9C3-44BA-9A38-FD61C6D3BB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00D912-A644-41E7-BED0-154B3DA93F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287A40-3950-4AEA-AF2E-1CD81575FBD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555 - O Redentor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vive o Redentor,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há vida em seu favor.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aqui na cruz morreu: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Reina em glória lá no Céu.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 para interceder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nas lutas me valer,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 pra me sustentar,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mal me resguardar.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 livra do temor,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Minorando a minha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tristeza me desfaz,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gozo, vida e paz.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Vive! Hosanas eu lhe dou!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Vive! reina! e salvo eu sou!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nele, o Redentor,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firme em seu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2005-12-26T21:28:56Z</dcterms:created>
  <dc:creator>Junior</dc:creator>
  <dc:description/>
  <dc:language>pt-BR</dc:language>
  <cp:lastModifiedBy>Junior</cp:lastModifiedBy>
  <dcterms:modified xsi:type="dcterms:W3CDTF">2005-12-26T21:28:57Z</dcterms:modified>
  <cp:revision>1</cp:revision>
  <dc:subject/>
  <dc:title>555 - O Redentor</dc:title>
</cp:coreProperties>
</file>