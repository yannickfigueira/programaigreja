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3EAFBA-797B-4B29-907B-00D9FA940A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BFBDCB-E9FA-45BB-8E3A-2B94FCE134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2F0936-6562-4026-98A7-C5180E81767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454 – Alegrai-vos, ó remidos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Glorioso é o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digno de louvor;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resgate verdadeiro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 e do horror,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Alegrai-vos, ó remidos;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Cantai glória ao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Cantai glória e dai louvor!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Cantai glória ao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Honra, glória e domínio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o Rei dos reis!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santo vaticínio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a luz dos Seus fiéis.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Alegrai-vos, ó remidos: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Cantai glória, e vencereis!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Cantai glória e dai louvor!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Cantai glória ao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2005-12-26T15:19:07Z</dcterms:created>
  <dc:creator>Junior</dc:creator>
  <dc:description/>
  <dc:language>pt-BR</dc:language>
  <cp:lastModifiedBy>Junior</cp:lastModifiedBy>
  <dcterms:modified xsi:type="dcterms:W3CDTF">2005-12-26T15:19:10Z</dcterms:modified>
  <cp:revision>1</cp:revision>
  <dc:subject/>
  <dc:title>454 – Alegrai-vos, ó remidos </dc:title>
</cp:coreProperties>
</file>