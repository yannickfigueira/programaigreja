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53A9C-29F6-4A99-95B1-CEF64FEDF1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9C09D0-6AFC-4E7F-8AE2-959E66D3B8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A2C74F-54B8-49D2-8FF8-FF9A12C664B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547 - O Rei Está Voltando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fiéis são trasladados;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trabalho aqui findou.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carreira desses santos,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vida já cessou.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Senhor os bons ceifeiros,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Terminaram seu labor;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colheita completou-se: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a vinda do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está voltando!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 Rei está voltando!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trombeta está soando,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santos trasladar.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Rei está voltando!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está voltando!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Ele vem nos buscar!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Desta Terra estão subindo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remidos para 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encontro do Deus Filho,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aparece além do véu.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templo está deserto;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pregação cessou.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noticia em toda parte: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 Cristo já voltou!”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está voltando!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 Rei está voltando!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trombeta está soando,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santos trasladar.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Rei está voltando!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está voltando!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Ele vem nos buscar!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remidos vão subindo: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a festa celestial: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Céu está se abrindo,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“Bem-vindo!” sem igual,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som de muitas águas,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ouvimos entoar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Aleluias ao Cordeiro!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indo para o Lar!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está voltando!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 Rei está voltando!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trombeta está soando,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santos trasladar.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o Rei está voltando!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está voltando!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Ele vem nos buscar!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2005-12-26T21:08:54Z</dcterms:created>
  <dc:creator>Junior</dc:creator>
  <dc:description/>
  <dc:language>pt-BR</dc:language>
  <cp:lastModifiedBy>Junior</cp:lastModifiedBy>
  <dcterms:modified xsi:type="dcterms:W3CDTF">2005-12-26T21:08:57Z</dcterms:modified>
  <cp:revision>1</cp:revision>
  <dc:subject/>
  <dc:title>547 - O Rei Está Voltando </dc:title>
</cp:coreProperties>
</file>