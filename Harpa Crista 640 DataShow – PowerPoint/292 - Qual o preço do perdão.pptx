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E21A1A-5DBD-439C-9AE8-8F7F0D7A85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5D925A-269F-4DDA-A98E-6E07E7C1B43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00C26A2-44CA-4DF7-86EA-5B7ED77419D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292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O PREÇO DO PERDÃO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o preço do perdão?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o sangue de Jesus Cristo.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que limpa o coração?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o sangue de Jesus Cristo.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o poder real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limpa todo o mal,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dá paz divinal?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o sangue de Jesus Cristo.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Fez resgate eficaz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o sangue de Jesus Cristo.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Deu-nos santidade e paz.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o sangue de Jesus Cristo.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o poder real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limpa todo o mal,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dá paz divinal?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o sangue de Jesus Cristo.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pode me curar,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o sangue de Jesus Cristo.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do mal me libertar.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o sangue de Jesus Cristo.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o poder real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limpa todo o mal,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dá paz divinal?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o sangue de Jesus Cristo.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Lã no céu, eu vou cantar: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o sangue de Jesus Cristo.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Deu-me graça para entrar.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o sangue de Jesus Cristo.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o poder real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limpa todo o mal,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dá paz divinal?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o sangue de Jesus Cristo.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2005-12-24T08:54:36Z</dcterms:created>
  <dc:creator>Junior</dc:creator>
  <dc:description/>
  <dc:language>pt-BR</dc:language>
  <cp:lastModifiedBy>Junior</cp:lastModifiedBy>
  <dcterms:modified xsi:type="dcterms:W3CDTF">2005-12-24T08:54:57Z</dcterms:modified>
  <cp:revision>1</cp:revision>
  <dc:subject/>
  <dc:title>292 QUAL O PREÇO DO PERDÃO</dc:title>
</cp:coreProperties>
</file>