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F434BD-0896-4F7A-B3E7-2B5F0A85C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0EFBE-4939-4996-8B9A-4456A8D6E2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3EC88A-CCB0-48E5-A8E9-495897F8198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856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479 – Ao raiar do novo ano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meia noite, o ano já fenece,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elevamos os olhos aos céus,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orando para que comece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ano novo na graça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vozes juntas levantemos,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alegria e suave som;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gratidão a Cristo, jubilemos,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raiar de mais um ano bom.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pedimos nós ardentemente,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por Teu infinito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 da nossa pátria toda gente,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Tua honra, e pra Teu louvor.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vozes juntas levantemos,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alegria e suave som;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gratidão a Cristo, jubilemos,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raiar de mais um ano bom.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almas torna impolutas,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nos deixando em fraqueza cair,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oração, Senhor, hoje escuta,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podermos aqui Te servir.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vozes juntas levantemos,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alegria e suave som;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gratidão a Cristo, jubilemos,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raiar de mais um ano bom.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a Ti, por esse ano findo,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nos supriste com muito poder;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Graças a Ti, por esse ano vindo,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bênçãos mil vamos nós receber.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nossas vozes juntas levantemos,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alegria e suave som;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gratidão a Cristo, jubilemos,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raiar de mais um ano bom.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2005-12-25T18:56:45Z</dcterms:created>
  <dc:creator>Junior</dc:creator>
  <dc:description/>
  <dc:language>pt-BR</dc:language>
  <cp:lastModifiedBy>Junior</cp:lastModifiedBy>
  <dcterms:modified xsi:type="dcterms:W3CDTF">2005-12-25T18:56:47Z</dcterms:modified>
  <cp:revision>1</cp:revision>
  <dc:subject/>
  <dc:title>479 – Ao raiar do novo ano</dc:title>
</cp:coreProperties>
</file>