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D1032-AF3D-43D7-B0B4-B7B0B21768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24D1F-FFFF-4971-8F05-5C441CD1AC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793F4F-5CA9-47FD-BAFA-C8BBA8CE897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448 – Crentes, Avançai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Crentes, avançai,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Firmes pelejai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o vício, contra o mal!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triunfar,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agradar,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à luta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guia é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sempre nos conduz;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vitória nos dará,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sempre vencerá.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celeste lar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alcançar,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lutarmos com valor;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marchai,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andai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glória ao Redentor.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que verteu.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a todos deu;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crê nEle gozará,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 fruirá!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2005-12-26T15:34:16Z</dcterms:created>
  <dc:creator>Junior</dc:creator>
  <dc:description/>
  <dc:language>pt-BR</dc:language>
  <cp:lastModifiedBy>Junior</cp:lastModifiedBy>
  <dcterms:modified xsi:type="dcterms:W3CDTF">2005-12-26T15:34:22Z</dcterms:modified>
  <cp:revision>1</cp:revision>
  <dc:subject/>
  <dc:title>448 – Crentes, Avançai </dc:title>
</cp:coreProperties>
</file>