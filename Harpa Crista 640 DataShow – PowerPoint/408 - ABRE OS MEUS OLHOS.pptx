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0" y="3902040"/>
            <a:ext cx="3400560" cy="2949480"/>
            <a:chOff x="0" y="3902040"/>
            <a:chExt cx="3400560" cy="2949480"/>
          </a:xfrm>
        </p:grpSpPr>
        <p:sp>
          <p:nvSpPr>
            <p:cNvPr id="1" name=""/>
            <p:cNvSpPr/>
            <p:nvPr/>
          </p:nvSpPr>
          <p:spPr>
            <a:xfrm>
              <a:off x="0" y="3981600"/>
              <a:ext cx="3400560" cy="2863800"/>
            </a:xfrm>
            <a:custGeom>
              <a:avLst/>
              <a:gdLst/>
              <a:ahLst/>
              <a:rect l="l" t="t" r="r" b="b"/>
              <a:pathLst>
                <a:path w="2135" h="1804">
                  <a:moveTo>
                    <a:pt x="329" y="66"/>
                  </a:moveTo>
                  <a:lnTo>
                    <a:pt x="161" y="3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161" y="42"/>
                  </a:lnTo>
                  <a:lnTo>
                    <a:pt x="323" y="78"/>
                  </a:lnTo>
                  <a:lnTo>
                    <a:pt x="556" y="150"/>
                  </a:lnTo>
                  <a:lnTo>
                    <a:pt x="777" y="245"/>
                  </a:lnTo>
                  <a:lnTo>
                    <a:pt x="993" y="365"/>
                  </a:lnTo>
                  <a:lnTo>
                    <a:pt x="1196" y="503"/>
                  </a:lnTo>
                  <a:lnTo>
                    <a:pt x="1381" y="653"/>
                  </a:lnTo>
                  <a:lnTo>
                    <a:pt x="1555" y="827"/>
                  </a:lnTo>
                  <a:lnTo>
                    <a:pt x="1710" y="1019"/>
                  </a:lnTo>
                  <a:lnTo>
                    <a:pt x="1854" y="1229"/>
                  </a:lnTo>
                  <a:lnTo>
                    <a:pt x="1937" y="1366"/>
                  </a:lnTo>
                  <a:lnTo>
                    <a:pt x="2009" y="1510"/>
                  </a:lnTo>
                  <a:lnTo>
                    <a:pt x="2069" y="1654"/>
                  </a:lnTo>
                  <a:lnTo>
                    <a:pt x="2123" y="1804"/>
                  </a:lnTo>
                  <a:lnTo>
                    <a:pt x="2135" y="1804"/>
                  </a:lnTo>
                  <a:lnTo>
                    <a:pt x="2081" y="1654"/>
                  </a:lnTo>
                  <a:lnTo>
                    <a:pt x="2021" y="1510"/>
                  </a:lnTo>
                  <a:lnTo>
                    <a:pt x="1949" y="1366"/>
                  </a:lnTo>
                  <a:lnTo>
                    <a:pt x="1866" y="1223"/>
                  </a:lnTo>
                  <a:lnTo>
                    <a:pt x="1722" y="1013"/>
                  </a:lnTo>
                  <a:lnTo>
                    <a:pt x="1561" y="821"/>
                  </a:lnTo>
                  <a:lnTo>
                    <a:pt x="1387" y="647"/>
                  </a:lnTo>
                  <a:lnTo>
                    <a:pt x="1202" y="491"/>
                  </a:lnTo>
                  <a:lnTo>
                    <a:pt x="999" y="353"/>
                  </a:lnTo>
                  <a:lnTo>
                    <a:pt x="783" y="239"/>
                  </a:lnTo>
                  <a:lnTo>
                    <a:pt x="562" y="138"/>
                  </a:lnTo>
                  <a:lnTo>
                    <a:pt x="329" y="66"/>
                  </a:lnTo>
                  <a:lnTo>
                    <a:pt x="329" y="66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50000">
                  <a:srgbClr val="010199"/>
                </a:gs>
                <a:gs pos="100000">
                  <a:srgbClr val="000000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0" y="3902040"/>
              <a:ext cx="2943360" cy="2949480"/>
            </a:xfrm>
            <a:custGeom>
              <a:avLst/>
              <a:gdLst/>
              <a:ahLst/>
              <a:rect l="l" t="t" r="r" b="b"/>
              <a:pathLst>
                <a:path w="1854" h="1858">
                  <a:moveTo>
                    <a:pt x="1854" y="1858"/>
                  </a:moveTo>
                  <a:lnTo>
                    <a:pt x="0" y="1858"/>
                  </a:lnTo>
                  <a:lnTo>
                    <a:pt x="0" y="0"/>
                  </a:lnTo>
                  <a:lnTo>
                    <a:pt x="1854" y="1858"/>
                  </a:lnTo>
                  <a:lnTo>
                    <a:pt x="1854" y="1858"/>
                  </a:lnTo>
                  <a:close/>
                </a:path>
              </a:pathLst>
            </a:custGeom>
            <a:gradFill rotWithShape="0">
              <a:gsLst>
                <a:gs pos="0">
                  <a:srgbClr val="010199"/>
                </a:gs>
                <a:gs pos="50000">
                  <a:srgbClr val="000000"/>
                </a:gs>
                <a:gs pos="100000">
                  <a:srgbClr val="010199"/>
                </a:gs>
              </a:gsLst>
              <a:lin ang="81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" name=""/>
            <p:cNvSpPr/>
            <p:nvPr/>
          </p:nvSpPr>
          <p:spPr>
            <a:xfrm>
              <a:off x="0" y="4341960"/>
              <a:ext cx="2770200" cy="2503440"/>
            </a:xfrm>
            <a:custGeom>
              <a:avLst/>
              <a:gdLst/>
              <a:ahLst/>
              <a:rect l="l" t="t" r="r" b="b"/>
              <a:pathLst>
                <a:path w="1745" h="1577">
                  <a:moveTo>
                    <a:pt x="1640" y="1377"/>
                  </a:moveTo>
                  <a:lnTo>
                    <a:pt x="1692" y="1479"/>
                  </a:lnTo>
                  <a:lnTo>
                    <a:pt x="1732" y="1577"/>
                  </a:lnTo>
                  <a:lnTo>
                    <a:pt x="1745" y="1577"/>
                  </a:lnTo>
                  <a:lnTo>
                    <a:pt x="1703" y="1469"/>
                  </a:lnTo>
                  <a:lnTo>
                    <a:pt x="1649" y="1367"/>
                  </a:lnTo>
                  <a:lnTo>
                    <a:pt x="1535" y="1157"/>
                  </a:lnTo>
                  <a:lnTo>
                    <a:pt x="1395" y="951"/>
                  </a:lnTo>
                  <a:lnTo>
                    <a:pt x="1236" y="756"/>
                  </a:lnTo>
                  <a:lnTo>
                    <a:pt x="1061" y="582"/>
                  </a:lnTo>
                  <a:lnTo>
                    <a:pt x="876" y="426"/>
                  </a:lnTo>
                  <a:lnTo>
                    <a:pt x="672" y="294"/>
                  </a:lnTo>
                  <a:lnTo>
                    <a:pt x="455" y="174"/>
                  </a:lnTo>
                  <a:lnTo>
                    <a:pt x="234" y="7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222" y="89"/>
                  </a:lnTo>
                  <a:lnTo>
                    <a:pt x="446" y="185"/>
                  </a:lnTo>
                  <a:lnTo>
                    <a:pt x="662" y="305"/>
                  </a:lnTo>
                  <a:lnTo>
                    <a:pt x="866" y="437"/>
                  </a:lnTo>
                  <a:lnTo>
                    <a:pt x="1052" y="593"/>
                  </a:lnTo>
                  <a:lnTo>
                    <a:pt x="1226" y="767"/>
                  </a:lnTo>
                  <a:lnTo>
                    <a:pt x="1385" y="960"/>
                  </a:lnTo>
                  <a:lnTo>
                    <a:pt x="1526" y="1167"/>
                  </a:lnTo>
                  <a:lnTo>
                    <a:pt x="1640" y="1377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50000">
                  <a:srgbClr val="010199"/>
                </a:gs>
                <a:gs pos="100000">
                  <a:srgbClr val="000000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"/>
            <p:cNvSpPr/>
            <p:nvPr/>
          </p:nvSpPr>
          <p:spPr>
            <a:xfrm>
              <a:off x="0" y="4038480"/>
              <a:ext cx="2770200" cy="2806920"/>
            </a:xfrm>
            <a:custGeom>
              <a:avLst/>
              <a:gdLst/>
              <a:ahLst/>
              <a:rect l="l" t="t" r="r" b="b"/>
              <a:pathLst>
                <a:path w="1745" h="1768">
                  <a:moveTo>
                    <a:pt x="0" y="0"/>
                  </a:moveTo>
                  <a:lnTo>
                    <a:pt x="0" y="12"/>
                  </a:lnTo>
                  <a:lnTo>
                    <a:pt x="210" y="88"/>
                  </a:lnTo>
                  <a:lnTo>
                    <a:pt x="426" y="190"/>
                  </a:lnTo>
                  <a:lnTo>
                    <a:pt x="630" y="304"/>
                  </a:lnTo>
                  <a:lnTo>
                    <a:pt x="818" y="442"/>
                  </a:lnTo>
                  <a:lnTo>
                    <a:pt x="998" y="592"/>
                  </a:lnTo>
                  <a:lnTo>
                    <a:pt x="1164" y="766"/>
                  </a:lnTo>
                  <a:lnTo>
                    <a:pt x="1310" y="942"/>
                  </a:lnTo>
                  <a:lnTo>
                    <a:pt x="1454" y="1146"/>
                  </a:lnTo>
                  <a:lnTo>
                    <a:pt x="1536" y="1298"/>
                  </a:lnTo>
                  <a:lnTo>
                    <a:pt x="1614" y="1456"/>
                  </a:lnTo>
                  <a:lnTo>
                    <a:pt x="1682" y="1616"/>
                  </a:lnTo>
                  <a:lnTo>
                    <a:pt x="1733" y="1768"/>
                  </a:lnTo>
                  <a:lnTo>
                    <a:pt x="1745" y="1768"/>
                  </a:lnTo>
                  <a:lnTo>
                    <a:pt x="1691" y="1606"/>
                  </a:lnTo>
                  <a:lnTo>
                    <a:pt x="1623" y="1445"/>
                  </a:lnTo>
                  <a:lnTo>
                    <a:pt x="1547" y="1288"/>
                  </a:lnTo>
                  <a:lnTo>
                    <a:pt x="1463" y="1136"/>
                  </a:lnTo>
                  <a:lnTo>
                    <a:pt x="1320" y="932"/>
                  </a:lnTo>
                  <a:lnTo>
                    <a:pt x="1173" y="755"/>
                  </a:lnTo>
                  <a:lnTo>
                    <a:pt x="1008" y="581"/>
                  </a:lnTo>
                  <a:lnTo>
                    <a:pt x="827" y="431"/>
                  </a:lnTo>
                  <a:lnTo>
                    <a:pt x="642" y="293"/>
                  </a:lnTo>
                  <a:lnTo>
                    <a:pt x="437" y="179"/>
                  </a:lnTo>
                  <a:lnTo>
                    <a:pt x="222" y="7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50000">
                  <a:srgbClr val="010199"/>
                </a:gs>
                <a:gs pos="100000">
                  <a:srgbClr val="000000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331920" y="4419720"/>
              <a:ext cx="136440" cy="136440"/>
            </a:xfrm>
            <a:prstGeom prst="ellipse">
              <a:avLst/>
            </a:prstGeom>
            <a:gradFill rotWithShape="0">
              <a:gsLst>
                <a:gs pos="0">
                  <a:srgbClr val="000000"/>
                </a:gs>
                <a:gs pos="100000">
                  <a:srgbClr val="010199"/>
                </a:gs>
              </a:gsLst>
              <a:lin ang="81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2438280" y="6165720"/>
              <a:ext cx="146160" cy="146160"/>
            </a:xfrm>
            <a:prstGeom prst="ellipse">
              <a:avLst/>
            </a:prstGeom>
            <a:gradFill rotWithShape="0">
              <a:gsLst>
                <a:gs pos="0">
                  <a:srgbClr val="000000"/>
                </a:gs>
                <a:gs pos="100000">
                  <a:srgbClr val="010199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1255680" y="4322880"/>
              <a:ext cx="192240" cy="191880"/>
            </a:xfrm>
            <a:prstGeom prst="ellipse">
              <a:avLst/>
            </a:prstGeom>
            <a:gradFill rotWithShape="0">
              <a:gsLst>
                <a:gs pos="0">
                  <a:srgbClr val="000000"/>
                </a:gs>
                <a:gs pos="100000">
                  <a:srgbClr val="010199"/>
                </a:gs>
              </a:gsLst>
              <a:lin ang="81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b2b2b2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599840"/>
            <a:ext cx="8229600" cy="453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ffffcc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b2b2b2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666699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ffcc66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dt" idx="1"/>
          </p:nvPr>
        </p:nvSpPr>
        <p:spPr>
          <a:xfrm>
            <a:off x="45684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sldNum" idx="3"/>
          </p:nvPr>
        </p:nvSpPr>
        <p:spPr>
          <a:xfrm>
            <a:off x="655272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DD45DBB-285D-4479-97B0-DF90A38F9CB6}" type="slidenum"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"/>
          <p:cNvGrpSpPr/>
          <p:nvPr/>
        </p:nvGrpSpPr>
        <p:grpSpPr>
          <a:xfrm>
            <a:off x="0" y="3902040"/>
            <a:ext cx="3400560" cy="2949480"/>
            <a:chOff x="0" y="3902040"/>
            <a:chExt cx="3400560" cy="2949480"/>
          </a:xfrm>
        </p:grpSpPr>
        <p:sp>
          <p:nvSpPr>
            <p:cNvPr id="14" name=""/>
            <p:cNvSpPr/>
            <p:nvPr/>
          </p:nvSpPr>
          <p:spPr>
            <a:xfrm>
              <a:off x="0" y="3981600"/>
              <a:ext cx="3400560" cy="2863800"/>
            </a:xfrm>
            <a:custGeom>
              <a:avLst/>
              <a:gdLst/>
              <a:ahLst/>
              <a:rect l="l" t="t" r="r" b="b"/>
              <a:pathLst>
                <a:path w="2135" h="1804">
                  <a:moveTo>
                    <a:pt x="329" y="66"/>
                  </a:moveTo>
                  <a:lnTo>
                    <a:pt x="161" y="3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161" y="42"/>
                  </a:lnTo>
                  <a:lnTo>
                    <a:pt x="323" y="78"/>
                  </a:lnTo>
                  <a:lnTo>
                    <a:pt x="556" y="150"/>
                  </a:lnTo>
                  <a:lnTo>
                    <a:pt x="777" y="245"/>
                  </a:lnTo>
                  <a:lnTo>
                    <a:pt x="993" y="365"/>
                  </a:lnTo>
                  <a:lnTo>
                    <a:pt x="1196" y="503"/>
                  </a:lnTo>
                  <a:lnTo>
                    <a:pt x="1381" y="653"/>
                  </a:lnTo>
                  <a:lnTo>
                    <a:pt x="1555" y="827"/>
                  </a:lnTo>
                  <a:lnTo>
                    <a:pt x="1710" y="1019"/>
                  </a:lnTo>
                  <a:lnTo>
                    <a:pt x="1854" y="1229"/>
                  </a:lnTo>
                  <a:lnTo>
                    <a:pt x="1937" y="1366"/>
                  </a:lnTo>
                  <a:lnTo>
                    <a:pt x="2009" y="1510"/>
                  </a:lnTo>
                  <a:lnTo>
                    <a:pt x="2069" y="1654"/>
                  </a:lnTo>
                  <a:lnTo>
                    <a:pt x="2123" y="1804"/>
                  </a:lnTo>
                  <a:lnTo>
                    <a:pt x="2135" y="1804"/>
                  </a:lnTo>
                  <a:lnTo>
                    <a:pt x="2081" y="1654"/>
                  </a:lnTo>
                  <a:lnTo>
                    <a:pt x="2021" y="1510"/>
                  </a:lnTo>
                  <a:lnTo>
                    <a:pt x="1949" y="1366"/>
                  </a:lnTo>
                  <a:lnTo>
                    <a:pt x="1866" y="1223"/>
                  </a:lnTo>
                  <a:lnTo>
                    <a:pt x="1722" y="1013"/>
                  </a:lnTo>
                  <a:lnTo>
                    <a:pt x="1561" y="821"/>
                  </a:lnTo>
                  <a:lnTo>
                    <a:pt x="1387" y="647"/>
                  </a:lnTo>
                  <a:lnTo>
                    <a:pt x="1202" y="491"/>
                  </a:lnTo>
                  <a:lnTo>
                    <a:pt x="999" y="353"/>
                  </a:lnTo>
                  <a:lnTo>
                    <a:pt x="783" y="239"/>
                  </a:lnTo>
                  <a:lnTo>
                    <a:pt x="562" y="138"/>
                  </a:lnTo>
                  <a:lnTo>
                    <a:pt x="329" y="66"/>
                  </a:lnTo>
                  <a:lnTo>
                    <a:pt x="329" y="66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50000">
                  <a:srgbClr val="010199"/>
                </a:gs>
                <a:gs pos="100000">
                  <a:srgbClr val="000000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0" y="3902040"/>
              <a:ext cx="2943360" cy="2949480"/>
            </a:xfrm>
            <a:custGeom>
              <a:avLst/>
              <a:gdLst/>
              <a:ahLst/>
              <a:rect l="l" t="t" r="r" b="b"/>
              <a:pathLst>
                <a:path w="1854" h="1858">
                  <a:moveTo>
                    <a:pt x="1854" y="1858"/>
                  </a:moveTo>
                  <a:lnTo>
                    <a:pt x="0" y="1858"/>
                  </a:lnTo>
                  <a:lnTo>
                    <a:pt x="0" y="0"/>
                  </a:lnTo>
                  <a:lnTo>
                    <a:pt x="1854" y="1858"/>
                  </a:lnTo>
                  <a:lnTo>
                    <a:pt x="1854" y="1858"/>
                  </a:lnTo>
                  <a:close/>
                </a:path>
              </a:pathLst>
            </a:custGeom>
            <a:gradFill rotWithShape="0">
              <a:gsLst>
                <a:gs pos="0">
                  <a:srgbClr val="010199"/>
                </a:gs>
                <a:gs pos="50000">
                  <a:srgbClr val="000000"/>
                </a:gs>
                <a:gs pos="100000">
                  <a:srgbClr val="010199"/>
                </a:gs>
              </a:gsLst>
              <a:lin ang="81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0" y="4341960"/>
              <a:ext cx="2770200" cy="2503440"/>
            </a:xfrm>
            <a:custGeom>
              <a:avLst/>
              <a:gdLst/>
              <a:ahLst/>
              <a:rect l="l" t="t" r="r" b="b"/>
              <a:pathLst>
                <a:path w="1745" h="1577">
                  <a:moveTo>
                    <a:pt x="1640" y="1377"/>
                  </a:moveTo>
                  <a:lnTo>
                    <a:pt x="1692" y="1479"/>
                  </a:lnTo>
                  <a:lnTo>
                    <a:pt x="1732" y="1577"/>
                  </a:lnTo>
                  <a:lnTo>
                    <a:pt x="1745" y="1577"/>
                  </a:lnTo>
                  <a:lnTo>
                    <a:pt x="1703" y="1469"/>
                  </a:lnTo>
                  <a:lnTo>
                    <a:pt x="1649" y="1367"/>
                  </a:lnTo>
                  <a:lnTo>
                    <a:pt x="1535" y="1157"/>
                  </a:lnTo>
                  <a:lnTo>
                    <a:pt x="1395" y="951"/>
                  </a:lnTo>
                  <a:lnTo>
                    <a:pt x="1236" y="756"/>
                  </a:lnTo>
                  <a:lnTo>
                    <a:pt x="1061" y="582"/>
                  </a:lnTo>
                  <a:lnTo>
                    <a:pt x="876" y="426"/>
                  </a:lnTo>
                  <a:lnTo>
                    <a:pt x="672" y="294"/>
                  </a:lnTo>
                  <a:lnTo>
                    <a:pt x="455" y="174"/>
                  </a:lnTo>
                  <a:lnTo>
                    <a:pt x="234" y="7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222" y="89"/>
                  </a:lnTo>
                  <a:lnTo>
                    <a:pt x="446" y="185"/>
                  </a:lnTo>
                  <a:lnTo>
                    <a:pt x="662" y="305"/>
                  </a:lnTo>
                  <a:lnTo>
                    <a:pt x="866" y="437"/>
                  </a:lnTo>
                  <a:lnTo>
                    <a:pt x="1052" y="593"/>
                  </a:lnTo>
                  <a:lnTo>
                    <a:pt x="1226" y="767"/>
                  </a:lnTo>
                  <a:lnTo>
                    <a:pt x="1385" y="960"/>
                  </a:lnTo>
                  <a:lnTo>
                    <a:pt x="1526" y="1167"/>
                  </a:lnTo>
                  <a:lnTo>
                    <a:pt x="1640" y="1377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50000">
                  <a:srgbClr val="010199"/>
                </a:gs>
                <a:gs pos="100000">
                  <a:srgbClr val="000000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0" y="4038480"/>
              <a:ext cx="2770200" cy="2806920"/>
            </a:xfrm>
            <a:custGeom>
              <a:avLst/>
              <a:gdLst/>
              <a:ahLst/>
              <a:rect l="l" t="t" r="r" b="b"/>
              <a:pathLst>
                <a:path w="1745" h="1768">
                  <a:moveTo>
                    <a:pt x="0" y="0"/>
                  </a:moveTo>
                  <a:lnTo>
                    <a:pt x="0" y="12"/>
                  </a:lnTo>
                  <a:lnTo>
                    <a:pt x="210" y="88"/>
                  </a:lnTo>
                  <a:lnTo>
                    <a:pt x="426" y="190"/>
                  </a:lnTo>
                  <a:lnTo>
                    <a:pt x="630" y="304"/>
                  </a:lnTo>
                  <a:lnTo>
                    <a:pt x="818" y="442"/>
                  </a:lnTo>
                  <a:lnTo>
                    <a:pt x="998" y="592"/>
                  </a:lnTo>
                  <a:lnTo>
                    <a:pt x="1164" y="766"/>
                  </a:lnTo>
                  <a:lnTo>
                    <a:pt x="1310" y="942"/>
                  </a:lnTo>
                  <a:lnTo>
                    <a:pt x="1454" y="1146"/>
                  </a:lnTo>
                  <a:lnTo>
                    <a:pt x="1536" y="1298"/>
                  </a:lnTo>
                  <a:lnTo>
                    <a:pt x="1614" y="1456"/>
                  </a:lnTo>
                  <a:lnTo>
                    <a:pt x="1682" y="1616"/>
                  </a:lnTo>
                  <a:lnTo>
                    <a:pt x="1733" y="1768"/>
                  </a:lnTo>
                  <a:lnTo>
                    <a:pt x="1745" y="1768"/>
                  </a:lnTo>
                  <a:lnTo>
                    <a:pt x="1691" y="1606"/>
                  </a:lnTo>
                  <a:lnTo>
                    <a:pt x="1623" y="1445"/>
                  </a:lnTo>
                  <a:lnTo>
                    <a:pt x="1547" y="1288"/>
                  </a:lnTo>
                  <a:lnTo>
                    <a:pt x="1463" y="1136"/>
                  </a:lnTo>
                  <a:lnTo>
                    <a:pt x="1320" y="932"/>
                  </a:lnTo>
                  <a:lnTo>
                    <a:pt x="1173" y="755"/>
                  </a:lnTo>
                  <a:lnTo>
                    <a:pt x="1008" y="581"/>
                  </a:lnTo>
                  <a:lnTo>
                    <a:pt x="827" y="431"/>
                  </a:lnTo>
                  <a:lnTo>
                    <a:pt x="642" y="293"/>
                  </a:lnTo>
                  <a:lnTo>
                    <a:pt x="437" y="179"/>
                  </a:lnTo>
                  <a:lnTo>
                    <a:pt x="222" y="7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50000">
                  <a:srgbClr val="010199"/>
                </a:gs>
                <a:gs pos="100000">
                  <a:srgbClr val="000000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331920" y="4419720"/>
              <a:ext cx="136440" cy="136440"/>
            </a:xfrm>
            <a:prstGeom prst="ellipse">
              <a:avLst/>
            </a:prstGeom>
            <a:gradFill rotWithShape="0">
              <a:gsLst>
                <a:gs pos="0">
                  <a:srgbClr val="000000"/>
                </a:gs>
                <a:gs pos="100000">
                  <a:srgbClr val="010199"/>
                </a:gs>
              </a:gsLst>
              <a:lin ang="81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2438280" y="6165720"/>
              <a:ext cx="146160" cy="146160"/>
            </a:xfrm>
            <a:prstGeom prst="ellipse">
              <a:avLst/>
            </a:prstGeom>
            <a:gradFill rotWithShape="0">
              <a:gsLst>
                <a:gs pos="0">
                  <a:srgbClr val="000000"/>
                </a:gs>
                <a:gs pos="100000">
                  <a:srgbClr val="010199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"/>
            <p:cNvSpPr/>
            <p:nvPr/>
          </p:nvSpPr>
          <p:spPr>
            <a:xfrm>
              <a:off x="1255680" y="4322880"/>
              <a:ext cx="192240" cy="191880"/>
            </a:xfrm>
            <a:prstGeom prst="ellipse">
              <a:avLst/>
            </a:prstGeom>
            <a:gradFill rotWithShape="0">
              <a:gsLst>
                <a:gs pos="0">
                  <a:srgbClr val="000000"/>
                </a:gs>
                <a:gs pos="100000">
                  <a:srgbClr val="010199"/>
                </a:gs>
              </a:gsLst>
              <a:lin ang="81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85800" y="1873080"/>
            <a:ext cx="7772400" cy="155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8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800" strike="noStrike" u="none">
              <a:solidFill>
                <a:srgbClr val="b2b2b2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dt" idx="4"/>
          </p:nvPr>
        </p:nvSpPr>
        <p:spPr>
          <a:xfrm>
            <a:off x="45684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ftr" idx="5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sldNum" idx="6"/>
          </p:nvPr>
        </p:nvSpPr>
        <p:spPr>
          <a:xfrm>
            <a:off x="655272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F4D18A6-51FF-4EA9-8D13-B11978836E54}" type="slidenum"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457200"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914400" algn="ctr">
              <a:spcBef>
                <a:spcPts val="601"/>
              </a:spcBef>
              <a:buClr>
                <a:srgbClr val="666699"/>
              </a:buClr>
              <a:buSzPct val="75000"/>
              <a:buFont typeface="Wingdings" charset="2"/>
              <a:buChar char="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371600" algn="ctr">
              <a:spcBef>
                <a:spcPts val="499"/>
              </a:spcBef>
              <a:buClr>
                <a:srgbClr val="ffcc66"/>
              </a:buClr>
              <a:buSzPct val="75000"/>
              <a:buFont typeface="Wingdings" charset="2"/>
              <a:buChar char="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SzPct val="75000"/>
              <a:buFont typeface="Wingdings" charset="2"/>
              <a:buChar char="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1828800">
              <a:spcBef>
                <a:spcPts val="499"/>
              </a:spcBef>
              <a:buClr>
                <a:srgbClr val="ffffff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1828800">
              <a:spcBef>
                <a:spcPts val="499"/>
              </a:spcBef>
              <a:buClr>
                <a:srgbClr val="ffffff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85800" y="1873080"/>
            <a:ext cx="7772400" cy="155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8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408</a:t>
            </a:r>
            <a:br>
              <a:rPr sz="4800"/>
            </a:br>
            <a:r>
              <a:rPr b="1" lang="pt-BR" sz="48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ABRE OS MEUS OLHOS</a:t>
            </a:r>
            <a:endParaRPr b="0" lang="pt-BR" sz="4800" strike="noStrike" u="none">
              <a:solidFill>
                <a:srgbClr val="b2b2b2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Abre os meus olhos em Tua luz, </a:t>
            </a:r>
            <a:br>
              <a:rPr sz="3600"/>
            </a:br>
            <a:r>
              <a:rPr b="0" lang="pt-BR" sz="36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Teu rosto quero ver, Jesus, </a:t>
            </a:r>
            <a:br>
              <a:rPr sz="3600"/>
            </a:br>
            <a:r>
              <a:rPr b="0" lang="pt-BR" sz="36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Põe em meu coração Teu amor, </a:t>
            </a:r>
            <a:br>
              <a:rPr sz="3600"/>
            </a:br>
            <a:r>
              <a:rPr b="0" lang="pt-BR" sz="36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E dá-me a paz e Teu fervor; </a:t>
            </a:r>
            <a:br>
              <a:rPr sz="3600"/>
            </a:br>
            <a:r>
              <a:rPr b="0" lang="pt-BR" sz="36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Humildemente acudo a Ti,</a:t>
            </a:r>
            <a:br>
              <a:rPr sz="3600"/>
            </a:br>
            <a:r>
              <a:rPr b="0" lang="pt-BR" sz="36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Porque Tua terna voz ouvi</a:t>
            </a:r>
            <a:br>
              <a:rPr sz="3600"/>
            </a:br>
            <a:r>
              <a:rPr b="0" lang="pt-BR" sz="36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Meu guia sê, Espírito Consolador.</a:t>
            </a:r>
            <a:r>
              <a:rPr b="0" lang="en-US" sz="44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b2b2b2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Abro os ouvidos para ouvir </a:t>
            </a:r>
            <a:br>
              <a:rPr sz="3600"/>
            </a:br>
            <a:r>
              <a:rPr b="0" lang="pt-BR" sz="36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Tua Palavra a me ungir, </a:t>
            </a:r>
            <a:br>
              <a:rPr sz="3600"/>
            </a:br>
            <a:r>
              <a:rPr b="0" lang="pt-BR" sz="36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Belas palavras de doce amor, </a:t>
            </a:r>
            <a:br>
              <a:rPr sz="3600"/>
            </a:br>
            <a:r>
              <a:rPr b="0" lang="pt-BR" sz="36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Óh! Meu bendito Salvador, </a:t>
            </a:r>
            <a:br>
              <a:rPr sz="3600"/>
            </a:br>
            <a:r>
              <a:rPr b="0" lang="pt-BR" sz="36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Consagro a Ti meu frágil ser! </a:t>
            </a:r>
            <a:br>
              <a:rPr sz="3600"/>
            </a:br>
            <a:r>
              <a:rPr b="0" lang="pt-BR" sz="36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Para cumprir o Teu querer,</a:t>
            </a:r>
            <a:br>
              <a:rPr sz="3600"/>
            </a:br>
            <a:r>
              <a:rPr b="0" lang="pt-BR" sz="36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Enche meu ser, Espírito Consolador.</a:t>
            </a:r>
            <a:r>
              <a:rPr b="0" lang="en-US" sz="44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b2b2b2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Abre-me a mente para ver </a:t>
            </a:r>
            <a:br>
              <a:rPr sz="3600"/>
            </a:br>
            <a:r>
              <a:rPr b="0" lang="pt-BR" sz="36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O Teu amor em gran poder; </a:t>
            </a:r>
            <a:br>
              <a:rPr sz="3600"/>
            </a:br>
            <a:r>
              <a:rPr b="0" lang="pt-BR" sz="36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Dá-me Tua graça, dá-me vigor; </a:t>
            </a:r>
            <a:br>
              <a:rPr sz="3600"/>
            </a:br>
            <a:r>
              <a:rPr b="0" lang="pt-BR" sz="36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Faz-me na luta, vencedor; </a:t>
            </a:r>
            <a:br>
              <a:rPr sz="3600"/>
            </a:br>
            <a:r>
              <a:rPr b="0" lang="pt-BR" sz="36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Sê Tu o meu refúgio aqui, </a:t>
            </a:r>
            <a:br>
              <a:rPr sz="3600"/>
            </a:br>
            <a:r>
              <a:rPr b="0" lang="pt-BR" sz="36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Aumenta minha fé em Ti, </a:t>
            </a:r>
            <a:br>
              <a:rPr sz="3600"/>
            </a:br>
            <a:r>
              <a:rPr b="0" lang="pt-BR" sz="36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Sustenta-me, Espírito Consolador.</a:t>
            </a:r>
            <a:r>
              <a:rPr b="0" lang="en-US" sz="44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b2b2b2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Abre-me a porta divinal </a:t>
            </a:r>
            <a:br>
              <a:rPr sz="3600"/>
            </a:br>
            <a:r>
              <a:rPr b="0" lang="pt-BR" sz="36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Do Teu palácio de cristal, </a:t>
            </a:r>
            <a:br>
              <a:rPr sz="3600"/>
            </a:br>
            <a:r>
              <a:rPr b="0" lang="pt-BR" sz="36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Pois o Teu lindo rosto Senhor, </a:t>
            </a:r>
            <a:br>
              <a:rPr sz="3600"/>
            </a:br>
            <a:r>
              <a:rPr b="0" lang="pt-BR" sz="36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Quero no céu ver, d'esplendor; </a:t>
            </a:r>
            <a:br>
              <a:rPr sz="3600"/>
            </a:br>
            <a:r>
              <a:rPr b="0" lang="pt-BR" sz="36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E quando lá enfim entrar, </a:t>
            </a:r>
            <a:br>
              <a:rPr sz="3600"/>
            </a:br>
            <a:r>
              <a:rPr b="0" lang="pt-BR" sz="36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Teu santo nome vou louvar</a:t>
            </a:r>
            <a:br>
              <a:rPr sz="3600"/>
            </a:br>
            <a:r>
              <a:rPr b="0" lang="pt-BR" sz="36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Pelo teu bom Espírito Consolador.</a:t>
            </a:r>
            <a:r>
              <a:rPr b="0" lang="pt-BR" sz="44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	</a:t>
            </a:r>
            <a:r>
              <a:rPr b="0" lang="en-US" sz="44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b2b2b2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2005-10-21T03:13:37Z</dcterms:created>
  <dc:creator>Montagna</dc:creator>
  <dc:description/>
  <dc:language>pt-BR</dc:language>
  <cp:lastModifiedBy>Junior</cp:lastModifiedBy>
  <dcterms:modified xsi:type="dcterms:W3CDTF">2006-03-26T19:05:26Z</dcterms:modified>
  <cp:revision>3</cp:revision>
  <dc:subject/>
  <dc:title>408 - ABRE OS MEUS OLHOS</dc:title>
</cp:coreProperties>
</file>