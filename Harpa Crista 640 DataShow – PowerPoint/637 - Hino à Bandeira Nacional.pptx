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625085-91CA-4FAB-BDD0-E5C8EC1B62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AB7C4D-BEDF-400D-98B0-08B08F336B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C64A1D-2997-4F05-807D-9B6F8B6F32E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637 – Hino à Bandeira Nacional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Salve lindo pendão da esperança! Salve, símbolo augusto da paz!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nobre presença à lembrança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grandeza da Pátria nos traz.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 o afeto que se encerra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peito juvenil,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Querido símbolo da terra,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amada terra do Brasil!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Em teu seio formoso retratas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céu de puríssimo azul,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verdura sem-par destas matas,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esplendor do Cruzeiro do Sul.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 o afeto que se encerra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peito juvenil,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Querido símbolo da terra,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amada terra do Brasil!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Contemplando teu vulto sagrado,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Compreendemos o nosso dever,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Brasil. por seus filhos amado,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Poderoso e feliz há de ser.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 o afeto que se encerra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peito juvenil,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Querido símbolo da terra,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amada terra do Brasil!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imensa nação brasileira,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momentos de festa ou de 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Paira sempre, sagrada bandeira,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Pavilhão da justiça e do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 o afeto que se encerra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nosso peito juvenil,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Querido símbolo da terra,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amada terra do Brasil!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2005-12-27T15:20:01Z</dcterms:created>
  <dc:creator>Junior</dc:creator>
  <dc:description/>
  <dc:language>pt-BR</dc:language>
  <cp:lastModifiedBy>Junior</cp:lastModifiedBy>
  <dcterms:modified xsi:type="dcterms:W3CDTF">2005-12-27T15:20:02Z</dcterms:modified>
  <cp:revision>1</cp:revision>
  <dc:subject/>
  <dc:title>637 – Hino à Bandeira Nacional</dc:title>
</cp:coreProperties>
</file>