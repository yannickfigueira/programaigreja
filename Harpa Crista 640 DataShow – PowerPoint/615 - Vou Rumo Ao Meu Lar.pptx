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7E9CF0-7C1E-4761-B069-F31AB5D476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4BCEAF-5683-4A3D-81C3-21F9CB96B6D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615 - Vou Rumo Ao Meu Lar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rumo ao meu lar, meu lar celestial;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rumo ao meu lar e a Cristo;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Lá, não mais pesar, tristezas ou dor;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rumo ao meu lar e a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2005-12-27T14:48:56Z</dcterms:created>
  <dc:creator>Junior</dc:creator>
  <dc:description/>
  <dc:language>pt-BR</dc:language>
  <cp:lastModifiedBy>Junior</cp:lastModifiedBy>
  <dcterms:modified xsi:type="dcterms:W3CDTF">2005-12-27T14:48:58Z</dcterms:modified>
  <cp:revision>1</cp:revision>
  <dc:subject/>
  <dc:title>615 - Vou Rumo Ao Meu Lar    Vou rumo ao meu lar, meu lar celestial; Vou rumo ao meu lar e a Cristo; Lá, não mais pesar, tristezas ou dor; Vou rumo ao meu lar e a Cristo. </dc:title>
</cp:coreProperties>
</file>