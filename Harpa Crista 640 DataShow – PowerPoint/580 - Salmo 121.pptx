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4828C4-4286-4576-BA6E-6ACBE2050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7C855-2C58-45A2-A336-45F3699A57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7FAAA0-216B-4C8D-B1BE-BD33ADE7999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580 – Salmo 121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Ergo os meus olhos para os altos montes: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socorro, de onde me virá?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socorro vem do Deus eterno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fez a terra, fez o céu e o mar.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guarda se teu pé vacila: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guarda nunca tosquenejará.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tua sombra: nem de noite a lua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o sol de dia te molestarão.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os males Ele é quem afasta,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tua alma Ela guardará.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Guarda a saída, guarda a tua entrada,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desde agora, para sempre, amém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2005-12-26T22:54:01Z</dcterms:created>
  <dc:creator>Junior</dc:creator>
  <dc:description/>
  <dc:language>pt-BR</dc:language>
  <cp:lastModifiedBy>Junior</cp:lastModifiedBy>
  <dcterms:modified xsi:type="dcterms:W3CDTF">2005-12-26T22:54:03Z</dcterms:modified>
  <cp:revision>1</cp:revision>
  <dc:subject/>
  <dc:title>580 – Salmo 121 </dc:title>
</cp:coreProperties>
</file>