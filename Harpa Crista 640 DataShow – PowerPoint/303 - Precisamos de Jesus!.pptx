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B024B9-73E3-4BF8-AA94-8337C69313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986ED3-EC3F-491A-B1AA-29D6BD76B8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81B4F66-3D18-4EA2-8870-F3C45CF3603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303</a:t>
            </a:r>
            <a:br>
              <a:rPr sz="4400"/>
            </a:br>
            <a:r>
              <a:rPr b="0" lang="pt-BR" sz="44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Precisamos de Jesus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Quando o sol brilhar 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em qualquer lugar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Tu precisas de Jesus;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Quando escurecer, tudo fenecer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Tu precisas de Jesus!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eu preciso de jesus,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Tu precisa de jesus;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Pecador, vem para a luz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Que resplandeceu na cruz;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Tu precisas de jesus!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P’ra obter perdão, 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Plena salvação,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Tu precisas de Jesus;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Para caminhar firme, sem errar;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Tu precisas de Jesus!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eu preciso de jesus,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Tu precisa de jesus;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Pecador, vem para a luz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Que resplandeceu na cruz;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Tu precisas de jesus!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Mesmo havendo paz,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Calma mui veraz,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Tu precisas de jesus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Na perseguição, na tribulação,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Tu precisas de jesus!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eu preciso de jesus,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Tu precisa de jesus;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Pecador, vem para a luz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Que resplandeceu na cruz;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Tu precisas de jesus!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Quando a morte entrar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Em teu próprio lar,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Tu precisas de Jesus;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Ante o tribunal, decisão final,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Tu precisas de Jesus!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eu preciso de jesus,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Tu precisa de jesus;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Pecador, vem para a luz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Que resplandeceu na cruz;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99"/>
                </a:solidFill>
                <a:effectLst/>
                <a:uFillTx/>
                <a:latin typeface="comic"/>
              </a:rPr>
              <a:t>Tu precisas de jesus!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2005-07-02T15:35:32Z</dcterms:created>
  <dc:creator>Junior</dc:creator>
  <dc:description/>
  <dc:language>pt-BR</dc:language>
  <cp:lastModifiedBy>User041</cp:lastModifiedBy>
  <dcterms:modified xsi:type="dcterms:W3CDTF">2006-08-06T19:18:06Z</dcterms:modified>
  <cp:revision>2</cp:revision>
  <dc:subject/>
  <dc:title>303 Precisamos de Jesus</dc:title>
</cp:coreProperties>
</file>