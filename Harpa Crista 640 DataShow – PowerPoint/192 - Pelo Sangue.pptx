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CFDAE-4515-4374-B517-7C3500E494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E76CE-7975-4BC2-8FFC-4C130EAC18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2DC802-E7ED-4801-9C70-0871BC03102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mundo brilha a luz,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morreu Jesus.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Pendurado lá na cruz do Calvário!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pecados carregou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culpa nos livrou,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sangue que manou,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Calvário!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sangue, pelo sangue,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Somos redimidos, sim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carmesim;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sangue, pelo sangue.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de Jesus, no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Antes, tinha mui temor,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agora, tenho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compreendo o valor do Calvário; Eu vivi na perdição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achei a salvação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grande redenção: o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sangue, pelo sangue,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Somos redimidos, sim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carmesim;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sangue, pelo sangue.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de Jesus, no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um grande pecador?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aqui Teu Salvador!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do bom pregador: o Calvário.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Cordeiro divinal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Padeceu na cruz teu mal,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oferece graça tal, no Calvário.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sangue, pelo sangue,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Somos redimidos, sim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carmesim;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sangue, pelo sangue.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de Jesus, no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2005-12-23T14:44:41Z</dcterms:created>
  <dc:creator>Junior</dc:creator>
  <dc:description/>
  <dc:language>pt-BR</dc:language>
  <cp:lastModifiedBy>Junior</cp:lastModifiedBy>
  <dcterms:modified xsi:type="dcterms:W3CDTF">2005-12-23T14:45:18Z</dcterms:modified>
  <cp:revision>1</cp:revision>
  <dc:subject/>
  <dc:title>192 PELO SANGUE </dc:title>
</cp:coreProperties>
</file>