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C6EC70F-EC31-4B4B-92D4-B0EC027FE66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8F1724-1BD0-4C49-A87F-7FD44AE1A2CC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476 - O Cego de Jericó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Enquanto para Jericó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bom Jesus passava,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Um cego, filho de Jacó,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se cansar clamava: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de mim, Senhor!”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Atende ao meu clamor!”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multidão vendo-o clamar,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"Sê quieto", lhe dizia;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ele sem a escutar,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forte repetia.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de mim, Senhor!”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Atende ao meu clamor!”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então mandou chamar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cego que gritava,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logo, sem tardar,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Mas “inda assim clamava”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compaixão de mim, Senhor!”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“Jesus, ó Filho de Davi,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Atende ao meu clamor!”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pergunta com prazer: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“Que queres que te faça?"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"Jesus, eu quero hoje ver,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Teu poder e graça”.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Então Jesus lhe respondeu: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“Vai, a tua fé te salvou”.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logo viu, o Bartimeu,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bom Jesus louvou!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2005-12-25T19:07:33Z</dcterms:created>
  <dc:creator>Junior</dc:creator>
  <dc:description/>
  <dc:language>pt-BR</dc:language>
  <cp:lastModifiedBy>Conta da Microsoft</cp:lastModifiedBy>
  <dcterms:modified xsi:type="dcterms:W3CDTF">2025-02-26T19:46:32Z</dcterms:modified>
  <cp:revision>2</cp:revision>
  <dc:subject/>
  <dc:title>476 - O Cego de Jericó</dc:title>
</cp:coreProperties>
</file>