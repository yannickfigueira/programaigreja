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1FA2590-A3ED-4DC2-827B-32DA73EAD8E9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indent="0">
              <a:spcBef>
                <a:spcPts val="799"/>
              </a:spcBef>
              <a:buNone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F285B06-05A4-4FFA-89EB-0D0440CDDBAE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2500" lnSpcReduction="9999"/>
          </a:bodyPr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&lt;data/hora&gt;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1A6086C9-11B8-4A9C-8BAE-EAB2C46D82A7}" type="slidenum"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&lt;número&gt;</a:t>
            </a:fld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378</a:t>
            </a:r>
            <a:br>
              <a:rPr sz="4400"/>
            </a:br>
            <a:r>
              <a:rPr b="1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AS PISADAS DO MESTRE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600" cy="6107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Quero seguir as pisadas do Mestre, </a:t>
            </a:r>
            <a:br>
              <a:rPr sz="4000"/>
            </a:br>
            <a:r>
              <a:rPr b="0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Quero ir após o meu Rei e Senhor, </a:t>
            </a:r>
            <a:br>
              <a:rPr sz="4000"/>
            </a:br>
            <a:r>
              <a:rPr b="0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Para que no Seu poder me adestre, </a:t>
            </a:r>
            <a:br>
              <a:rPr sz="4000"/>
            </a:br>
            <a:r>
              <a:rPr b="0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Eu vou orando ao meu Redentor.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600" cy="6107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Quão doce é seguir as pisadas do Mestre </a:t>
            </a:r>
            <a:br>
              <a:rPr sz="4000"/>
            </a:br>
            <a:r>
              <a:rPr b="1" i="1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Na bendita luz, perto de Jesus!</a:t>
            </a:r>
            <a:br>
              <a:rPr sz="4000"/>
            </a:br>
            <a:r>
              <a:rPr b="1" i="1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Quão doce é seguir as pisadas do Mestre, </a:t>
            </a:r>
            <a:br>
              <a:rPr sz="4000"/>
            </a:br>
            <a:r>
              <a:rPr b="1" i="1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levar a cruz!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6178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Ando mais perto de Um que me guia, </a:t>
            </a:r>
            <a:br>
              <a:rPr sz="4000"/>
            </a:br>
            <a:r>
              <a:rPr b="0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Quando o maligno me vem enganar; </a:t>
            </a:r>
            <a:br>
              <a:rPr sz="4000"/>
            </a:br>
            <a:r>
              <a:rPr b="0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 me sustenta na grande porfia, </a:t>
            </a:r>
            <a:br>
              <a:rPr sz="4000"/>
            </a:br>
            <a:r>
              <a:rPr b="0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Devo por isso, o Seu nome exaltar!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6249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Sigo Seus passsos de terno carinho, </a:t>
            </a:r>
            <a:br>
              <a:rPr sz="4000"/>
            </a:br>
            <a:r>
              <a:rPr b="0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Misericórdia, amor e mansidão;</a:t>
            </a:r>
            <a:br>
              <a:rPr sz="4000"/>
            </a:br>
            <a:r>
              <a:rPr b="0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Qual ave que vai em busca do ninho, </a:t>
            </a:r>
            <a:br>
              <a:rPr sz="4000"/>
            </a:br>
            <a:r>
              <a:rPr b="0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Eu me dirijo à santa Sião.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6178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Quero seguir as pisadas de Cristo,</a:t>
            </a:r>
            <a:br>
              <a:rPr sz="4000"/>
            </a:br>
            <a:r>
              <a:rPr b="0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Sempre acima desejo galgar.</a:t>
            </a:r>
            <a:br>
              <a:rPr sz="4000"/>
            </a:br>
            <a:r>
              <a:rPr b="0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Para Sião, que por fé eu avisto,</a:t>
            </a:r>
            <a:br>
              <a:rPr sz="4000"/>
            </a:br>
            <a:r>
              <a:rPr b="0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	</a:t>
            </a:r>
            <a:r>
              <a:rPr b="0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Onde p'ra sempre eu vou descansar.</a:t>
            </a:r>
            <a:r>
              <a:rPr b="0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	</a:t>
            </a:r>
            <a:r>
              <a:rPr b="0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P.L.M.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</TotalTime>
  <Application>LibreOffice/25.2.6.1$Windows_X86_64 LibreOffice_project/13f8d05e475a6b6572cdd8fe3af1421c659c51c2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2005-10-20T02:52:46Z</dcterms:created>
  <dc:creator>Montagna</dc:creator>
  <dc:description/>
  <dc:language>pt-BR</dc:language>
  <cp:lastModifiedBy>Montagna</cp:lastModifiedBy>
  <dcterms:modified xsi:type="dcterms:W3CDTF">2005-10-20T02:56:30Z</dcterms:modified>
  <cp:revision>3</cp:revision>
  <dc:subject/>
  <dc:title>378 - AS PISADAS DO MESTRE</dc:title>
</cp:coreProperties>
</file>