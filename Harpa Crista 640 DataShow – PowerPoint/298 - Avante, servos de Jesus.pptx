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934320"/>
            <a:chOff x="0" y="0"/>
            <a:chExt cx="9144000" cy="6934320"/>
          </a:xfrm>
        </p:grpSpPr>
        <p:sp>
          <p:nvSpPr>
            <p:cNvPr id="1" name=""/>
            <p:cNvSpPr/>
            <p:nvPr/>
          </p:nvSpPr>
          <p:spPr>
            <a:xfrm>
              <a:off x="0" y="3505320"/>
              <a:ext cx="3992400" cy="3127320"/>
            </a:xfrm>
            <a:custGeom>
              <a:avLst/>
              <a:gdLst/>
              <a:ahLst/>
              <a:rect l="l" t="t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3962520"/>
              <a:ext cx="3352680" cy="2546280"/>
            </a:xfrm>
            <a:custGeom>
              <a:avLst/>
              <a:gdLst/>
              <a:ahLst/>
              <a:rect l="l" t="t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3321000" y="5132520"/>
              <a:ext cx="5823000" cy="1496880"/>
            </a:xfrm>
            <a:custGeom>
              <a:avLst/>
              <a:gdLst/>
              <a:ahLst/>
              <a:rect l="l" t="t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831960"/>
              <a:ext cx="1544760" cy="1896840"/>
            </a:xfrm>
            <a:custGeom>
              <a:avLst/>
              <a:gdLst/>
              <a:ahLst/>
              <a:rect l="l" t="t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060880" y="1440"/>
              <a:ext cx="4079880" cy="3597480"/>
            </a:xfrm>
            <a:custGeom>
              <a:avLst/>
              <a:gdLst/>
              <a:ahLst/>
              <a:rect l="l" t="t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595840" y="1440"/>
              <a:ext cx="3468960" cy="2394000"/>
            </a:xfrm>
            <a:custGeom>
              <a:avLst/>
              <a:gdLst/>
              <a:ahLst/>
              <a:rect l="l" t="t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0" y="1030320"/>
              <a:ext cx="1295280" cy="1279440"/>
            </a:xfrm>
            <a:custGeom>
              <a:avLst/>
              <a:gdLst/>
              <a:ahLst/>
              <a:rect l="l" t="t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2452680"/>
              <a:ext cx="1209600" cy="169920"/>
            </a:xfrm>
            <a:custGeom>
              <a:avLst/>
              <a:gdLst/>
              <a:ahLst/>
              <a:rect l="l" t="t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673440" y="5446800"/>
              <a:ext cx="5051520" cy="1182600"/>
            </a:xfrm>
            <a:custGeom>
              <a:avLst/>
              <a:gdLst/>
              <a:ahLst/>
              <a:rect l="l" t="t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76a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304920" y="20160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24000" y="20808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0" y="6400800"/>
              <a:ext cx="9144000" cy="53352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683501"/>
                </a:gs>
                <a:gs pos="100000">
                  <a:srgbClr val="bb5f03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8200" y="363600"/>
              <a:ext cx="5060880" cy="3213000"/>
            </a:xfrm>
            <a:custGeom>
              <a:avLst/>
              <a:gdLst/>
              <a:ahLst/>
              <a:rect l="l" t="t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133720" y="465120"/>
              <a:ext cx="3403440" cy="2836800"/>
            </a:xfrm>
            <a:custGeom>
              <a:avLst/>
              <a:gdLst/>
              <a:ahLst/>
              <a:rect l="l" t="t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4654440" y="2743200"/>
              <a:ext cx="4489560" cy="3755880"/>
            </a:xfrm>
            <a:custGeom>
              <a:avLst/>
              <a:gdLst/>
              <a:ahLst/>
              <a:rect l="l" t="t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5016600" y="2952720"/>
              <a:ext cx="3432240" cy="3070080"/>
            </a:xfrm>
            <a:custGeom>
              <a:avLst/>
              <a:gdLst/>
              <a:ahLst/>
              <a:rect l="l" t="t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eec94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1" lang="pt-BR" sz="4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eec94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ccc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2065A9-FD7B-40A5-9306-747ECA8D1E55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"/>
          <p:cNvGrpSpPr/>
          <p:nvPr/>
        </p:nvGrpSpPr>
        <p:grpSpPr>
          <a:xfrm>
            <a:off x="0" y="0"/>
            <a:ext cx="9144000" cy="6934320"/>
            <a:chOff x="0" y="0"/>
            <a:chExt cx="9144000" cy="6934320"/>
          </a:xfrm>
        </p:grpSpPr>
        <p:sp>
          <p:nvSpPr>
            <p:cNvPr id="25" name=""/>
            <p:cNvSpPr/>
            <p:nvPr/>
          </p:nvSpPr>
          <p:spPr>
            <a:xfrm>
              <a:off x="0" y="3505320"/>
              <a:ext cx="3992400" cy="3127320"/>
            </a:xfrm>
            <a:custGeom>
              <a:avLst/>
              <a:gdLst/>
              <a:ahLst/>
              <a:rect l="l" t="t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0" y="3962520"/>
              <a:ext cx="3352680" cy="2546280"/>
            </a:xfrm>
            <a:custGeom>
              <a:avLst/>
              <a:gdLst/>
              <a:ahLst/>
              <a:rect l="l" t="t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321000" y="5132520"/>
              <a:ext cx="5823000" cy="1496880"/>
            </a:xfrm>
            <a:custGeom>
              <a:avLst/>
              <a:gdLst/>
              <a:ahLst/>
              <a:rect l="l" t="t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0" y="831960"/>
              <a:ext cx="1544760" cy="1896840"/>
            </a:xfrm>
            <a:custGeom>
              <a:avLst/>
              <a:gdLst/>
              <a:ahLst/>
              <a:rect l="l" t="t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5060880" y="1440"/>
              <a:ext cx="4079880" cy="3597480"/>
            </a:xfrm>
            <a:custGeom>
              <a:avLst/>
              <a:gdLst/>
              <a:ahLst/>
              <a:rect l="l" t="t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5595840" y="1440"/>
              <a:ext cx="3468960" cy="2394000"/>
            </a:xfrm>
            <a:custGeom>
              <a:avLst/>
              <a:gdLst/>
              <a:ahLst/>
              <a:rect l="l" t="t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0" y="1030320"/>
              <a:ext cx="1295280" cy="1279440"/>
            </a:xfrm>
            <a:custGeom>
              <a:avLst/>
              <a:gdLst/>
              <a:ahLst/>
              <a:rect l="l" t="t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0" y="2452680"/>
              <a:ext cx="1209600" cy="169920"/>
            </a:xfrm>
            <a:custGeom>
              <a:avLst/>
              <a:gdLst/>
              <a:ahLst/>
              <a:rect l="l" t="t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3673440" y="5446800"/>
              <a:ext cx="5051520" cy="1182600"/>
            </a:xfrm>
            <a:custGeom>
              <a:avLst/>
              <a:gdLst/>
              <a:ahLst/>
              <a:rect l="l" t="t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76a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304920" y="20160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324000" y="208080"/>
              <a:ext cx="1440" cy="1440"/>
            </a:xfrm>
            <a:prstGeom prst="rect">
              <a:avLst/>
            </a:prstGeom>
            <a:solidFill>
              <a:srgbClr val="9a1e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0" y="640080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0" y="6400800"/>
              <a:ext cx="9144000" cy="53352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4617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0" y="0"/>
              <a:ext cx="9144000" cy="457200"/>
            </a:xfrm>
            <a:custGeom>
              <a:avLst/>
              <a:gdLst/>
              <a:ahLst/>
              <a:rect l="l" t="t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683501"/>
                </a:gs>
                <a:gs pos="100000">
                  <a:srgbClr val="bb5f03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808200" y="363600"/>
              <a:ext cx="5060880" cy="3213000"/>
            </a:xfrm>
            <a:custGeom>
              <a:avLst/>
              <a:gdLst/>
              <a:ahLst/>
              <a:rect l="l" t="t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2133720" y="465120"/>
              <a:ext cx="3403440" cy="2836800"/>
            </a:xfrm>
            <a:custGeom>
              <a:avLst/>
              <a:gdLst/>
              <a:ahLst/>
              <a:rect l="l" t="t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4654440" y="2743200"/>
              <a:ext cx="4489560" cy="3755880"/>
            </a:xfrm>
            <a:custGeom>
              <a:avLst/>
              <a:gdLst/>
              <a:ahLst/>
              <a:rect l="l" t="t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rgbClr val="bb5f03"/>
                </a:gs>
                <a:gs pos="50000">
                  <a:srgbClr val="993300"/>
                </a:gs>
                <a:gs pos="100000">
                  <a:srgbClr val="bb5f0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016600" y="2952720"/>
              <a:ext cx="3432240" cy="3070080"/>
            </a:xfrm>
            <a:custGeom>
              <a:avLst/>
              <a:gdLst/>
              <a:ahLst/>
              <a:rect l="l" t="t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rgbClr val="b76a03"/>
                </a:gs>
                <a:gs pos="100000">
                  <a:srgbClr val="9933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85800" y="182880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feec94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1" lang="pt-BR" sz="5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8F0C87-AF4A-484A-A1CC-79C4F76B50E4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2" marL="914400" algn="ctr">
              <a:spcBef>
                <a:spcPts val="601"/>
              </a:spcBef>
              <a:buClr>
                <a:srgbClr val="cccc00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4" marL="1828800" algn="ctr">
              <a:spcBef>
                <a:spcPts val="4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182880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298</a:t>
            </a:r>
            <a:br>
              <a:rPr sz="5400"/>
            </a:br>
            <a:r>
              <a:rPr b="0" lang="pt-BR" sz="54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Avante Servos de Jesus</a:t>
            </a:r>
            <a:endParaRPr b="1" lang="pt-BR" sz="54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Avante, servos de Jesus,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 Por nosso Deus;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Nas trevas brilhe vossa luz,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A luz lá dos céus.</a:t>
            </a:r>
            <a:br>
              <a:rPr sz="4800"/>
            </a:b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Triunfante sigo, levando a cruz!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Em nome de Jesus!</a:t>
            </a: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Levanta Josué pendão,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Com mui valor;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E o inimigo foge, então,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Com grande pavor.</a:t>
            </a:r>
            <a:br>
              <a:rPr sz="4800"/>
            </a:b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Triunfante sigo, levando a cruz!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Em nome de Jesus!</a:t>
            </a: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Sai com trezentos Gideão,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A combater;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Os midianitas logo vão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A guerra perder.</a:t>
            </a:r>
            <a:br>
              <a:rPr sz="4800"/>
            </a:br>
            <a:br>
              <a:rPr sz="4800"/>
            </a:b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Triunfante sigo, levando a cruz!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Em nome de Jesus!</a:t>
            </a: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Golias mui soberbo está,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Zomba de Deus.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Mas vem Davi, e nele dá,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Com ajuda do céu.</a:t>
            </a:r>
            <a:br>
              <a:rPr sz="4800"/>
            </a:br>
            <a:br>
              <a:rPr sz="4800"/>
            </a:b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Triunfante sigo, levando a cruz!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Em nome de Jesus!</a:t>
            </a: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Cerrai fileiras, ó fiéis,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Sempre avançai!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No céu coroas e lauréis, 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Jesus vai nos dar.</a:t>
            </a: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b5f03"/>
            </a:gs>
            <a:gs pos="100000">
              <a:srgbClr val="9933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Triunfante sigo, levando a cruz!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Glória a Deus, pois vencerei,</a:t>
            </a:r>
            <a:br>
              <a:rPr sz="4800"/>
            </a:br>
            <a:r>
              <a:rPr b="0" lang="en-US" sz="4800" strike="noStrike" u="none">
                <a:solidFill>
                  <a:srgbClr val="feec94"/>
                </a:solidFill>
                <a:effectLst/>
                <a:uFillTx/>
                <a:latin typeface="Arial Unicode MS"/>
              </a:rPr>
              <a:t>Em nome de Jesus!</a:t>
            </a:r>
            <a:endParaRPr b="1" lang="pt-BR" sz="4800" strike="noStrike" u="none">
              <a:solidFill>
                <a:srgbClr val="feec94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2005-01-09T20:28:53Z</dcterms:created>
  <dc:creator>owner</dc:creator>
  <dc:description/>
  <dc:language>pt-BR</dc:language>
  <cp:lastModifiedBy>User041</cp:lastModifiedBy>
  <dcterms:modified xsi:type="dcterms:W3CDTF">2006-08-20T19:29:46Z</dcterms:modified>
  <cp:revision>9</cp:revision>
  <dc:subject/>
  <dc:title>Avante, servos de Jesus, por nosso Deus; Nas trevas brilhe vossa luz, a luz lá dos céus. </dc:title>
</cp:coreProperties>
</file>