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736007-E5F3-472C-B6D6-D26278DDAA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489484-1646-4422-B4AB-699F813604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B1DB33-549D-4336-BA7D-E00D37307CE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 EM MIM!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Eis-me a Teus pés,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opera em mim!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Espero mais vigor, opera em mim!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gozo vou fruir, se Tua lei cumprir: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dá-me Teu amor: opera em mim!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Sedento, com ardor, opera em mim! Te peço mais amor, opera em mim!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só me podes dar a perfeição sem par,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Consolador: opera em mim!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Senhor Jesus, opera em mim! Por Tua santa luz, opera em mim! Revela-me o valor da morte do Senhor, Por mim, na dura cruz; opera em mim!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Não tardes mais. Senhor, opera em mim!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o meu clamor, opera em mim!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de Jesus, vertido lá na cruz, Me guarda por favor,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 em mim! Deus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2005-12-23T19:23:58Z</dcterms:created>
  <dc:creator>Junior</dc:creator>
  <dc:description/>
  <dc:language>pt-BR</dc:language>
  <cp:lastModifiedBy>Junior</cp:lastModifiedBy>
  <dcterms:modified xsi:type="dcterms:W3CDTF">2005-12-23T19:24:06Z</dcterms:modified>
  <cp:revision>1</cp:revision>
  <dc:subject/>
  <dc:title>221 OPERA EM MIM! </dc:title>
</cp:coreProperties>
</file>