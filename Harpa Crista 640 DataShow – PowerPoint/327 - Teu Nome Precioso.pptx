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67DDAD-1569-4105-99E2-703ACF7FB5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7CDE81-A5F3-41A0-95D4-14D6EA1D15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1D398A1-77E3-4DFB-B9BF-F88BE941EB6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327 – Teu Nome Precioso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Cristo, o Teu nome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tão doce para mim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Tua doçura incomparável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Enche-me de amor sem fim.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doçura incomparável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Enche-me de amor sem fim.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estrela resplendente,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rebrilha com fulgor,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dirige os meus passos,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de horror.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dirige os meus passos,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de horror. 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Teus são os eternos braços,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Protegendo o seguidor,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fique enlaçado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maligno tentador.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não fique enlaçado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maligno tentador.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meu Salvador amado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Posso alegre prosseguir,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Ele eterno gozo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terei lá no porvir.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Ele eterno gozo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terei lá no porvir.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Teu nome precioso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Continua a soar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mundo de pecado,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almas despertar!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mundo de pecado,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as almas despertar!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2005-12-26T19:07:18Z</dcterms:created>
  <dc:creator>Junior</dc:creator>
  <dc:description/>
  <dc:language>pt-BR</dc:language>
  <cp:lastModifiedBy>Junior</cp:lastModifiedBy>
  <dcterms:modified xsi:type="dcterms:W3CDTF">2005-12-26T19:07:19Z</dcterms:modified>
  <cp:revision>1</cp:revision>
  <dc:subject/>
  <dc:title>327 – Teu Nome Precioso</dc:title>
</cp:coreProperties>
</file>