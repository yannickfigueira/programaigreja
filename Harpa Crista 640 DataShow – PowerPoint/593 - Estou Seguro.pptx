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EE92A5-E64D-4CC0-9AA3-C78BE3D95A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ADE711C-52E9-4009-9982-296894CBAB2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01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593 – Estou Seguro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Jesus, meu Salvador,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Estou seguro em teu amor,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por ti sou vencedor,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estás comigo!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2005-12-26T23:18:17Z</dcterms:created>
  <dc:creator>Junior</dc:creator>
  <dc:description/>
  <dc:language>pt-BR</dc:language>
  <cp:lastModifiedBy>Junior</cp:lastModifiedBy>
  <dcterms:modified xsi:type="dcterms:W3CDTF">2005-12-26T23:18:19Z</dcterms:modified>
  <cp:revision>1</cp:revision>
  <dc:subject/>
  <dc:title>593 – Estou Seguro     Oh! Jesus, meu Salvador,  Estou seguro em teu amor,  E por ti sou vencedor,  Pois estás comigo! </dc:title>
</cp:coreProperties>
</file>