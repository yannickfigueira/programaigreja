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2E88F76-6D38-482E-9BD1-F471677903A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D74DC42-C290-4AD4-8960-1D97ED62FDB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78FE2A9-2E96-4A7B-9D1C-9971CF18C3EE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347 – Vem a Cristo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629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a Cristo, vem agora,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assim como estás;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Deus, sem demora,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perdão obterás.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629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Crê e firma tua confiança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Sua morte por ti;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gozo alcança,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Todo que faz assim.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629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a Cristo, não temendo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Pensa no Seu amor;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logo, mas crendo,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te chama o Senhor.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629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Ele anela redimir-te,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Quer livrar-te do mal;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 portas abrir-te,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prazer divinal.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2005-12-26T19:33:22Z</dcterms:created>
  <dc:creator>Junior</dc:creator>
  <dc:description/>
  <dc:language>pt-BR</dc:language>
  <cp:lastModifiedBy>Junior</cp:lastModifiedBy>
  <dcterms:modified xsi:type="dcterms:W3CDTF">2005-12-26T19:33:24Z</dcterms:modified>
  <cp:revision>1</cp:revision>
  <dc:subject/>
  <dc:title>347 – Vem a Cristo</dc:title>
</cp:coreProperties>
</file>