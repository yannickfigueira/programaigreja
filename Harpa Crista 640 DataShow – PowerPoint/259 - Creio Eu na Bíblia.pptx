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media/image1.jpeg" ContentType="image/jpeg"/>
  <Override PartName="/ppt/media/image3.png" ContentType="image/png"/>
  <Override PartName="/ppt/media/image2.png" ContentType="image/png"/>
  <Override PartName="/ppt/media/image4.png" ContentType="image/png"/>
  <Override PartName="/ppt/media/image5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blipFill rotWithShape="0">
          <a:blip r:embed="rId2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Expbanna" descr=""/>
          <p:cNvPicPr/>
          <p:nvPr/>
        </p:nvPicPr>
        <p:blipFill>
          <a:blip r:embed="rId3"/>
          <a:stretch/>
        </p:blipFill>
        <p:spPr>
          <a:xfrm>
            <a:off x="0" y="0"/>
            <a:ext cx="6858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1066680" y="3805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482400"/>
                </a:solidFill>
                <a:effectLst/>
                <a:uFillTx/>
                <a:latin typeface="Times New Roman"/>
              </a:rPr>
              <a:t>Clique para editar o formato do texto do título</a:t>
            </a:r>
            <a:endParaRPr b="0" lang="pt-BR" sz="4400" strike="noStrike" u="none">
              <a:solidFill>
                <a:srgbClr val="4824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8380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4824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4824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3428640" y="640080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4824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4824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701028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4824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C45358F-60C8-4D37-AE46-C268CA5FEE01}" type="slidenum">
              <a:rPr b="0" lang="pt-BR" sz="1400" strike="noStrike" u="none">
                <a:solidFill>
                  <a:srgbClr val="4824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" name="EXPHORSA" descr=""/>
          <p:cNvPicPr/>
          <p:nvPr/>
        </p:nvPicPr>
        <p:blipFill>
          <a:blip r:embed="rId4"/>
          <a:stretch/>
        </p:blipFill>
        <p:spPr>
          <a:xfrm>
            <a:off x="1066680" y="1574640"/>
            <a:ext cx="7772400" cy="13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1061640" y="1766880"/>
            <a:ext cx="7769160" cy="411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85000" lnSpcReduction="9999"/>
          </a:bodyPr>
          <a:p>
            <a:pPr marL="343080" indent="-343080">
              <a:spcBef>
                <a:spcPts val="799"/>
              </a:spcBef>
              <a:buSzPct val="102872"/>
              <a:buBlip>
                <a:blip r:embed="rId5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spcBef>
                <a:spcPts val="799"/>
              </a:spcBef>
              <a:buSzPct val="100000"/>
              <a:buBlip>
                <a:blip r:embed="rId6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600200" indent="-228600">
              <a:spcBef>
                <a:spcPts val="799"/>
              </a:spcBef>
              <a:buClr>
                <a:srgbClr val="482400"/>
              </a:buClr>
              <a:buFont typeface="Wingdings" charset="2"/>
              <a:buChar char="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2057400" indent="-228600">
              <a:spcBef>
                <a:spcPts val="799"/>
              </a:spcBef>
              <a:buClr>
                <a:srgbClr val="482400"/>
              </a:buClr>
              <a:buFont typeface="Wingdings" charset="2"/>
              <a:buChar char="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Wingdings" charset="2"/>
              <a:buChar char="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Wingdings" charset="2"/>
              <a:buChar char="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066680" y="21333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482400"/>
                </a:solidFill>
                <a:effectLst/>
                <a:uFillTx/>
                <a:latin typeface="Times New Roman"/>
              </a:rPr>
              <a:t>259 – Creio Eu na Bíblia</a:t>
            </a:r>
            <a:endParaRPr b="0" lang="pt-BR" sz="4400" strike="noStrike" u="none">
              <a:solidFill>
                <a:srgbClr val="4824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/>
          </p:nvPr>
        </p:nvSpPr>
        <p:spPr>
          <a:xfrm>
            <a:off x="1061640" y="1599840"/>
            <a:ext cx="7769160" cy="428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Creio eu na bíblia, o livro do Senhor,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Pois Jesus Cristo mostra o doce amor;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Todos meus pecados apagados estão,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Paz e gozo tenho em meu coração.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/>
          </p:nvPr>
        </p:nvSpPr>
        <p:spPr>
          <a:xfrm>
            <a:off x="1061640" y="1766880"/>
            <a:ext cx="7769160" cy="411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Coro: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Creio eu na Bíblia, livro de meu Deus;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Para mim a bíblia é o maná dos céus!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Mostra-me o caminho para o lar celestial;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Acho eu na bíblia, graça divinal!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/>
          </p:nvPr>
        </p:nvSpPr>
        <p:spPr>
          <a:xfrm>
            <a:off x="1061640" y="1766880"/>
            <a:ext cx="7769160" cy="411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Creio eu na bíblia, ensina-me a cantar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Cantos de vitória, e de amor sem par;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Lindas melodias, eu cantando vou,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Porque redimido pelo sangue estou!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/>
          </p:nvPr>
        </p:nvSpPr>
        <p:spPr>
          <a:xfrm>
            <a:off x="1061640" y="1766880"/>
            <a:ext cx="7769160" cy="411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Coro: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Creio eu na Bíblia, livro de meu Deus;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Para mim a bíblia é o maná dos céus!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Mostra-me o caminho para o lar celestial;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Acho eu na bíblia, graça divinal!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1061640" y="1766880"/>
            <a:ext cx="7769160" cy="411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Só a Santa Bíblia a santidade dá,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Este dom de Cristo, prometido já;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Todos os que buscam plena salvação,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Estas bênçãos, só em Cristo acharão.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/>
          </p:nvPr>
        </p:nvSpPr>
        <p:spPr>
          <a:xfrm>
            <a:off x="1061640" y="1766880"/>
            <a:ext cx="7769160" cy="411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Coro: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Creio eu na bíblia, livro de meu deus;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Para mim a bíblia é o maná dos céus!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Mostra-me o caminho para o lar celestial;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Acho eu na bíblia, graça divinal!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/>
          </p:nvPr>
        </p:nvSpPr>
        <p:spPr>
          <a:xfrm>
            <a:off x="1066680" y="1523880"/>
            <a:ext cx="7769520" cy="411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Lemos hoje a bíblia pra todo o pecador,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Para que encontra cristo, o salvador;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Sendo sua vida, livre de pecar,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O divino livro, ele vai honrar!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/>
          </p:nvPr>
        </p:nvSpPr>
        <p:spPr>
          <a:xfrm>
            <a:off x="1066680" y="1447560"/>
            <a:ext cx="7769520" cy="411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Coro: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Creio eu na Bíblia, livro de meu Deus;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Para mim a bíblia é o maná dos céus!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Mostra-me o caminho para o lar celestial;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Acho eu na bíblia, graça divinal!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2005-05-06T17:22:43Z</dcterms:created>
  <dc:creator>eu</dc:creator>
  <dc:description/>
  <dc:language>pt-BR</dc:language>
  <cp:lastModifiedBy>eu</cp:lastModifiedBy>
  <dcterms:modified xsi:type="dcterms:W3CDTF">2005-05-06T19:25:49Z</dcterms:modified>
  <cp:revision>1</cp:revision>
  <dc:subject/>
  <dc:title>259 – Creio Eu na Bíblia</dc:title>
</cp:coreProperties>
</file>