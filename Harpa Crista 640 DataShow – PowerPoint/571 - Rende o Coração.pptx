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FE83A-06D2-4BE6-BCA5-235C9B84C8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7D99C-CD2E-4B19-9420-9134810C6A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C53D92-1AB8-4460-85C8-68D1FF8F746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571 – Rende o Coração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Rende o coração agora a Jesus,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está á tua espera, com amor.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se entrega a Cristo goza paz e luz;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Vem ao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2005-12-26T22:35:45Z</dcterms:created>
  <dc:creator>Junior</dc:creator>
  <dc:description/>
  <dc:language>pt-BR</dc:language>
  <cp:lastModifiedBy>Junior</cp:lastModifiedBy>
  <dcterms:modified xsi:type="dcterms:W3CDTF">2005-12-26T22:35:47Z</dcterms:modified>
  <cp:revision>1</cp:revision>
  <dc:subject/>
  <dc:title>571 – Rende o Coração</dc:title>
</cp:coreProperties>
</file>