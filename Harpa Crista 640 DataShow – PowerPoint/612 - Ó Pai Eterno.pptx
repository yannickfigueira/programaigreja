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6BE272-DF36-47B3-809F-E31D769F14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FC1F68-904A-4100-9C40-440A149E7E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560256-9172-4678-B659-DF88E5C1E56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612 - Ó Pai Eterno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Pai eterno que no Céu habitas,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os teus filhos, vimos te pedir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amparem tuas mãos benditas.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nossas lutas hoje e no porvir.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nos impute nossos vis pecados.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Teus, nós sejamos, sempre mais e mais;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Pois, confiantes, somos vigorados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teus paternos braços divinais.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Pai, transforma nossa natureza,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ensinar-nos a fazer o bem.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nossa mente dá-nos mais pureza,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santidade, por Jesus. Amém.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2005-12-27T14:43:59Z</dcterms:created>
  <dc:creator>Junior</dc:creator>
  <dc:description/>
  <dc:language>pt-BR</dc:language>
  <cp:lastModifiedBy>Junior</cp:lastModifiedBy>
  <dcterms:modified xsi:type="dcterms:W3CDTF">2005-12-27T14:44:00Z</dcterms:modified>
  <cp:revision>1</cp:revision>
  <dc:subject/>
  <dc:title>612 - Ó Pai Eterno </dc:title>
</cp:coreProperties>
</file>