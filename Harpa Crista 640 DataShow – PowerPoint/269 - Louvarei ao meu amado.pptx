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29685-84C1-4E22-A702-DA7806AC53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758C7-0BD9-4CF4-AD3D-6793FCEC72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D030188-C07C-44ED-AECA-896D1C8ADCF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 AO MEU AMADO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Louvarei ao meu amado;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todos exaltado;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fui comprado;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dEle sou.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nome há melodia;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suave em harmonia!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 as almas de alegria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Esse som - JESUS!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Digno é de confiança,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fiel e sem mudança;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está minha esperança;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seguro estou!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caminho vou seguindo,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força me cingindo,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carreira prosseguindo,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no céu entrar.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verei meu Rei glorioso,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Coroado, majestoso,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que todos amoroso,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Senhor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2005-12-23T21:24:47Z</dcterms:created>
  <dc:creator>Junior</dc:creator>
  <dc:description/>
  <dc:language>pt-BR</dc:language>
  <cp:lastModifiedBy>Junior</cp:lastModifiedBy>
  <dcterms:modified xsi:type="dcterms:W3CDTF">2005-12-23T21:24:55Z</dcterms:modified>
  <cp:revision>1</cp:revision>
  <dc:subject/>
  <dc:title>269 LOUVAREI AO MEU AMADO </dc:title>
</cp:coreProperties>
</file>