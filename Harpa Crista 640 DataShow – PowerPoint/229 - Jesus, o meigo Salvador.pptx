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3105C-D36F-4424-9EE1-7ED480E70F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D8C8B-0720-4990-9BC4-5D8F636E61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63E837-7604-42A8-9961-12371DF6BE6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MEIGO SALVADOR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á meigo Salvador,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céu, à terra és vindo,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nos Teus braços com dulçor,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vai-me conduzindo;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vou seguindo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luz perfeita,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me deleita;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Palavra, oh, Senhor!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grande gozo foi pra mim,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quando me encontraste!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coração, abriu enfim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e logo entraste;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Tu me levaste,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luz perfeita,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me deleita;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Palavra, que amor, sim!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me livraste,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miserável sorte,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guardarás por Teu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Fiel até à morte;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que me exortes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luz perfeita,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me deleita;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Palavra, meu Senhor!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Salvador, e bom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pés na rocha fundas;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Tua mão, a mim conduz,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águas mui profundas,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trono oriundas,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luz perfeita,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me deleita;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Palavra, ó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seja louvado.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2005-12-23T19:52:02Z</dcterms:created>
  <dc:creator>Junior</dc:creator>
  <dc:description/>
  <dc:language>pt-BR</dc:language>
  <cp:lastModifiedBy>Junior</cp:lastModifiedBy>
  <dcterms:modified xsi:type="dcterms:W3CDTF">2005-12-23T19:52:19Z</dcterms:modified>
  <cp:revision>1</cp:revision>
  <dc:subject/>
  <dc:title>229 JESUS, O MEIGO SALVADOR </dc:title>
</cp:coreProperties>
</file>