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531500-D278-4969-97E1-4E5525976C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F74167-183F-4670-ADE2-0349050CB5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0921E5F-F7A1-46EA-85F6-99866356E5C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371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VEM O DIA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vem o grande dia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que lutas findarão;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 males, agonias,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Deste mundo cessarão.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Cessará no céu o pranto,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não haverá mais dor,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ouvir-se-á o canto,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remidos do Senhor!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gozo, estar com Cristo,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Escutando a Sua voz!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almejo hoje isto,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segui-Lo sempre após!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Cessará no céu o pranto,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não haverá mais dor,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ouvir-se-á o canto,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remidos do Senhor!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Jesus Cristo é meu guia,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caminho hei de trilhar;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assim em Deus confia,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 há de chegar.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Cessará no céu o pranto,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não haverá mais dor,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ouvir-se-á o canto,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Dos remidos do Senhor!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2005-10-20T20:16:34Z</dcterms:created>
  <dc:creator>Montagna</dc:creator>
  <dc:description/>
  <dc:language>pt-BR</dc:language>
  <cp:lastModifiedBy>Montagna</cp:lastModifiedBy>
  <dcterms:modified xsi:type="dcterms:W3CDTF">2005-10-20T20:16:54Z</dcterms:modified>
  <cp:revision>2</cp:revision>
  <dc:subject/>
  <dc:title>371 - BREVE VEM O DIA</dc:title>
</cp:coreProperties>
</file>