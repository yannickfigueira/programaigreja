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889FA3-61B6-4D2E-8D72-45651D13AF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31DFD5-8AA3-43A2-AEA9-7C3ABFC9E8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9E5A1B-5A3B-4F6F-8473-8DA48789B73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578 – Sossegai!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Mestre! O mar se revolta: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ondas nos dão pavor: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céu se reveste de trevas: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temos um Salvador!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te dá que morramos?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Podes assim dormir.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 cada momento nos vemos,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prestes a submergir?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“As ondas atendem ao meu mandar: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Sossegai!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o encapelado mar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ira dos homens, o gênio do mal: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Tais águas não podem a nau tragar,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leva o Senhor, Rei do Céu e mar,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todos ouvem o meu mandar: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Sossegai! sossegai!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Convosco estou para vos salvar: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sossegai!”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Mestre, na minha tristeza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quase a sucumbir: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dor que perturba minha alma,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Peço-te, vem banir!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ondas do mal que me encobrem,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me fará sair?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Pereço, sem ti, oh! meu Mestre!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logo, vem me acudir!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“As ondas atendem ao meu mandar: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Sossegai!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o encapelado mar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ira dos homens, o gênio do mal: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Tais águas não podem a nau tragar,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leva o Senhor, Rei do Céu e mar,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todos ouvem o meu mandar: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Sossegai! sossegai!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Convosco estou para vos salvar: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sossegai!”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Mestre, chegou a bonança,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paz eis o céu e o mar!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coração goza calma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poderá findar.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Fica comigo, oh! meu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Mestre,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Dono da Terra e Céu,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assim chegarei bem seguro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porto, destino meu.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“As ondas atendem ao meu mandar: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Sossegai!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o encapelado mar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ira dos homens, o gênio do mal: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Tais águas não podem a nau tragar,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leva o Senhor, Rei do Céu e mar,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todos ouvem o meu mandar: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Sossegai! sossegai!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Convosco estou para vos salvar: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sossegai!”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2005-12-26T22:47:55Z</dcterms:created>
  <dc:creator>Junior</dc:creator>
  <dc:description/>
  <dc:language>pt-BR</dc:language>
  <cp:lastModifiedBy>Junior</cp:lastModifiedBy>
  <dcterms:modified xsi:type="dcterms:W3CDTF">2005-12-26T22:47:57Z</dcterms:modified>
  <cp:revision>1</cp:revision>
  <dc:subject/>
  <dc:title>578 – Sossegai!</dc:title>
</cp:coreProperties>
</file>