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4EFD55-08A6-455C-9B0A-B0BE5EA861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E8981A-07F1-419E-921E-FD9CFDEE0D4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609 - Vitória Deus Dará a Mim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Deus dará a mim, eu sei,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Deus dará a mim, eu sei.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eu andar em plena luz,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Confiar só em Jesus,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Vitória Deus dará a mim, eu sei.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2005-12-27T14:40:39Z</dcterms:created>
  <dc:creator>Junior</dc:creator>
  <dc:description/>
  <dc:language>pt-BR</dc:language>
  <cp:lastModifiedBy>Junior</cp:lastModifiedBy>
  <dcterms:modified xsi:type="dcterms:W3CDTF">2005-12-27T14:40:41Z</dcterms:modified>
  <cp:revision>1</cp:revision>
  <dc:subject/>
  <dc:title>609 - Vitória Deus Dará a Mim   Vitória Deus dará a mim, eu sei, Vitória Deus dará a mim, eu sei. Se eu andar em plena luz, Confiar só em Jesus, Vitória Deus dará a mim, eu sei. </dc:title>
</cp:coreProperties>
</file>