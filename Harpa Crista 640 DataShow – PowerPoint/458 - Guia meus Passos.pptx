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04B896-D469-47A7-9C5A-7C94B6FB962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978193-0B42-49DA-BC11-0C1946DEA24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6AFD5EF-8E73-4194-B435-E7788FCC0BD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458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GUIA MEUS PASSOS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Guia meus passos, Senhor Jesus,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Senhor de consolação,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Leva-me à estrada da Tua luz,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fonte do Teu perdão.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fora, eis a chorar,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Deus, sem luz,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lar O pecador...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Ouve, Senhor,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queixa do pecador.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Tuas ovelhas fiéis conduz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vales, vergéis em flor,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Teu aprisco, Senhor Jesus...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nosso bom Pastor.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fora, eis a chorar,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Deus, sem luz,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lar O pecador...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Ouve, Senhor,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queixa do pecador.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larga estrada vai triste e só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filho de Belial...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Triste, faminto, envolto em pó, 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Escravo infeliz do mal.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fora, eis a chorar,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Deus, sem luz,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lar O pecador...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Ouve, Senhor,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queixa do pecador.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Senhor dos simples, Senhor Jesus,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Glorioso Deus de amor!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ovelha errante atrai, conduz</a:t>
            </a:r>
            <a:br>
              <a:rPr sz="4000"/>
            </a:b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Teu redil, bom Pastor.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fora, eis a chorar,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Deus, sem luz,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lar O pecador...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Ouve, Senhor,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queixa do pecador.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2005-10-21T07:12:47Z</dcterms:created>
  <dc:creator>Montagna</dc:creator>
  <dc:description/>
  <dc:language>pt-BR</dc:language>
  <cp:lastModifiedBy>Montagna</cp:lastModifiedBy>
  <dcterms:modified xsi:type="dcterms:W3CDTF">2005-10-21T07:13:48Z</dcterms:modified>
  <cp:revision>2</cp:revision>
  <dc:subject/>
  <dc:title>458 - GUIA MEUS PASSOS</dc:title>
</cp:coreProperties>
</file>