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media/image1.jpeg" ContentType="image/jpe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91960"/>
            <a:ext cx="8229600" cy="138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905120"/>
            <a:ext cx="8229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85000" lnSpcReduction="9999"/>
          </a:bodyPr>
          <a:p>
            <a:pPr marL="343080" indent="-343080">
              <a:spcBef>
                <a:spcPts val="799"/>
              </a:spcBef>
              <a:buClr>
                <a:srgbClr val="ffcc00"/>
              </a:buClr>
              <a:buSzPct val="120000"/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cc00"/>
              </a:buClr>
              <a:buSzPct val="120000"/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cc00"/>
              </a:buClr>
              <a:buSzPct val="80000"/>
              <a:buFont typeface="Wingdings" charset="2"/>
              <a:buChar char="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80000"/>
              <a:buFont typeface="Wingdings" charset="2"/>
              <a:buChar char="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80000"/>
              <a:buFont typeface="Wingdings" charset="2"/>
              <a:buChar char="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3CC277A-670A-4633-A4AF-74F81E138E6C}" type="slidenum"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1996920"/>
            <a:ext cx="7772400" cy="143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6" name=""/>
          <p:cNvSpPr/>
          <p:nvPr/>
        </p:nvSpPr>
        <p:spPr>
          <a:xfrm>
            <a:off x="285840" y="2803680"/>
            <a:ext cx="1440" cy="3035160"/>
          </a:xfrm>
          <a:custGeom>
            <a:avLst/>
            <a:gdLst/>
            <a:ahLst/>
            <a:rect l="l" t="t" r="r" b="b"/>
            <a:pathLst>
              <a:path w="0" h="1912">
                <a:moveTo>
                  <a:pt x="0" y="0"/>
                </a:moveTo>
                <a:lnTo>
                  <a:pt x="0" y="6"/>
                </a:lnTo>
                <a:lnTo>
                  <a:pt x="0" y="6"/>
                </a:lnTo>
                <a:lnTo>
                  <a:pt x="0" y="60"/>
                </a:lnTo>
                <a:lnTo>
                  <a:pt x="0" y="1912"/>
                </a:lnTo>
                <a:lnTo>
                  <a:pt x="0" y="191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6bba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4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5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D3AFAF6-63B6-4460-A08C-FD42A4C0DAE0}" type="slidenum"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6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cc00"/>
              </a:buClr>
              <a:buSzPct val="120000"/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cc00"/>
              </a:buClr>
              <a:buSzPct val="80000"/>
              <a:buFont typeface="Wingdings" charset="2"/>
              <a:buChar char="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SzPct val="80000"/>
              <a:buFont typeface="Wingdings" charset="2"/>
              <a:buChar char="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SzPct val="80000"/>
              <a:buFont typeface="Wingdings" charset="2"/>
              <a:buChar char="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85800" y="2133360"/>
            <a:ext cx="7772400" cy="198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149</a:t>
            </a:r>
            <a:br>
              <a:rPr sz="3600"/>
            </a:br>
            <a:r>
              <a:rPr b="0" i="1" lang="pt-BR" sz="36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CANTO DO PESCADOR</a:t>
            </a:r>
            <a:br>
              <a:rPr sz="3600"/>
            </a:b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/>
          </p:nvPr>
        </p:nvSpPr>
        <p:spPr>
          <a:xfrm>
            <a:off x="609120" y="914040"/>
            <a:ext cx="8534520" cy="480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0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No meu barco a remar,</a:t>
            </a:r>
            <a:endParaRPr b="0" lang="pt-BR" sz="4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Sobre as ondas, pelo mar,</a:t>
            </a:r>
            <a:endParaRPr b="0" lang="pt-BR" sz="4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Mesmo  bonança ou no furacão</a:t>
            </a:r>
            <a:endParaRPr b="0" lang="pt-BR" sz="4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Não desejo mais parar; </a:t>
            </a:r>
            <a:endParaRPr b="0" lang="pt-BR" sz="4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Com a rede vou pescar,</a:t>
            </a:r>
            <a:endParaRPr b="0" lang="pt-BR" sz="4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Muitos peixes para o reino de Sião.</a:t>
            </a:r>
            <a:endParaRPr b="0" lang="pt-BR" sz="4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/>
          </p:nvPr>
        </p:nvSpPr>
        <p:spPr>
          <a:xfrm>
            <a:off x="0" y="990360"/>
            <a:ext cx="8610480" cy="5257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Vou pescar os pecadores para Cristo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Neste mundo cheio de horror,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Não mais desanimarei;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Minha rede lançarei;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Muitos peixes apanhando pra o Senhor.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/>
          </p:nvPr>
        </p:nvSpPr>
        <p:spPr>
          <a:xfrm>
            <a:off x="914400" y="1066680"/>
            <a:ext cx="8229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9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O meu barco não é bom, </a:t>
            </a:r>
            <a:endParaRPr b="0" lang="pt-BR" sz="3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9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De pescar não tenho o dom,</a:t>
            </a:r>
            <a:endParaRPr b="0" lang="pt-BR" sz="3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9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E me dizem que não devo continuar Mas Jesus me quis mandar,</a:t>
            </a:r>
            <a:endParaRPr b="0" lang="pt-BR" sz="3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9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E por isso vou pescar,</a:t>
            </a:r>
            <a:endParaRPr b="0" lang="pt-BR" sz="3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9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Até que Ele se apraze a me chamar.</a:t>
            </a:r>
            <a:endParaRPr b="0" lang="pt-BR" sz="3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/>
          </p:nvPr>
        </p:nvSpPr>
        <p:spPr>
          <a:xfrm>
            <a:off x="304560" y="914400"/>
            <a:ext cx="8381880" cy="510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Vou pescar os pecadores para Cristo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Neste mundo cheio de horror,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Não mais desanimarei;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Minha rede lançarei;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Muitos peixes apanhando pra o Senhor.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/>
          </p:nvPr>
        </p:nvSpPr>
        <p:spPr>
          <a:xfrm>
            <a:off x="914400" y="1295280"/>
            <a:ext cx="8229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90000"/>
              </a:lnSpc>
              <a:spcBef>
                <a:spcPts val="9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Tem um modo o Senhor, </a:t>
            </a:r>
            <a:endParaRPr b="0" lang="pt-BR" sz="3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90000"/>
              </a:lnSpc>
              <a:spcBef>
                <a:spcPts val="9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Que é próprio do amor,</a:t>
            </a:r>
            <a:endParaRPr b="0" lang="pt-BR" sz="3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90000"/>
              </a:lnSpc>
              <a:spcBef>
                <a:spcPts val="9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Ele usa dos remidos o menor,</a:t>
            </a:r>
            <a:endParaRPr b="0" lang="pt-BR" sz="3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90000"/>
              </a:lnSpc>
              <a:spcBef>
                <a:spcPts val="9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Todo mundo me deixou,</a:t>
            </a:r>
            <a:endParaRPr b="0" lang="pt-BR" sz="3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90000"/>
              </a:lnSpc>
              <a:spcBef>
                <a:spcPts val="9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E de mim se envergonhou,</a:t>
            </a:r>
            <a:endParaRPr b="0" lang="pt-BR" sz="3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90000"/>
              </a:lnSpc>
              <a:spcBef>
                <a:spcPts val="9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Mas alegre vou pescar pois é melhor.</a:t>
            </a:r>
            <a:endParaRPr b="0" lang="pt-BR" sz="3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90000"/>
              </a:lnSpc>
              <a:spcBef>
                <a:spcPts val="9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/>
          </p:nvPr>
        </p:nvSpPr>
        <p:spPr>
          <a:xfrm>
            <a:off x="304560" y="914400"/>
            <a:ext cx="8458200" cy="510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Vou pescar os pecadores para Cristo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Neste mundo cheio de horror,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Não mais desanimarei;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Minha rede lançarei;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Muitos peixes apanhando pra o Senhor.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/>
          </p:nvPr>
        </p:nvSpPr>
        <p:spPr>
          <a:xfrm>
            <a:off x="914400" y="1066680"/>
            <a:ext cx="8229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90000"/>
              </a:lnSpc>
              <a:spcBef>
                <a:spcPts val="9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Se há coisas de valor,</a:t>
            </a:r>
            <a:endParaRPr b="0" lang="pt-BR" sz="3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90000"/>
              </a:lnSpc>
              <a:spcBef>
                <a:spcPts val="9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É a rede de amor,</a:t>
            </a:r>
            <a:endParaRPr b="0" lang="pt-BR" sz="3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90000"/>
              </a:lnSpc>
              <a:spcBef>
                <a:spcPts val="9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Cujo fio é a obra de Jesus</a:t>
            </a:r>
            <a:endParaRPr b="0" lang="pt-BR" sz="3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90000"/>
              </a:lnSpc>
              <a:spcBef>
                <a:spcPts val="9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Que puxada sempre trás,</a:t>
            </a:r>
            <a:endParaRPr b="0" lang="pt-BR" sz="3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90000"/>
              </a:lnSpc>
              <a:spcBef>
                <a:spcPts val="9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Os perdidos e sem paz</a:t>
            </a:r>
            <a:endParaRPr b="0" lang="pt-BR" sz="3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90000"/>
              </a:lnSpc>
              <a:spcBef>
                <a:spcPts val="9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Para receberem do Senhor, a luz.</a:t>
            </a:r>
            <a:endParaRPr b="0" lang="pt-BR" sz="3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90000"/>
              </a:lnSpc>
              <a:spcBef>
                <a:spcPts val="9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/>
          </p:nvPr>
        </p:nvSpPr>
        <p:spPr>
          <a:xfrm>
            <a:off x="685440" y="761760"/>
            <a:ext cx="8458200" cy="518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Vou pescar os pecadores para Cristo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Neste mundo cheio de horror,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Não mais desanimarei;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Minha rede lançarei;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Muitos peixes apanhando pra o Senhor.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/>
          </p:nvPr>
        </p:nvSpPr>
        <p:spPr>
          <a:xfrm>
            <a:off x="914400" y="1143000"/>
            <a:ext cx="8229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9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Quando há um temporal,</a:t>
            </a:r>
            <a:endParaRPr b="0" lang="pt-BR" sz="3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9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E a pesca corre mal,</a:t>
            </a:r>
            <a:endParaRPr b="0" lang="pt-BR" sz="3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9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Novamente no meu barco vou pescar! Pode ser que desta vez,</a:t>
            </a:r>
            <a:endParaRPr b="0" lang="pt-BR" sz="3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9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Eu não tenha mais revés,</a:t>
            </a:r>
            <a:endParaRPr b="0" lang="pt-BR" sz="3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9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Pois Jesus eu levo para m’ensinar.</a:t>
            </a:r>
            <a:endParaRPr b="0" lang="pt-BR" sz="3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9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9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/>
          </p:nvPr>
        </p:nvSpPr>
        <p:spPr>
          <a:xfrm>
            <a:off x="0" y="1143000"/>
            <a:ext cx="9144000" cy="464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Vou pescar os pecadores para Cristo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Neste mundo cheio de horror,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Não mais desanimarei;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Minha rede lançarei;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Muitos peixes apanhando pra o Senhor.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/>
          </p:nvPr>
        </p:nvSpPr>
        <p:spPr>
          <a:xfrm>
            <a:off x="914400" y="1219320"/>
            <a:ext cx="8229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80000"/>
              </a:lnSpc>
              <a:spcBef>
                <a:spcPts val="9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Acabando de pescar,</a:t>
            </a:r>
            <a:endParaRPr b="0" lang="pt-BR" sz="3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80000"/>
              </a:lnSpc>
              <a:spcBef>
                <a:spcPts val="9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E deitado a pensar,</a:t>
            </a:r>
            <a:endParaRPr b="0" lang="pt-BR" sz="3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80000"/>
              </a:lnSpc>
              <a:spcBef>
                <a:spcPts val="9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Tenho gozo que gastei;</a:t>
            </a:r>
            <a:endParaRPr b="0" lang="pt-BR" sz="3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80000"/>
              </a:lnSpc>
              <a:spcBef>
                <a:spcPts val="9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Pois terei um galardão</a:t>
            </a:r>
            <a:endParaRPr b="0" lang="pt-BR" sz="3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80000"/>
              </a:lnSpc>
              <a:spcBef>
                <a:spcPts val="9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Pela pesca em Sião,</a:t>
            </a:r>
            <a:endParaRPr b="0" lang="pt-BR" sz="3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80000"/>
              </a:lnSpc>
              <a:spcBef>
                <a:spcPts val="9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Pelas almas que no mundo eu ganhei.</a:t>
            </a:r>
            <a:endParaRPr b="0" lang="pt-BR" sz="3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lnSpc>
                <a:spcPct val="80000"/>
              </a:lnSpc>
              <a:spcBef>
                <a:spcPts val="9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/>
          </p:nvPr>
        </p:nvSpPr>
        <p:spPr>
          <a:xfrm>
            <a:off x="228600" y="1371240"/>
            <a:ext cx="8686800" cy="480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Vou pescar os pecadores para Cristo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Neste mundo cheio de horror,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Não mais desanimarei;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Minha rede lançarei;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Muitos peixes apanhando pra o Senhor.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2005-06-26T18:43:56Z</dcterms:created>
  <dc:creator>Junior</dc:creator>
  <dc:description/>
  <dc:language>pt-BR</dc:language>
  <cp:lastModifiedBy>User041</cp:lastModifiedBy>
  <dcterms:modified xsi:type="dcterms:W3CDTF">2006-06-03T19:05:10Z</dcterms:modified>
  <cp:revision>5</cp:revision>
  <dc:subject/>
  <dc:title>CANTO DO PESCADOR</dc:title>
</cp:coreProperties>
</file>