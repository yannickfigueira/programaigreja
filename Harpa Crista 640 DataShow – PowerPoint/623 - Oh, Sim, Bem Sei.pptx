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238BC-207C-4063-8FB0-A3669B5C00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F6F8A-5494-4359-8530-EFF3CFD0CB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025A38-BEA2-416C-B954-3BC53CA47E3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623 - Oh, Sim, Bem Sei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sim, bem sei que o Redentor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altos céus está;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vê-lo-ei ao regressar,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me dará.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plena luz dos olhos meus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Verei o Salvador;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carne, sim, verei a Deus,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paz do céu de amor.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Oh, sim, bem sei, bem certo estou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vive, além, meu Rei;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pelo seu eterno amor,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Ele viverei.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2005-12-27T15:44:20Z</dcterms:created>
  <dc:creator>Junior</dc:creator>
  <dc:description/>
  <dc:language>pt-BR</dc:language>
  <cp:lastModifiedBy>Junior</cp:lastModifiedBy>
  <dcterms:modified xsi:type="dcterms:W3CDTF">2005-12-27T15:44:22Z</dcterms:modified>
  <cp:revision>1</cp:revision>
  <dc:subject/>
  <dc:title>623 - Oh, Sim, Bem Sei </dc:title>
</cp:coreProperties>
</file>