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6F2183-46CC-460D-A6DD-1E0EC31C70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469519-45A4-4737-9DEE-55E20A0175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FFDF182-D2E2-4843-85CD-FAF261B8BFF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1828440"/>
            <a:ext cx="7772400" cy="177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134</a:t>
            </a:r>
            <a:br>
              <a:rPr sz="3600"/>
            </a:b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À PORTA DO CORAÇÃO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está batendo assim,</a:t>
            </a:r>
            <a:br>
              <a:rPr sz="4400"/>
            </a:b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enche-me de comoção?</a:t>
            </a:r>
            <a:br>
              <a:rPr sz="4400"/>
            </a:b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procurará por mim?</a:t>
            </a:r>
            <a:br>
              <a:rPr sz="4400"/>
            </a:b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Sinto bater no coração.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bate, diz com mansidão: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sou Jesus, te vim salvar;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Abre, duro coração,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Dentro de ti quero cear.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será? Quem pode ser?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Sinto bater no coração! Que farei? Que vou fazer?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vale estou da decisão.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bate, diz com mansidão: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sou Jesus, te vim salvar;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Abre, duro coração,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Dentro de ti quero cear.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escuto eu bater?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Eu sou Jesus, o bom Jesus: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logo, sem temer 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te dar a minha luz.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bate, diz com mansidão: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sou Jesus, te vim salvar;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Abre, duro coração,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Dentro de ti quero cear.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Entra, entra, Salvador,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coração te quero dar,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Ti achei amor,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Mesmo em mim queiras morar.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coração, ó bom Jesus,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Entra, trazendo Teu perdão!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Concedendo Tua luz,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Tenho, assim, a salvação.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2005-12-23T11:53:11Z</dcterms:created>
  <dc:creator>Junior</dc:creator>
  <dc:description/>
  <dc:language>pt-BR</dc:language>
  <cp:lastModifiedBy>Junior</cp:lastModifiedBy>
  <dcterms:modified xsi:type="dcterms:W3CDTF">2005-12-23T11:53:24Z</dcterms:modified>
  <cp:revision>1</cp:revision>
  <dc:subject/>
  <dc:title>134 JESUS À PORTA DO CORAÇÃO </dc:title>
</cp:coreProperties>
</file>