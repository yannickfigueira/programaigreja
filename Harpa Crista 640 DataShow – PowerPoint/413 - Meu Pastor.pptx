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B00C79-3C94-450E-940F-DA53AD43A5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4B6EE2-4BB7-48BF-8ECB-F9EDA0BECE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008071-F3E9-447C-87A2-6FDAC8D291C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413 – Meu Pastor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Pastor é Jesus Cristo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quero confiar;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não tenho falta,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a Ele eu quEro andar;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conduz ao bom descanso;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campo verde em flor,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Refrigera, sim, minh’alma,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Saciando-me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meu companheiro;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 desejo andar;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dá vigor e força,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que eu possa caminhar;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quem dá coragem,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nada eu temer;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próximo à morte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Certo estou que vou vencer.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Caminhando ao Seu lado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maia temerei o mal;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bordão e Seu cajado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Dão-me proteção real;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o meu inimigo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sempre virá;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prepara uma mesa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comigo nela está.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Unge a cabeça minha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óleo do Seu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gozo é transbordante,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meu cálice tem dulçor;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 misericórdia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Seu sublime bem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Habitarei em Sua casa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Eternamente, amém?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2005-12-26T17:03:14Z</dcterms:created>
  <dc:creator>Junior</dc:creator>
  <dc:description/>
  <dc:language>pt-BR</dc:language>
  <cp:lastModifiedBy>Junior</cp:lastModifiedBy>
  <dcterms:modified xsi:type="dcterms:W3CDTF">2005-12-26T17:03:17Z</dcterms:modified>
  <cp:revision>1</cp:revision>
  <dc:subject/>
  <dc:title>413 – Meu Pastor </dc:title>
</cp:coreProperties>
</file>