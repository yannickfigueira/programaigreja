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C4B249-E29F-42D7-9F2E-431FADE372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36623E-2DA4-4787-AB76-3263A0DF23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8A3D5D-3D9A-43AC-801D-3677538B68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144756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84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O GRANDE “EU SOU”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8229600" cy="32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Não perturbeis o coração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Porque Eu sempre sou fiel;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Eu fecho a boca do “leão”,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Não cova estou com Daniel.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440" y="228240"/>
            <a:ext cx="845820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Sou Eu aquele,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O grande “EU SOU”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E, onde estais, também estou;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Não disse, Eu há muito já: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“Pedi, pedi... Dar-se-vos-á?”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Pedi com fé e com fervor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 vos darei o Consolador.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304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Quem tem a fé de Abraão.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O mundo sempre há de vencer;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Quem quer ter firme o coração,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Precisa igualmente crer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-360"/>
            <a:ext cx="8229600" cy="48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Sou Eu aquele,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O grande “EU SOU”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E, onde estais, também estou;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Não disse, Eu há muito já: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“Pedi, pedi... Dar-se-vos-á?”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Pedi com fé e com fervor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 vos darei o Consolador.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94920" y="0"/>
            <a:ext cx="7543800" cy="32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Um terremoto e vento, após,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Do céu, um fogo e mui furor,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Ouviu Elias a minha voz,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Voz do Eterno, voz de amor.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498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Sou Eu aquele,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O grande “EU SOU”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E, onde estais, também estou;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Não disse, Eu há muito já: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“Pedi, pedi... Dar-se-vos-á?”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Pedi com fé e com fervor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 vos darei o Consolador.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80880" y="-360"/>
            <a:ext cx="8229600" cy="342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Um certo dia, Estêvão viu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O céu aberto e viu-me a mim;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Apedrejado, sucumbiu,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Mais foi fiel, até o fim.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Sou Eu aquele,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O grande “EU SOU”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E, onde estais, também estou;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Não disse, Eu há muito já: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“Pedi, pedi... Dar-se-vos-á?”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Pedi com fé e com fervor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 vos darei o Consolador.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335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Firmado em Mim, Rocha Eternal,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Assim jamais o crente cai;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Buscai o dom celestial,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Que vem da casa de Meu Pai.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-360"/>
            <a:ext cx="822960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Sou Eu aquele,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O grande “EU SOU”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E, onde estais, também estou;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Não disse, Eu há muito já: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“Pedi, pedi... Dar-se-vos-á?”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Pedi com fé e com fervor</a:t>
            </a:r>
            <a:br>
              <a:rPr sz="4400"/>
            </a:br>
            <a:r>
              <a:rPr b="0" lang="pt-BR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E vos darei o Consolador.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2005-08-28T19:07:12Z</dcterms:created>
  <dc:creator>Junior</dc:creator>
  <dc:description/>
  <dc:language>pt-BR</dc:language>
  <cp:lastModifiedBy>User041</cp:lastModifiedBy>
  <dcterms:modified xsi:type="dcterms:W3CDTF">2006-05-21T19:23:13Z</dcterms:modified>
  <cp:revision>2</cp:revision>
  <dc:subject/>
  <dc:title>84 O GRANDE “EU SOU”</dc:title>
</cp:coreProperties>
</file>