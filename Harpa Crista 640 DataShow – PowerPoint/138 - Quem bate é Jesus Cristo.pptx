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1E278A-829C-465F-807A-4338CE591B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AFF32B-FEAE-43AA-968E-3C25C065BD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21AE48-87EC-4941-8D33-BB36295FF58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138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 E JESUS CRISTO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 morte tens horror,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salvação desejas,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Volta aos braços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salvo tu sejas;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bem teu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recebe salvação,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nenhuma turbação;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 é Jesus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Deves-Lhe dar abrigo.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nenhum perigo;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quer só te salvar;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mesa, cear contigo.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sofreu por ti, na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te dar a vida;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divino e bom Jesus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marcas tem das feridas;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O vês a soluçar,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sangue a gotejar?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O vais deixar entrar?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 é Jesus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Deves-Lhe dar abrigo.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nenhum perigo;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quer só te salvar;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mesa, cear contigo.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andas em temor;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do Pai amado,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será teu protetor,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mal for chegado?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 a quem morreu na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à vida te conduz;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nas trevas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bate é Jesus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Deves-Lhe dar abrigo.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há nenhum perigo;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quer só te salvar;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mesa, cear contigo.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2005-12-23T11:59:51Z</dcterms:created>
  <dc:creator>Junior</dc:creator>
  <dc:description/>
  <dc:language>pt-BR</dc:language>
  <cp:lastModifiedBy>Junior</cp:lastModifiedBy>
  <dcterms:modified xsi:type="dcterms:W3CDTF">2005-12-23T12:00:01Z</dcterms:modified>
  <cp:revision>1</cp:revision>
  <dc:subject/>
  <dc:title>138 QUEM BATE E JESUS CRISTO </dc:title>
</cp:coreProperties>
</file>