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C08D96-0499-4C68-93FF-5D76C8D814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E6D625-835E-4B8E-8D0E-224AFF40DC9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609480"/>
            <a:ext cx="9144000" cy="510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586 – Gozo e Vida Tenho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 vida tenho no meu coração,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que Jesus Cristo deu-me seu perdão.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2005-12-26T23:09:17Z</dcterms:created>
  <dc:creator>Junior</dc:creator>
  <dc:description/>
  <dc:language>pt-BR</dc:language>
  <cp:lastModifiedBy>Junior</cp:lastModifiedBy>
  <dcterms:modified xsi:type="dcterms:W3CDTF">2005-12-26T23:09:19Z</dcterms:modified>
  <cp:revision>1</cp:revision>
  <dc:subject/>
  <dc:title>586 – Gozo e Vida Tenho   Gozo e vida tenho no meu coração, Desde que Jesus Cristo deu-me seu perdão. </dc:title>
</cp:coreProperties>
</file>