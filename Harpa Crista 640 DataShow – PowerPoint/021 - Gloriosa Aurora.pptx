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CE1D0C-9714-4EF4-9C0B-295BD09283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C23130-A109-4DD4-B397-6D26055521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F772F1-2B80-422E-A661-101B56BE756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21 </a:t>
            </a:r>
            <a:br>
              <a:rPr sz="3600"/>
            </a:br>
            <a:r>
              <a:rPr b="0" i="1" lang="pt-BR" sz="36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GLORIOSA AURORA </a:t>
            </a:r>
            <a:r>
              <a:rPr b="0" lang="pt-BR" sz="36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15228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A gloriosa aurora vem,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Do dia em que lá em Belém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Nasceu de Deus, o Filho;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Que belo dia e de luz,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No qual p'ra nós desceu Jesus,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Do céu mostrando o trilho.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Quantos santos hoje lembram,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E relembram a história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De Jesus, o Rei da Glória!  </a:t>
            </a:r>
            <a:r>
              <a:rPr b="0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15228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Nasceu Jesus lá em Belém,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Trazendo-nos o sumo bem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Do céu - a liberdade;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Nos concedeu perfeita paz,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Consolação que satisfaz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Por toda a eternidade!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Como fomos desgarrados,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Desviados e perdidos!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Hoje somos redimidos!</a:t>
            </a:r>
            <a:r>
              <a:rPr b="0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Conosco Cristo habitará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Com Seu poder nos velará,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Nos dando livramento;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E sempre há de nos guiar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Pois Sua graça vai nos dar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Em todo o sofrimento, Scuta: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Luta sempre forte.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Té a morte, pois ajuda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Tens em Cristo, que não muda!</a:t>
            </a:r>
            <a:r>
              <a:rPr b="0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Jesus desceu p'ra nos salvar,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O sol da graça vem brilhar,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Alegres jubilemos;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Jesus, ó nosso bom Pastor,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Vem nos guiar com Teu amor;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Ali nós pertencemos;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Almas salvas, perdoadas,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Libertadas hoje oram, </a:t>
            </a:r>
            <a:br>
              <a:rPr sz="4000"/>
            </a:br>
            <a:r>
              <a:rPr b="0" i="1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Reverentes Te adoram!</a:t>
            </a:r>
            <a:r>
              <a:rPr b="0" lang="en-US" sz="4000" strike="noStrike" u="none">
                <a:solidFill>
                  <a:srgbClr val="582c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2005-12-22T17:24:26Z</dcterms:created>
  <dc:creator>Junior</dc:creator>
  <dc:description/>
  <dc:language>pt-BR</dc:language>
  <cp:lastModifiedBy>Junior</cp:lastModifiedBy>
  <dcterms:modified xsi:type="dcterms:W3CDTF">2006-01-14T19:01:53Z</dcterms:modified>
  <cp:revision>2</cp:revision>
  <dc:subject/>
  <dc:title>21  GLORIOSA AURORA  </dc:title>
</cp:coreProperties>
</file>