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2A2565-51D4-4028-936B-A5D5775EFDB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9F3651-484A-4D0C-A734-1EBA2826038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45CB3CD-46FE-4EB5-BF0D-D608DB2F3EB4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13012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185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INVOCAÇÃO E LOUVOR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Tu, ó Rei dos reis.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Guiar os teus fiéis p’ra Te louvar. Grande e glorioso Ser,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Pai de todo o poder,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sobre nós reger,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Deus sem par!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Tu, Verbo de Deus,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Fazer chegar aos céus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Nossa oração. Vem, sim, abençoar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 povo e prosperar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Mensagem que falar da salvação.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Vem. Tu. Consolador,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Inspira e dá fervor às orações;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Espírito de paz, afasta Satanás,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plena graça traz aos corações.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grande trino Deus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Louvem os anjos Seus e nós também, A Deus nosso Senhor: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Pai, Filho e Condutor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Louvemos com fervor,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Pra sempre. Amém.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2005-12-23T13:59:53Z</dcterms:created>
  <dc:creator>Junior</dc:creator>
  <dc:description/>
  <dc:language>pt-BR</dc:language>
  <cp:lastModifiedBy>Junior</cp:lastModifiedBy>
  <dcterms:modified xsi:type="dcterms:W3CDTF">2005-12-23T14:00:07Z</dcterms:modified>
  <cp:revision>1</cp:revision>
  <dc:subject/>
  <dc:title>185 INVOCAÇÃO E LOUVOR </dc:title>
</cp:coreProperties>
</file>