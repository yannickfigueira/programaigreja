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ADD5DD-C6C5-408E-98A7-75C8EF35C4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C232AD-0A1B-4AD5-86E0-980C4F9BEE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9F2532-E1AE-4D54-B9FE-89CF85A913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466 - Que Maravilha!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Amigo, conheces, também enalteces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nEle já crido, e assim recebido Jesus, o Filho de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Que maravilha!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te adoro! Sim, eu te amo!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Seguir, quem almeja, e n’alma deseja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foi rejeitado por esse adorado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Que maravilha!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te adoro! Sim, eu te amo!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hoje confiares, também aceitares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Irás jubilando, e sempre louvando Jesus, o Filho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Que maravilha!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te adoro! Sim, eu te amo!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céus, muito breve,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Descer pra nós deve,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vem, eu te clamo. ó vem, pois te amo, Jesus, o filho de Deus.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Que maravilha!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Eu te adoro! Sim, eu te amo!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Filho de Deus!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2005-12-26T15:05:17Z</dcterms:created>
  <dc:creator>Junior</dc:creator>
  <dc:description/>
  <dc:language>pt-BR</dc:language>
  <cp:lastModifiedBy>Junior</cp:lastModifiedBy>
  <dcterms:modified xsi:type="dcterms:W3CDTF">2005-12-26T15:05:19Z</dcterms:modified>
  <cp:revision>1</cp:revision>
  <dc:subject/>
  <dc:title>466 - Que Maravilha! </dc:title>
</cp:coreProperties>
</file>