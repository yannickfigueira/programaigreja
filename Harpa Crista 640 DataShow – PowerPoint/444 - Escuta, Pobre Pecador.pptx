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85EA71-673F-4789-BEC1-D1DED93ED9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818272-2C80-49C4-9ADF-CD37E428FB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597387-86B1-4EDC-9C76-68C6DE2931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9810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444 – Escuta, Pobre Pecador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Escuta, pobre pecador,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há perdão;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agora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nEle há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 sem tardança,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d’esperança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Fruirás, então!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Pra redimir-te, o Redentor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derramou!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cruz; sofrendo grande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te resgatou!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 sem tardança,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d’esperança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Fruirás, então!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Caminho certo é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Achamos nEle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Caminho santo e de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satisfaz!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 sem tardança,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d’esperança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Fruirás, então!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hoje, vem te entregar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Deixando todo mal,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quer agora te salvar,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pra luz real!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 sem tardança,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d’esperança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Fruirás, então!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2005-12-26T15:47:18Z</dcterms:created>
  <dc:creator>Junior</dc:creator>
  <dc:description/>
  <dc:language>pt-BR</dc:language>
  <cp:lastModifiedBy>Junior</cp:lastModifiedBy>
  <dcterms:modified xsi:type="dcterms:W3CDTF">2005-12-26T15:47:34Z</dcterms:modified>
  <cp:revision>1</cp:revision>
  <dc:subject/>
  <dc:title>444 – Escuta, Pobre Pecador </dc:title>
</cp:coreProperties>
</file>