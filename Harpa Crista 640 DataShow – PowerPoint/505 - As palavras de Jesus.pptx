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7B0161-1B1F-411D-A824-8EB7EB8658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7001A6-05A5-4810-A763-185DF89103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466BEF-5C40-4013-90E4-E1401C415A7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505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PALAVRAS DE JESUS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Anelo eu ouvir a voz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meu bom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Seus ditos um banquete são,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Banquete de amor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o maná celestial,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Vigor me dão também,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trazem sempre instrução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Mestre de Belém.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palavras do Senhor,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palavras de vigor,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ensinam, me guiam,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trazem a luz,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palavras de Jesus.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as palavras de Jesus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Infundem-me valor,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Afastam do meu coração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males e a 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mansidão do Salvador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fazem conhecer,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gozo divinal do céu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trazem ao meu ser.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palavras do Senhor,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palavras de vigor,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ensinam, me guiam,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trazem a luz,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palavras de Jesus.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todo tempo meu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Palavras me dirá,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provas elas são meu bem,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voz me alentará,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 nelas tem a paz,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pode me turbar,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dá real festim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chama pra cear.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palavras do Senhor,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palavras de vigor,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ensinam, me guiam,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trazem a luz,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palavras de Jesus.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Lugar não há nem haverá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mundo de horror.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que o perdido tenha paz a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não ser no Senhor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Pois, as palavras que nos diz,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fonte de poder,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todo pobre pecador,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humilhado crer.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palavras do Senhor,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palavras de vigor,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ensinam, me guiam,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trazem a luz,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palavras de Jesus.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2005-12-18T18:45:01Z</dcterms:created>
  <dc:creator>Junior</dc:creator>
  <dc:description/>
  <dc:language>pt-BR</dc:language>
  <cp:lastModifiedBy>Junior</cp:lastModifiedBy>
  <dcterms:modified xsi:type="dcterms:W3CDTF">2005-12-18T18:45:10Z</dcterms:modified>
  <cp:revision>1</cp:revision>
  <dc:subject/>
  <dc:title>505 AS PALAVRAS DE JESUS </dc:title>
</cp:coreProperties>
</file>