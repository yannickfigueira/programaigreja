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363013-E686-4D99-9D70-968B886DD8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4CFA83-AD97-4EE3-A8D6-CB712E75EC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C9A49E-4CFF-4765-BD18-8EB55F52236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 VOSSOS OLHOS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 os vossos olhos para cima,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remidos do Senhor Jesus!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figueira mostra que se aproxima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verão: Brotos já produz!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Vossos olhos para o céu donde Jesus virá;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redenção breve se fará.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dizem que Jesus está tardando,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vir buscar o povo Seu;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nos dias de Noé, estão pecando,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temer o bondoso Deus.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Vossos olhos para o céu donde Jesus virá;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redenção breve se fará.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Muitos, como Faraó, estão dizendo: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"Quem é o Senhor p'ra lhe ouvir?"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o coração endurecendo: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pragas estão p'ra vir.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Vossos olhos para o céu donde Jesus virá;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redenção breve se fará.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 arrebatado, eu, p'ro céu, quem dera!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Igreja Cristo levará.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figueira está em flor, é primavera,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 os vossos olhos já.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Vossos olhos para o céu donde Jesus virá;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Levantai, levantai!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redenção breve se fará.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2005-10-19T07:25:25Z</dcterms:created>
  <dc:creator>Montagna</dc:creator>
  <dc:description/>
  <dc:language>pt-BR</dc:language>
  <cp:lastModifiedBy>Montagna</cp:lastModifiedBy>
  <dcterms:modified xsi:type="dcterms:W3CDTF">2005-10-19T07:25:48Z</dcterms:modified>
  <cp:revision>2</cp:revision>
  <dc:subject/>
  <dc:title>323 - LEVANTAI VOSSOS OLHOS</dc:title>
</cp:coreProperties>
</file>