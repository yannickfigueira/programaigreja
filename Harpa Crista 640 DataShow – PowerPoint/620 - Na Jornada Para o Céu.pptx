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71E09-9146-4073-8868-72183557A5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CBB5D-D9FD-4EB2-8D0F-40813506C7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27E897-B3DE-4634-9102-08AF1354264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620 - Na Jornada Para o Céu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jornada para 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sempre a meditar.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alegre vou cantando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seguindo pro meu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alegre vou cantando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seguindo pro meu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é certa a vitória,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garantiu: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chegar à Glória  (bis)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mortal inda não viu.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Caminhando com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prazer sempre aumentou: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Revelou-me o amor da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meus crimes perdoou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Revelou-me o amor da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meus crimes perdoou.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é certa a vitória,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garantiu: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chegar à Glória  (bis)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mortal inda não viu.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clarão da luz do Céu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alma iluminou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vi o abismo eterno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qual Deus já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vi o abismo eterno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qual Deus já me salvou.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é certa a vitória,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garantiu: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chegar à Glória  (bis)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mortal inda não viu.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Nesta senda gloriosa,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ajude o meu Rei: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paz, e mui ditosa,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paz no Céu terei.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paz, e mui ditosa.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paz no Céu tere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é certa a vitória,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garantiu: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chegar à Glória  (bis)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mortal inda não viu.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2005-12-27T15:50:19Z</dcterms:created>
  <dc:creator>Junior</dc:creator>
  <dc:description/>
  <dc:language>pt-BR</dc:language>
  <cp:lastModifiedBy>Junior</cp:lastModifiedBy>
  <dcterms:modified xsi:type="dcterms:W3CDTF">2005-12-27T15:50:20Z</dcterms:modified>
  <cp:revision>1</cp:revision>
  <dc:subject/>
  <dc:title>620 - Na Jornada Para o Céu</dc:title>
</cp:coreProperties>
</file>