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1B9D2D-0AA0-4661-8965-E6708F92E5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63A3CB-770D-4534-A1DE-4AD95C145D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A0A96AF-499C-4CD5-A5CB-A56EF03CABC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57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VIVIFICA-NOS, SENHOR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33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presente está conosco.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Pronto todos a salvar;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as almas sequiosas,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 Sua bênção derramar.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33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Manda, ó manda as ricas chuvas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Tua bênção, Salvador!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Imploramos! Esperamos!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Vivifica-nos, Senhor!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33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a Ti, Senhor, erguemos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Nossos pobres corações;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Tua grande e rica graça,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 as nossas petições!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33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Manda, ó manda as ricas chuvas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Tua bênção, Salvador!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Imploramos! Esperamos!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Vivifica-nos, Senhor!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33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Torna a nossa fé mais viva,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ardente o nosso amor;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Enche-nos de santo zelo,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coragem e fervor.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 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33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Manda, ó manda as ricas chuvas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Tua bênção, Salvador!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Imploramos! Esperamos!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Vivifica-nos, Senhor!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2005-12-22T23:35:25Z</dcterms:created>
  <dc:creator>Junior</dc:creator>
  <dc:description/>
  <dc:language>pt-BR</dc:language>
  <cp:lastModifiedBy>Junior</cp:lastModifiedBy>
  <dcterms:modified xsi:type="dcterms:W3CDTF">2005-12-22T23:35:41Z</dcterms:modified>
  <cp:revision>1</cp:revision>
  <dc:subject/>
  <dc:title>57 VIVIFICA-NOS, SENHOR </dc:title>
</cp:coreProperties>
</file>