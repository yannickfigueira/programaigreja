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69DD16-D60C-43FC-95DA-5A0FFD0495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C6DD53-153A-4C20-B447-8430D0B804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39EC26A-3E48-4E3A-8442-101AC84CF5E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367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Garamond"/>
              </a:rPr>
              <a:t>ESPÍRITO CONSOLADOR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Espírito Consolador, 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Divino e eternal,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Preciosa fonte de amor 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vida imortal.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 símbolos que o Salvador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Morrendo nos deixou,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Celebraremos Seu amor,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na cruz demonstrou.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Tu, pão da vida Redentor!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nosso coração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Infunde graça, com fervor, 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celestial unção.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Acende em nós fogo eficaz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fé e de valor;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Concede-nos perdão e paz,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Humilhação e amor. Amém.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2005-06-28T01:07:09Z</dcterms:created>
  <dc:creator>Junior</dc:creator>
  <dc:description/>
  <dc:language>pt-BR</dc:language>
  <cp:lastModifiedBy>Junior</cp:lastModifiedBy>
  <dcterms:modified xsi:type="dcterms:W3CDTF">2005-06-28T01:16:00Z</dcterms:modified>
  <cp:revision>1</cp:revision>
  <dc:subject/>
  <dc:title>367 ESPÍRITO CONSOLADOR</dc:title>
</cp:coreProperties>
</file>