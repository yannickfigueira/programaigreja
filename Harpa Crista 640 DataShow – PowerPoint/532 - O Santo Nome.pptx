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859EBF-96DC-4134-A8C9-1902235D45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A80B0F-56BF-4258-9A2F-670B7A4EAA6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E0988D9-2094-47F5-9A33-CCB4F7ADE73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532 - O Santo Nome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Este nome santo,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Nome de Jesus,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Doce melodia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meu coração produz.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2005-12-26T20:10:37Z</dcterms:created>
  <dc:creator>Junior</dc:creator>
  <dc:description/>
  <dc:language>pt-BR</dc:language>
  <cp:lastModifiedBy>Junior</cp:lastModifiedBy>
  <dcterms:modified xsi:type="dcterms:W3CDTF">2005-12-26T20:10:39Z</dcterms:modified>
  <cp:revision>1</cp:revision>
  <dc:subject/>
  <dc:title>532 - O Santo Nome </dc:title>
</cp:coreProperties>
</file>