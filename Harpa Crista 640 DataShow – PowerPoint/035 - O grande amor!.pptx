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108830-8034-42AD-8705-09ECD9D168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EC7D2-1EEE-484B-8557-4EDFC59492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7935CC-1F4C-4502-A0DD-3F46B75E5F3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de mau Jesus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morrendo sobre a cruz,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perdição, pra me salvar;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poderá contar?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do Salvador,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poderá contar?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cálice que Jesus bebeu,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maldição que padeceu,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por mim, p'ra me salvar, Quem poderá contar?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do Salvador,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poderá contar?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zombaria tão cruel,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cruz sangrenta, o amargo fel, Que Ele sofreu pra me salvar; Quem poderá contar?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do Salvador,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poderá contar?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Incomparável Salvador!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inefável Teu amor!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impossível de sondar!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Imenso e sem par!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o Seu amor contar?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amor do Salvador,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poderá contar?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2005-12-22T22:06:56Z</dcterms:created>
  <dc:creator>Junior</dc:creator>
  <dc:description/>
  <dc:language>pt-BR</dc:language>
  <cp:lastModifiedBy>Junior</cp:lastModifiedBy>
  <dcterms:modified xsi:type="dcterms:W3CDTF">2005-12-22T22:07:10Z</dcterms:modified>
  <cp:revision>1</cp:revision>
  <dc:subject/>
  <dc:title>35 O GRANDE AMOR </dc:title>
</cp:coreProperties>
</file>