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282E65-D1F5-4FE9-BCCB-86FAC62978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57CFBA-05DB-44D6-97CB-9F8EA77E4F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A8DA04-F1AC-43B2-B40B-A0E7FE68F28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Marchemos sem temor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P'ra Sião marchamos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Sem algum temor,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fé nos chamamos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Filhos do Senhor;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Presto caminhamos,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Sem pra trás olhar,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Jesus nós vamos,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 podemos errar.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Marchemos sem temor,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Repletos de valor,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Marchemos nas pisadas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bom Redentor;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Depressa, sem tardar,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Até no céu entrar;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Jesus podemos sempre triunfar.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P'ra Sião marchamos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Sem desanimar,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verdade, vamos todos proclamar; Presto caminhamos,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Carregando a cruz,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Pois nós desejamos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Ver no céu a Jesus.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Marchemos sem temor,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Repletos de valor,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Marchemos nas pisadas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bom Redentor;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Depressa, sem tardar,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Até no céu entrar;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Jesus podemos sempre triunfar.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P'ra Sião marchamos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celeste luz,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Dirigidos vamos p'Io Senhor Jesus; Presto caminhamos,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Rasga-se o véu; J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Já daqui estamos, </a:t>
            </a:r>
            <a:br>
              <a:rPr sz="4400"/>
            </a:br>
            <a:r>
              <a:rPr b="0" i="1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Pela fé, vendo o céu.</a:t>
            </a: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Marchemos sem temor,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Repletos de valor,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Marchemos nas pisadas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bom Redentor;</a:t>
            </a:r>
            <a:r>
              <a:rPr b="0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Depressa, sem tardar,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Até no céu entrar;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Jesus podemos sempre triunfar.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2005-11-20T18:09:29Z</dcterms:created>
  <dc:creator>Junior</dc:creator>
  <dc:description/>
  <dc:language>pt-BR</dc:language>
  <cp:lastModifiedBy>Junior</cp:lastModifiedBy>
  <dcterms:modified xsi:type="dcterms:W3CDTF">2005-11-20T18:09:48Z</dcterms:modified>
  <cp:revision>1</cp:revision>
  <dc:subject/>
  <dc:title>Marchemos sem temor</dc:title>
</cp:coreProperties>
</file>