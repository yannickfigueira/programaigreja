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1992BF-18DF-4BB7-9C68-C5ABABB616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E15878-A34D-430F-A686-4D06A5A683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F8CC7C-DF22-431A-AD0F-A482E3D6BEC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321 – Só em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 fruirás paz e gozo,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Tu, pecador, que tens sede de amor; Só em Jesus poderás ser ditoso;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a graça obténs do Senhor.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 acharás forte escudo Para abrigar-te dos dardos do mal; NEle, oculto das dores, de tudo, Receberás uma paz divinal.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Jesus, sobre a divina rocha, Salvar-te-ás deste mundo, qual mar; Só em Jesus, sim na luz desta tocha, Podes o santo caminho trilhar.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Jesus, neste porto seguro, Podes tua alma qual nau ancorar,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Jesus, um brilhante futuro,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pecador, poderás encontrar.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Jesus, deixa tudo portanto, Quer seja o mundo, o mal ou pecar; Vem pra Jesus, que por Deus te garanto,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paz e gozo irás desfrutar.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2005-12-26T19:12:16Z</dcterms:created>
  <dc:creator>Junior</dc:creator>
  <dc:description/>
  <dc:language>pt-BR</dc:language>
  <cp:lastModifiedBy>Junior</cp:lastModifiedBy>
  <dcterms:modified xsi:type="dcterms:W3CDTF">2005-12-26T19:12:17Z</dcterms:modified>
  <cp:revision>1</cp:revision>
  <dc:subject/>
  <dc:title>321 – Só em Jesus </dc:title>
</cp:coreProperties>
</file>