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57BCB8-970C-4454-A032-309354865F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08CF46-1AFC-43BC-82D5-EABB213616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ADF735-03A0-4814-BDF0-6F2A2447E62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530 – Vivifica a Tua Igreja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Vivifica a tua igreja,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bendito Salvador!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tua graça, ela murcha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Ficará, e sem vigor.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Vivifica! - vivifica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Nossas almas, oh! Senhor!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Vivifica! - vivifica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Nossas almas, oh! Senhor!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2005-12-26T20:07:22Z</dcterms:created>
  <dc:creator>Junior</dc:creator>
  <dc:description/>
  <dc:language>pt-BR</dc:language>
  <cp:lastModifiedBy>Junior</cp:lastModifiedBy>
  <dcterms:modified xsi:type="dcterms:W3CDTF">2005-12-26T20:07:24Z</dcterms:modified>
  <cp:revision>1</cp:revision>
  <dc:subject/>
  <dc:title>530 – Vivifica a Tua Igreja</dc:title>
</cp:coreProperties>
</file>