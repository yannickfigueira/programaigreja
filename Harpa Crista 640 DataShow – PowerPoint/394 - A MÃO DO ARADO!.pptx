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3ECBF3-D741-40D7-BF83-0769C671A5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121EED-697D-4AEC-B2FF-DC2D38F03A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48BB9B-D0C5-48CD-86EE-346BC3572BC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394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MÃO DO ARADO!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sua mão ao arado já pôs,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Constante precisa ser;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sol declina e, logo após,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escurecer.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em Cristo pensando,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oração vigiando,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gozo e amor trabalhando,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teu Senhor.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desanimes, por ser tua cruz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Maior que a de teu irmão;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mais pesada levou teu Jesus,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consola, então;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cruz vai levando,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Jesus perdoando,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Alegremente andando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o lindo céu.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bom soldado de Cristo Jesus,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Sofrendo as aflições,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sufocando a mensagem da cruz,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perseguições;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Seu amor proclamando,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Novas de paz, sim, levando,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que estão aguardando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Quando, enfim, tu largares a cruz,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te coroará;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santo gozo em glória e luz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consolará.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Esquecerás teus lidares,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Tribulações e pesares,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no céu desfrutares,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Perfeita paz.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2005-10-20T02:25:58Z</dcterms:created>
  <dc:creator>Montagna</dc:creator>
  <dc:description/>
  <dc:language>pt-BR</dc:language>
  <cp:lastModifiedBy>Montagna</cp:lastModifiedBy>
  <dcterms:modified xsi:type="dcterms:W3CDTF">2005-10-20T02:27:13Z</dcterms:modified>
  <cp:revision>2</cp:revision>
  <dc:subject/>
  <dc:title>394 - A MÃO DO ARADO!</dc:title>
</cp:coreProperties>
</file>