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19FF1D-96E4-4549-A2DF-C02075EF1BA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F12BDF-67C9-4BC0-8C1B-0E46AD93192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D6135E6-ED2E-4D1A-8B54-950ADE24F3A3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608 – Se em Teu Caminho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em teu caminho aqui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escuridão e as sombras vêm,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 nenhum fulgor sorri,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Trazendo luz do vasto além,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Terás a luz do Céu.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em teu viver aqui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Perseguição trouxera dor,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Trouxer o sofrimento a ti,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Oh, sim então, em teu favor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Virás paz do Céu.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oh! se o teu sofrer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 luta atroz findar aqui,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 paz, enfim, puderes ter.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Quão calmo e bom, quão doce a ti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Serão lar do Céu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2005-12-27T14:39:15Z</dcterms:created>
  <dc:creator>Junior</dc:creator>
  <dc:description/>
  <dc:language>pt-BR</dc:language>
  <cp:lastModifiedBy>Junior</cp:lastModifiedBy>
  <dcterms:modified xsi:type="dcterms:W3CDTF">2005-12-27T14:39:17Z</dcterms:modified>
  <cp:revision>1</cp:revision>
  <dc:subject/>
  <dc:title>608 – Se em Teu Caminho</dc:title>
</cp:coreProperties>
</file>