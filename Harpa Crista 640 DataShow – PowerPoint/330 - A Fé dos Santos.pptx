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9A1593-44BB-421A-A03F-32589BE9A3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9DCBE-229A-44D8-84F6-5F901507B3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655338-EA1D-430B-BF44-8367A317CD7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330 - A Fé dos Santos</a:t>
            </a:r>
            <a:r>
              <a:rPr b="0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Pela fé que uma vez foi entregue aos santos,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Que nos vem por Jesus, e nos seca o pranto,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Podem os crentes, sem ter nenhum espanto,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Prosseguir nas pisadas do Senhor.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Nas tristezas, nas lutas, na dor,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Recorriam ao caro Jesus;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 vitória lhes dava o Senhor,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Pelo sangue vertido na cruz.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Os cristãos foram por tribunais vis julgados, Nas prisões, inocentes, à força lançados,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 de seus bens terrestres despojados,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Mas alegres seguiram o Senhor.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Nas tristezas, nas lutas, na dor,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Recorriam ao caro Jesus;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 vitória lhes dava o Senhor,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Pelo sangue vertido na cruz.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Peregrinos os santos no mundo andavam, Nas cavernas da terra se refugiavam,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E ali reunidos, celebravam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 Jesus, seu amado Salvador.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Nas tristezas, nas lutas, na dor,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Recorriam ao caro Jesus;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 vitória lhes dava o Senhor,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Pelo sangue vertido na cruz.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Pela fé é que nós, crentes, sempre devemos Nos firmar em Jesus e assim venceremos,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 um dia, no céu encontraremos </a:t>
            </a:r>
            <a:br>
              <a:rPr sz="3400"/>
            </a:br>
            <a:r>
              <a:rPr b="0" i="1" lang="en-US" sz="3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Os fiéis, que amaram o Senhor.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Lá no céu não teremos mais dor,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 o pranto ali há de findar,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Quando perto do nosso Senhor,</a:t>
            </a:r>
            <a:r>
              <a:rPr b="0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Nossa alma, enfim, repousar.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2005-12-26T18:59:47Z</dcterms:created>
  <dc:creator>Junior</dc:creator>
  <dc:description/>
  <dc:language>pt-BR</dc:language>
  <cp:lastModifiedBy>Junior</cp:lastModifiedBy>
  <dcterms:modified xsi:type="dcterms:W3CDTF">2006-01-22T17:59:59Z</dcterms:modified>
  <cp:revision>2</cp:revision>
  <dc:subject/>
  <dc:title>330 - A Fé dos Santos </dc:title>
</cp:coreProperties>
</file>