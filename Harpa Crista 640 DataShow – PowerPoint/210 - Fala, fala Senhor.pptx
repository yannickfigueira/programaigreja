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16F01E-B343-4E45-B088-F0ACA82A5B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676B5F-3386-4FF7-A6E2-20C0F9EE81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4E9F8D-102C-4073-A893-5968F557916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210</a:t>
            </a:r>
            <a:br>
              <a:rPr sz="4000"/>
            </a:br>
            <a:r>
              <a:rPr b="1" lang="pt-BR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FALA, FALA, SENHOR</a:t>
            </a:r>
            <a:r>
              <a:rPr b="0" lang="pt-BR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Fala, fala, Senhor, nesta hora,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Que ansioso te quero ouvir;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Teu falar dá valor e restaura,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E mais sábio me faz no porvir.  </a:t>
            </a:r>
            <a:r>
              <a:rPr b="0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Oh! Bendito o Teu nome eterno,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Que Tu falas a quem escutar,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De saúde e repouso superno,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De alegria e paz eternal.</a:t>
            </a:r>
            <a:r>
              <a:rPr b="0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Fala, fala, Senhor, que conservo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Tuas palavras de vida e vigor;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Estou pronto a seguir-Te com zelo, Pelas Tuas veredas de amor.</a:t>
            </a:r>
            <a:r>
              <a:rPr b="0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Oh! Bendito o Teu nome eterno,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Que Tu falas a quem escutar,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De saúde e repouso superno,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De alegria e paz eternal.</a:t>
            </a:r>
            <a:r>
              <a:rPr b="0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Fala, fala, Senhor, que eu ouço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Tuas palavras com todo fervor,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Pois conduzem ao eterno repouso, </a:t>
            </a:r>
            <a:br>
              <a:rPr sz="4000"/>
            </a:b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São conselhos mui ricos de amor.</a:t>
            </a:r>
            <a:r>
              <a:rPr b="0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a5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Oh! Bendito o Teu nome eterno,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Que Tu falas a quem escutar,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De saúde e repouso superno,</a:t>
            </a:r>
            <a:r>
              <a:rPr b="0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De alegria e paz eternal.</a:t>
            </a:r>
            <a:r>
              <a:rPr b="0" lang="en-US" sz="4000" strike="noStrike" u="none">
                <a:solidFill>
                  <a:srgbClr val="ffffe7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2005-12-23T18:07:48Z</dcterms:created>
  <dc:creator>Junior</dc:creator>
  <dc:description/>
  <dc:language>pt-BR</dc:language>
  <cp:lastModifiedBy>Junior</cp:lastModifiedBy>
  <dcterms:modified xsi:type="dcterms:W3CDTF">2006-02-11T18:46:58Z</dcterms:modified>
  <cp:revision>3</cp:revision>
  <dc:subject/>
  <dc:title>210 FALA, FALA, SENHOR </dc:title>
</cp:coreProperties>
</file>