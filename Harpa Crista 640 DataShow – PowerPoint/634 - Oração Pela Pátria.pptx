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69491E-9F3A-419F-B3BE-879CCD1C3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C850C8-4EDE-4D0D-95F0-02D9829E02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AD2666-4167-4961-A652-02CE07CDC94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634 – Oração Pela Pátria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Pátria para Cristo!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 minha petição.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Pátria tão querida,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dei meu coração.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 prezado, lar formoso,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por ti o meu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meu Deus de excelsa graça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dispense seu favor!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Salve Deus a minha Pátria,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Pátria varonil!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Salve Deus a minha terra,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terra do Brasil!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Quero, pois, com alegria,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feliz a mãe gentil,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vencer o Evangelho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terra do Brasil.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Brava gente brasileira.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vá temor servil;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salva,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2005-12-27T15:28:42Z</dcterms:created>
  <dc:creator>Junior</dc:creator>
  <dc:description/>
  <dc:language>pt-BR</dc:language>
  <cp:lastModifiedBy>Junior</cp:lastModifiedBy>
  <dcterms:modified xsi:type="dcterms:W3CDTF">2005-12-27T15:28:44Z</dcterms:modified>
  <cp:revision>1</cp:revision>
  <dc:subject/>
  <dc:title>634 – Oração Pela Pátria </dc:title>
</cp:coreProperties>
</file>