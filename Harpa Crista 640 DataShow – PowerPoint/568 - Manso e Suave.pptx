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F44A15-C296-4C50-A8A4-95103CDF38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D19651-4994-4FF7-BE9C-60B9E883D7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E109BCD-6033-456E-9C4A-F1781F4483E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568 – Manso e Suave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Manso e suave, é Cristo chamando: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Chama por ti e por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Ele às portas espera velando: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Vela por ti e por mim,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já! vem já!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Alma cansada, vem já!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Manso e suave, Jesus convidando,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Chama: “Vem, pecador, vem!”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paciência, Ele está esperando,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Hoje, por ti e por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não desprezes a quem, convidando,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Chama por ti e por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já! vem já!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Alma cansada, vem já!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Manso e suave, Jesus convidando,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Chama: “Vem, pecador, vem!”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Correm os dias, as horas se passam,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Passam por ti e por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Transes de morte, por fim, vão chegando,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Tanto por ti e por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já! vem já!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Alma cansada, vem já!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Manso e suave, Jesus convidando,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Chama: “Vem, pecador, vem!”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quanto amor que Jesus nos tem dado!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por ti e por mim!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sangue foi sobre a Cruz derramado,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foi por ti e por mim.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já! vem já!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Alma cansada, vem já!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Manso e suave, Jesus convidando,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Chama: “Vem, pecador, vem!”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2005-12-26T22:23:24Z</dcterms:created>
  <dc:creator>Junior</dc:creator>
  <dc:description/>
  <dc:language>pt-BR</dc:language>
  <cp:lastModifiedBy>Junior</cp:lastModifiedBy>
  <dcterms:modified xsi:type="dcterms:W3CDTF">2005-12-26T22:23:27Z</dcterms:modified>
  <cp:revision>1</cp:revision>
  <dc:subject/>
  <dc:title>568 – Manso e Suave </dc:title>
</cp:coreProperties>
</file>