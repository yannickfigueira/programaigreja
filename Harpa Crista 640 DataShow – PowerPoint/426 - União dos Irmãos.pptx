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10F654-3EE9-4074-AFD3-B45D50B5BC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223D00-8B32-42D6-AFC1-64C8BC643D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15DA1E-064D-4E78-BAC6-2844457F66B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426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UNIÃO DOS IRMÃOS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aqui nos reunimos,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irmãos, em santo amor,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Certamente nós fruímos,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Bênçãos do Consolador!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pode Sua presença,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 testificar;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palavras e sentenças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quer o escutar.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nós nos humilhamos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 o bom Consolador,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 que nós buscamos,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concede com amor;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 vedes, glorioso,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visão, Jesus passar,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busca ansioso, Uma alma batizar.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todos nos achamos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Prontos para escutar,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unção, ouvir nós vamos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bom Deus, a nós falar;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céu, sim, ao chegarmos,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festa haverá,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já nos encontrarmos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lugar que Deus dará!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remidos, sempre firmes,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Esperando com ardor, que em nós Deus mais confirme seu poder consolador; eia! Avante, a caminho, pela gloriosa luz, pois de nós vai mui vizinho, o amado bom Jesus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2005-10-21T10:19:46Z</dcterms:created>
  <dc:creator>Montagna</dc:creator>
  <dc:description/>
  <dc:language>pt-BR</dc:language>
  <cp:lastModifiedBy>Montagna</cp:lastModifiedBy>
  <dcterms:modified xsi:type="dcterms:W3CDTF">2005-10-21T10:19:56Z</dcterms:modified>
  <cp:revision>2</cp:revision>
  <dc:subject/>
  <dc:title>426 - UNIÃO DOS IRMÃOS</dc:title>
</cp:coreProperties>
</file>