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FFDAA4-3C2F-495B-9482-6C31CBED7B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1E997-1682-4FCC-89FD-172A14768E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3B41B1-4342-4AF4-8DB5-7019AA0F1AE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BASTANTE PARA MIM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meio duma grande dor,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cruz de Cristo eu vi,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viva fonte de amor,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Bastante para mim!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da cruz corre sem cessar,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Insondável como é o mar.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graça, que brota assim,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 para mim!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coração, a vacilar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apenas, pude assim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graça crer; mas fui achar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Bastante para mim!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da cruz corre sem cessar,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Insondável como é o mar.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graça, que brota assim,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 para mim!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Cravados já, então, na cruz,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vi;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graça achei de meu Jesus;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Bastante para mim!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da cruz corre sem cessar,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Insondável como é o mar.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graça, que brota assim,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 para mim!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Jesus eu cantarei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alegre, enfim;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Sua graça foi, direi: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Bastante para mim!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da cruz corre sem cessar,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Insondável como é o mar.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graça, que brota assim,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Basta para mim!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2005-10-21T10:10:07Z</dcterms:created>
  <dc:creator>Montagna</dc:creator>
  <dc:description/>
  <dc:language>pt-BR</dc:language>
  <cp:lastModifiedBy>Montagna</cp:lastModifiedBy>
  <dcterms:modified xsi:type="dcterms:W3CDTF">2005-10-21T10:10:27Z</dcterms:modified>
  <cp:revision>2</cp:revision>
  <dc:subject/>
  <dc:title>417 - BASTANTE PARA MIM</dc:title>
</cp:coreProperties>
</file>