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E2C77-E117-4A32-9ADF-7FA92CE515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D41FC-A679-4029-B90F-BCCE529DE5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EEC4EC-30C0-46C3-B436-0C2E126B92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385 – Amemos  o Senhor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divinal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nossa culpa expiou,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sangue que derramou.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Já nos 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pecado enganador,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nosso ensinador;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a fonte do saber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todo que nEle crer.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Já nos 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pecado enganador,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nosso bom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consumador daquela fé,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desce do Deus, que “É”.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Já nos 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pecado enganador,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o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nosso Pai Celestial,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paz nos dá eternal.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amemos o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Já nos amou;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pecado enganador,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nos lavou.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2005-12-26T17:57:30Z</dcterms:created>
  <dc:creator>Junior</dc:creator>
  <dc:description/>
  <dc:language>pt-BR</dc:language>
  <cp:lastModifiedBy>Junior</cp:lastModifiedBy>
  <dcterms:modified xsi:type="dcterms:W3CDTF">2005-12-26T17:57:32Z</dcterms:modified>
  <cp:revision>1</cp:revision>
  <dc:subject/>
  <dc:title>385 – Amemos  o Senhor </dc:title>
</cp:coreProperties>
</file>