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0C91E-DF41-4CA6-8F93-6E4D13205F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BF816-DA8C-49B2-86FE-DCEC8C2AC6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317310-03AC-4E51-9AA5-66696898BD3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549 - Ora Vem, Senhor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não mais retardes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do reino Teu,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já a vida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em dor se converteu.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Ti, Jesus, ansiosos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Estão os corações;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vem, sem mais tardar,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Desfazer as aflições.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fé a Igreja aguarda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alvor da tua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está a suplicar: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“Ora vem, Senhor Jesus!”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2005-12-26T21:14:52Z</dcterms:created>
  <dc:creator>Junior</dc:creator>
  <dc:description/>
  <dc:language>pt-BR</dc:language>
  <cp:lastModifiedBy>Junior</cp:lastModifiedBy>
  <dcterms:modified xsi:type="dcterms:W3CDTF">2005-12-26T21:15:05Z</dcterms:modified>
  <cp:revision>1</cp:revision>
  <dc:subject/>
  <dc:title>549 - Ora Vem, Senhor Jesus </dc:title>
</cp:coreProperties>
</file>