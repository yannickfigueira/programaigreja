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6840" y="625104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272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4D6D307-5C92-4914-9E1C-0E62A85D0DA4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3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4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44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3"/>
          </p:nvPr>
        </p:nvSpPr>
        <p:spPr>
          <a:xfrm>
            <a:off x="3124080" y="624816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743040" indent="-28584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1143000" indent="-228600">
              <a:spcBef>
                <a:spcPts val="799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600200" indent="-228600">
              <a:spcBef>
                <a:spcPts val="7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"/>
          <p:cNvGrpSpPr/>
          <p:nvPr/>
        </p:nvGrpSpPr>
        <p:grpSpPr>
          <a:xfrm>
            <a:off x="0" y="0"/>
            <a:ext cx="9140760" cy="6850080"/>
            <a:chOff x="0" y="0"/>
            <a:chExt cx="9140760" cy="6850080"/>
          </a:xfrm>
        </p:grpSpPr>
        <p:grpSp>
          <p:nvGrpSpPr>
            <p:cNvPr id="15" name=""/>
            <p:cNvGrpSpPr/>
            <p:nvPr/>
          </p:nvGrpSpPr>
          <p:grpSpPr>
            <a:xfrm>
              <a:off x="2743200" y="3540240"/>
              <a:ext cx="6392880" cy="3309840"/>
              <a:chOff x="2743200" y="3540240"/>
              <a:chExt cx="6392880" cy="3309840"/>
            </a:xfrm>
          </p:grpSpPr>
          <p:sp>
            <p:nvSpPr>
              <p:cNvPr id="16" name=""/>
              <p:cNvSpPr/>
              <p:nvPr/>
            </p:nvSpPr>
            <p:spPr>
              <a:xfrm>
                <a:off x="2743200" y="4197240"/>
                <a:ext cx="4575240" cy="2652840"/>
              </a:xfrm>
              <a:custGeom>
                <a:avLst/>
                <a:gdLst/>
                <a:ahLst/>
                <a:rect l="l" t="t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6620040" y="4240080"/>
                <a:ext cx="1998360" cy="1287720"/>
              </a:xfrm>
              <a:custGeom>
                <a:avLst/>
                <a:gdLst/>
                <a:ahLst/>
                <a:rect l="l" t="t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e8a"/>
                  </a:gs>
                  <a:gs pos="100000">
                    <a:srgbClr val="003399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4603680" y="5311800"/>
                <a:ext cx="4522680" cy="1538280"/>
              </a:xfrm>
              <a:custGeom>
                <a:avLst/>
                <a:gdLst/>
                <a:ahLst/>
                <a:rect l="l" t="t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297c"/>
                  </a:gs>
                  <a:gs pos="100000">
                    <a:srgbClr val="003399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4362480" y="3540240"/>
                <a:ext cx="4773600" cy="3309840"/>
              </a:xfrm>
              <a:custGeom>
                <a:avLst/>
                <a:gdLst/>
                <a:ahLst/>
                <a:rect l="l" t="t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rgbClr val="0033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7145280" y="3678120"/>
                <a:ext cx="1981080" cy="855720"/>
              </a:xfrm>
              <a:custGeom>
                <a:avLst/>
                <a:gdLst/>
                <a:ahLst/>
                <a:rect l="l" t="t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399"/>
                  </a:gs>
                  <a:gs pos="100000">
                    <a:srgbClr val="002c85"/>
                  </a:gs>
                </a:gsLst>
                <a:lin ang="135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"/>
            <p:cNvSpPr/>
            <p:nvPr/>
          </p:nvSpPr>
          <p:spPr>
            <a:xfrm>
              <a:off x="5273640" y="2128680"/>
              <a:ext cx="2897280" cy="2440080"/>
            </a:xfrm>
            <a:custGeom>
              <a:avLst/>
              <a:gdLst/>
              <a:ahLst/>
              <a:rect l="l" t="t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399"/>
                </a:gs>
                <a:gs pos="100000">
                  <a:srgbClr val="002b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0" y="0"/>
              <a:ext cx="9140760" cy="2819520"/>
            </a:xfrm>
            <a:custGeom>
              <a:avLst/>
              <a:gdLst/>
              <a:ahLst/>
              <a:rect l="l" t="t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514"/>
                </a:gs>
                <a:gs pos="100000">
                  <a:srgbClr val="003399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85800" y="1736640"/>
            <a:ext cx="7772400" cy="192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60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Clique para editar o formato do texto do título</a:t>
            </a:r>
            <a:endParaRPr b="1" lang="pt-BR" sz="60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4"/>
          </p:nvPr>
        </p:nvSpPr>
        <p:spPr>
          <a:xfrm>
            <a:off x="456840" y="624816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5"/>
          </p:nvPr>
        </p:nvSpPr>
        <p:spPr>
          <a:xfrm>
            <a:off x="3124080" y="625104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6"/>
          </p:nvPr>
        </p:nvSpPr>
        <p:spPr>
          <a:xfrm>
            <a:off x="6552720" y="625428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8D519D-4B56-417D-B722-6233EB7670D8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2" marL="914400" algn="ctr">
              <a:spcBef>
                <a:spcPts val="601"/>
              </a:spcBef>
              <a:buClr>
                <a:srgbClr val="e5e5ff"/>
              </a:buClr>
              <a:buSzPct val="7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3" marL="1371600" algn="ctr">
              <a:spcBef>
                <a:spcPts val="499"/>
              </a:spcBef>
              <a:buClr>
                <a:srgbClr val="a886e0"/>
              </a:buClr>
              <a:buSzPct val="7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4" marL="1828800" algn="ctr">
              <a:spcBef>
                <a:spcPts val="499"/>
              </a:spcBef>
              <a:buClr>
                <a:srgbClr val="ffcc00"/>
              </a:buClr>
              <a:buSzPct val="7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7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1476360" y="2133360"/>
            <a:ext cx="6400800" cy="172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Garamond"/>
              </a:rPr>
              <a:t>254 - MAIS PERTO DE JESUS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79280" y="692280"/>
            <a:ext cx="8785440" cy="518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profundo no amor de Cristo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Eu desejo estar!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humilde no meu ser, eu quero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Sempre aqui andar.</a:t>
            </a:r>
            <a:endParaRPr b="1" lang="pt-BR" sz="48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68000" y="1267920"/>
            <a:ext cx="8218440" cy="424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perto de Jesus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Eu quero aqui viver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santo, meu Jesus,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Eu desejo sempre ser.</a:t>
            </a:r>
            <a:endParaRPr b="1" lang="pt-BR" sz="48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94920" y="274680"/>
            <a:ext cx="84978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profunda a Tua vontade,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Quero conhecer;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Té que minha vida, por inteiro,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Mostre o Teu ser.</a:t>
            </a:r>
            <a:endParaRPr b="1" lang="pt-BR" sz="48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57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perto de Jesus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Eu quero aqui viver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santo, meu Jesus,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Eu desejo sempre ser.</a:t>
            </a:r>
            <a:endParaRPr b="1" lang="pt-BR" sz="48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50560" y="836280"/>
            <a:ext cx="8569080" cy="4321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profundo, com dor, não importa,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Pois eu quero estar,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No teu divinal amor firmado,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Para fruto dar.</a:t>
            </a:r>
            <a:endParaRPr b="1" lang="pt-BR" sz="48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perto de Jesus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Eu quero aqui viver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santo, meu Jesus,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Eu desejo sempre ser.</a:t>
            </a:r>
            <a:br>
              <a:rPr sz="4800"/>
            </a:br>
            <a:endParaRPr b="1" lang="pt-BR" sz="48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68000" y="274320"/>
            <a:ext cx="8218440" cy="57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profundo, dia após dia,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Quero eu estar,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Té que o alvo, o Mestre, aqui, me faça,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Breve alcançar.</a:t>
            </a:r>
            <a:endParaRPr b="1" lang="pt-BR" sz="48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68000" y="274680"/>
            <a:ext cx="821844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perto de Jesus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Eu quero aqui viver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Mais santo, meu Jesus,</a:t>
            </a:r>
            <a:br>
              <a:rPr sz="4800"/>
            </a:br>
            <a:r>
              <a:rPr b="1" lang="pt-BR" sz="4800" strike="noStrike" u="none">
                <a:solidFill>
                  <a:srgbClr val="e5e5ff"/>
                </a:solidFill>
                <a:effectLst/>
                <a:uFillTx/>
                <a:latin typeface="Garamond"/>
              </a:rPr>
              <a:t>Eu desejo sempre ser.</a:t>
            </a:r>
            <a:endParaRPr b="1" lang="pt-BR" sz="4800" strike="noStrike" u="none">
              <a:solidFill>
                <a:srgbClr val="e5e5ff"/>
              </a:solidFill>
              <a:effectLst/>
              <a:uFillTx/>
              <a:latin typeface="Garamon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2004-07-18T15:06:06Z</dcterms:created>
  <dc:creator>Jose Antonio de Bem</dc:creator>
  <dc:description/>
  <dc:language>pt-BR</dc:language>
  <cp:lastModifiedBy>Junior</cp:lastModifiedBy>
  <dcterms:modified xsi:type="dcterms:W3CDTF">2005-06-27T22:22:28Z</dcterms:modified>
  <cp:revision>4</cp:revision>
  <dc:subject/>
  <dc:title>Harpa Cristã  254</dc:title>
</cp:coreProperties>
</file>