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gradFill rotWithShape="0">
          <a:gsLst>
            <a:gs pos="0">
              <a:srgbClr val="404060"/>
            </a:gs>
            <a:gs pos="100000">
              <a:srgbClr val="6666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0"/>
            <a:ext cx="9142560" cy="6856560"/>
            <a:chOff x="0" y="0"/>
            <a:chExt cx="9142560" cy="6856560"/>
          </a:xfrm>
        </p:grpSpPr>
        <p:sp>
          <p:nvSpPr>
            <p:cNvPr id="1" name=""/>
            <p:cNvSpPr/>
            <p:nvPr/>
          </p:nvSpPr>
          <p:spPr>
            <a:xfrm>
              <a:off x="0" y="0"/>
              <a:ext cx="9140760" cy="1655640"/>
            </a:xfrm>
            <a:custGeom>
              <a:avLst/>
              <a:gdLst/>
              <a:ahLst/>
              <a:rect l="l" t="t" r="r" b="b"/>
              <a:pathLst>
                <a:path w="5740" h="1043">
                  <a:moveTo>
                    <a:pt x="5740" y="1043"/>
                  </a:moveTo>
                  <a:lnTo>
                    <a:pt x="0" y="1043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1043"/>
                  </a:lnTo>
                  <a:lnTo>
                    <a:pt x="5740" y="1043"/>
                  </a:lnTo>
                  <a:close/>
                </a:path>
              </a:pathLst>
            </a:custGeom>
            <a:gradFill rotWithShape="0">
              <a:gsLst>
                <a:gs pos="0">
                  <a:srgbClr val="666699"/>
                </a:gs>
                <a:gs pos="100000">
                  <a:srgbClr val="46466a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" name=""/>
            <p:cNvGrpSpPr/>
            <p:nvPr/>
          </p:nvGrpSpPr>
          <p:grpSpPr>
            <a:xfrm>
              <a:off x="0" y="0"/>
              <a:ext cx="9142560" cy="6856560"/>
              <a:chOff x="0" y="0"/>
              <a:chExt cx="9142560" cy="6856560"/>
            </a:xfrm>
          </p:grpSpPr>
          <p:sp>
            <p:nvSpPr>
              <p:cNvPr id="3" name=""/>
              <p:cNvSpPr/>
              <p:nvPr/>
            </p:nvSpPr>
            <p:spPr>
              <a:xfrm>
                <a:off x="1440" y="1650960"/>
                <a:ext cx="9141120" cy="2844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77c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" name=""/>
              <p:cNvSpPr/>
              <p:nvPr/>
            </p:nvSpPr>
            <p:spPr>
              <a:xfrm>
                <a:off x="0" y="6330960"/>
                <a:ext cx="9140760" cy="66600"/>
              </a:xfrm>
              <a:custGeom>
                <a:avLst/>
                <a:gdLst/>
                <a:ahLst/>
                <a:rect l="l" t="t" r="r" b="b"/>
                <a:pathLst>
                  <a:path w="5740" h="42">
                    <a:moveTo>
                      <a:pt x="0" y="42"/>
                    </a:moveTo>
                    <a:lnTo>
                      <a:pt x="5740" y="42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42"/>
                    </a:lnTo>
                    <a:lnTo>
                      <a:pt x="0" y="4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4648f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9800" bIns="19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" name=""/>
              <p:cNvSpPr/>
              <p:nvPr/>
            </p:nvSpPr>
            <p:spPr>
              <a:xfrm>
                <a:off x="0" y="5818320"/>
                <a:ext cx="9140760" cy="47520"/>
              </a:xfrm>
              <a:custGeom>
                <a:avLst/>
                <a:gdLst/>
                <a:ahLst/>
                <a:rect l="l" t="t" r="r" b="b"/>
                <a:pathLst>
                  <a:path w="5740" h="30">
                    <a:moveTo>
                      <a:pt x="0" y="30"/>
                    </a:moveTo>
                    <a:lnTo>
                      <a:pt x="5740" y="30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4648f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720" bIns="72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0" y="5340240"/>
                <a:ext cx="9140760" cy="47880"/>
              </a:xfrm>
              <a:custGeom>
                <a:avLst/>
                <a:gdLst/>
                <a:ahLst/>
                <a:rect l="l" t="t" r="r" b="b"/>
                <a:pathLst>
                  <a:path w="5740" h="30">
                    <a:moveTo>
                      <a:pt x="0" y="30"/>
                    </a:moveTo>
                    <a:lnTo>
                      <a:pt x="5740" y="30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0608a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080" bIns="108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0" y="4929120"/>
                <a:ext cx="9140760" cy="49320"/>
              </a:xfrm>
              <a:custGeom>
                <a:avLst/>
                <a:gdLst/>
                <a:ahLst/>
                <a:rect l="l" t="t" r="r" b="b"/>
                <a:pathLst>
                  <a:path w="5740" h="30">
                    <a:moveTo>
                      <a:pt x="0" y="30"/>
                    </a:moveTo>
                    <a:lnTo>
                      <a:pt x="5740" y="30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0608a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520" bIns="252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0" y="4538520"/>
                <a:ext cx="9140760" cy="57240"/>
              </a:xfrm>
              <a:custGeom>
                <a:avLst/>
                <a:gdLst/>
                <a:ahLst/>
                <a:rect l="l" t="t" r="r" b="b"/>
                <a:pathLst>
                  <a:path w="5740" h="36">
                    <a:moveTo>
                      <a:pt x="5740" y="0"/>
                    </a:moveTo>
                    <a:lnTo>
                      <a:pt x="0" y="0"/>
                    </a:lnTo>
                    <a:lnTo>
                      <a:pt x="0" y="36"/>
                    </a:lnTo>
                    <a:lnTo>
                      <a:pt x="5740" y="36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d5d85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0440" bIns="104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0" y="4197240"/>
                <a:ext cx="9140760" cy="47880"/>
              </a:xfrm>
              <a:custGeom>
                <a:avLst/>
                <a:gdLst/>
                <a:ahLst/>
                <a:rect l="l" t="t" r="r" b="b"/>
                <a:pathLst>
                  <a:path w="5740" h="30">
                    <a:moveTo>
                      <a:pt x="5740" y="0"/>
                    </a:moveTo>
                    <a:lnTo>
                      <a:pt x="0" y="0"/>
                    </a:lnTo>
                    <a:lnTo>
                      <a:pt x="0" y="30"/>
                    </a:lnTo>
                    <a:lnTo>
                      <a:pt x="5740" y="30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d5d85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080" bIns="108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0" y="3862440"/>
                <a:ext cx="9140760" cy="57240"/>
              </a:xfrm>
              <a:custGeom>
                <a:avLst/>
                <a:gdLst/>
                <a:ahLst/>
                <a:rect l="l" t="t" r="r" b="b"/>
                <a:pathLst>
                  <a:path w="5740" h="36">
                    <a:moveTo>
                      <a:pt x="5740" y="0"/>
                    </a:moveTo>
                    <a:lnTo>
                      <a:pt x="0" y="0"/>
                    </a:lnTo>
                    <a:lnTo>
                      <a:pt x="0" y="36"/>
                    </a:lnTo>
                    <a:lnTo>
                      <a:pt x="5740" y="36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a5a81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0440" bIns="104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0" y="3586320"/>
                <a:ext cx="9140760" cy="3780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a5a81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9000" bIns="-90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0" y="3317760"/>
                <a:ext cx="9140760" cy="3816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77c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0" y="3060720"/>
                <a:ext cx="9140760" cy="3816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"/>
              <p:cNvSpPr/>
              <p:nvPr/>
            </p:nvSpPr>
            <p:spPr>
              <a:xfrm>
                <a:off x="0" y="2611440"/>
                <a:ext cx="9140760" cy="19080"/>
              </a:xfrm>
              <a:custGeom>
                <a:avLst/>
                <a:gdLst/>
                <a:ahLst/>
                <a:rect l="l" t="t" r="r" b="b"/>
                <a:pathLst>
                  <a:path w="5740" h="12">
                    <a:moveTo>
                      <a:pt x="5740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5740" y="12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720" bIns="-2772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" name=""/>
              <p:cNvSpPr/>
              <p:nvPr/>
            </p:nvSpPr>
            <p:spPr>
              <a:xfrm>
                <a:off x="0" y="2822400"/>
                <a:ext cx="9140760" cy="3816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" name=""/>
              <p:cNvSpPr/>
              <p:nvPr/>
            </p:nvSpPr>
            <p:spPr>
              <a:xfrm>
                <a:off x="0" y="2413080"/>
                <a:ext cx="9140760" cy="19080"/>
              </a:xfrm>
              <a:custGeom>
                <a:avLst/>
                <a:gdLst/>
                <a:ahLst/>
                <a:rect l="l" t="t" r="r" b="b"/>
                <a:pathLst>
                  <a:path w="5740" h="12">
                    <a:moveTo>
                      <a:pt x="5740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5740" y="12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720" bIns="-2772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" name=""/>
              <p:cNvSpPr/>
              <p:nvPr/>
            </p:nvSpPr>
            <p:spPr>
              <a:xfrm>
                <a:off x="0" y="2212920"/>
                <a:ext cx="9140760" cy="2880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" name=""/>
              <p:cNvSpPr/>
              <p:nvPr/>
            </p:nvSpPr>
            <p:spPr>
              <a:xfrm>
                <a:off x="0" y="2031840"/>
                <a:ext cx="9140760" cy="2880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" name=""/>
              <p:cNvSpPr/>
              <p:nvPr/>
            </p:nvSpPr>
            <p:spPr>
              <a:xfrm>
                <a:off x="0" y="1868400"/>
                <a:ext cx="9140760" cy="2880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"/>
              <p:cNvSpPr/>
              <p:nvPr/>
            </p:nvSpPr>
            <p:spPr>
              <a:xfrm>
                <a:off x="0" y="38160"/>
                <a:ext cx="9140760" cy="47520"/>
              </a:xfrm>
              <a:custGeom>
                <a:avLst/>
                <a:gdLst/>
                <a:ahLst/>
                <a:rect l="l" t="t" r="r" b="b"/>
                <a:pathLst>
                  <a:path w="5740" h="30">
                    <a:moveTo>
                      <a:pt x="5740" y="0"/>
                    </a:moveTo>
                    <a:lnTo>
                      <a:pt x="0" y="0"/>
                    </a:lnTo>
                    <a:lnTo>
                      <a:pt x="0" y="30"/>
                    </a:lnTo>
                    <a:lnTo>
                      <a:pt x="5740" y="30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4648f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720" bIns="72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" name=""/>
              <p:cNvSpPr/>
              <p:nvPr/>
            </p:nvSpPr>
            <p:spPr>
              <a:xfrm>
                <a:off x="0" y="295200"/>
                <a:ext cx="9140760" cy="3816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4648f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" name=""/>
              <p:cNvSpPr/>
              <p:nvPr/>
            </p:nvSpPr>
            <p:spPr>
              <a:xfrm>
                <a:off x="0" y="754200"/>
                <a:ext cx="9140760" cy="3780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d5d85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9000" bIns="-90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" name=""/>
              <p:cNvSpPr/>
              <p:nvPr/>
            </p:nvSpPr>
            <p:spPr>
              <a:xfrm>
                <a:off x="0" y="534960"/>
                <a:ext cx="9140760" cy="3816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0608a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"/>
              <p:cNvSpPr/>
              <p:nvPr/>
            </p:nvSpPr>
            <p:spPr>
              <a:xfrm>
                <a:off x="0" y="952560"/>
                <a:ext cx="9140760" cy="3816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" name=""/>
              <p:cNvSpPr/>
              <p:nvPr/>
            </p:nvSpPr>
            <p:spPr>
              <a:xfrm>
                <a:off x="0" y="1154160"/>
                <a:ext cx="9140760" cy="2844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77c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" name=""/>
              <p:cNvSpPr/>
              <p:nvPr/>
            </p:nvSpPr>
            <p:spPr>
              <a:xfrm>
                <a:off x="0" y="1335240"/>
                <a:ext cx="9140760" cy="2844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77c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" name=""/>
              <p:cNvSpPr/>
              <p:nvPr/>
            </p:nvSpPr>
            <p:spPr>
              <a:xfrm>
                <a:off x="0" y="1496880"/>
                <a:ext cx="9140760" cy="2880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77c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28" name=""/>
              <p:cNvGrpSpPr/>
              <p:nvPr/>
            </p:nvGrpSpPr>
            <p:grpSpPr>
              <a:xfrm>
                <a:off x="0" y="0"/>
                <a:ext cx="9140760" cy="1658880"/>
                <a:chOff x="0" y="0"/>
                <a:chExt cx="9140760" cy="1658880"/>
              </a:xfrm>
            </p:grpSpPr>
            <p:sp>
              <p:nvSpPr>
                <p:cNvPr id="29" name=""/>
                <p:cNvSpPr/>
                <p:nvPr/>
              </p:nvSpPr>
              <p:spPr>
                <a:xfrm>
                  <a:off x="4522680" y="0"/>
                  <a:ext cx="66960" cy="1658880"/>
                </a:xfrm>
                <a:custGeom>
                  <a:avLst/>
                  <a:gdLst/>
                  <a:ahLst/>
                  <a:rect l="l" t="t" r="r" b="b"/>
                  <a:pathLst>
                    <a:path w="42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0" name=""/>
                <p:cNvSpPr/>
                <p:nvPr/>
              </p:nvSpPr>
              <p:spPr>
                <a:xfrm>
                  <a:off x="3809880" y="0"/>
                  <a:ext cx="246240" cy="1658880"/>
                </a:xfrm>
                <a:custGeom>
                  <a:avLst/>
                  <a:gdLst/>
                  <a:ahLst/>
                  <a:rect l="l" t="t" r="r" b="b"/>
                  <a:pathLst>
                    <a:path w="155" h="1043">
                      <a:moveTo>
                        <a:pt x="131" y="1043"/>
                      </a:moveTo>
                      <a:lnTo>
                        <a:pt x="155" y="1043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113" y="1043"/>
                      </a:lnTo>
                      <a:lnTo>
                        <a:pt x="131" y="1043"/>
                      </a:lnTo>
                      <a:lnTo>
                        <a:pt x="131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1" name=""/>
                <p:cNvSpPr/>
                <p:nvPr/>
              </p:nvSpPr>
              <p:spPr>
                <a:xfrm>
                  <a:off x="3122640" y="0"/>
                  <a:ext cx="380880" cy="1658880"/>
                </a:xfrm>
                <a:custGeom>
                  <a:avLst/>
                  <a:gdLst/>
                  <a:ahLst/>
                  <a:rect l="l" t="t" r="r" b="b"/>
                  <a:pathLst>
                    <a:path w="239" h="1043">
                      <a:moveTo>
                        <a:pt x="221" y="1043"/>
                      </a:moveTo>
                      <a:lnTo>
                        <a:pt x="239" y="1043"/>
                      </a:lnTo>
                      <a:lnTo>
                        <a:pt x="36" y="0"/>
                      </a:lnTo>
                      <a:lnTo>
                        <a:pt x="0" y="0"/>
                      </a:lnTo>
                      <a:lnTo>
                        <a:pt x="203" y="1043"/>
                      </a:lnTo>
                      <a:lnTo>
                        <a:pt x="221" y="1043"/>
                      </a:lnTo>
                      <a:lnTo>
                        <a:pt x="221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2" name=""/>
                <p:cNvSpPr/>
                <p:nvPr/>
              </p:nvSpPr>
              <p:spPr>
                <a:xfrm>
                  <a:off x="2467080" y="0"/>
                  <a:ext cx="560160" cy="1658880"/>
                </a:xfrm>
                <a:custGeom>
                  <a:avLst/>
                  <a:gdLst/>
                  <a:ahLst/>
                  <a:rect l="l" t="t" r="r" b="b"/>
                  <a:pathLst>
                    <a:path w="352" h="1043">
                      <a:moveTo>
                        <a:pt x="334" y="1043"/>
                      </a:moveTo>
                      <a:lnTo>
                        <a:pt x="352" y="1043"/>
                      </a:ln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311" y="1043"/>
                      </a:lnTo>
                      <a:lnTo>
                        <a:pt x="334" y="1043"/>
                      </a:lnTo>
                      <a:lnTo>
                        <a:pt x="334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3" name=""/>
                <p:cNvSpPr/>
                <p:nvPr/>
              </p:nvSpPr>
              <p:spPr>
                <a:xfrm>
                  <a:off x="1800360" y="0"/>
                  <a:ext cx="714240" cy="1658880"/>
                </a:xfrm>
                <a:custGeom>
                  <a:avLst/>
                  <a:gdLst/>
                  <a:ahLst/>
                  <a:rect l="l" t="t" r="r" b="b"/>
                  <a:pathLst>
                    <a:path w="449" h="1043">
                      <a:moveTo>
                        <a:pt x="425" y="1043"/>
                      </a:moveTo>
                      <a:lnTo>
                        <a:pt x="449" y="1043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407" y="1043"/>
                      </a:lnTo>
                      <a:lnTo>
                        <a:pt x="425" y="1043"/>
                      </a:lnTo>
                      <a:lnTo>
                        <a:pt x="425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" name=""/>
                <p:cNvSpPr/>
                <p:nvPr/>
              </p:nvSpPr>
              <p:spPr>
                <a:xfrm>
                  <a:off x="1133640" y="0"/>
                  <a:ext cx="857160" cy="1658880"/>
                </a:xfrm>
                <a:custGeom>
                  <a:avLst/>
                  <a:gdLst/>
                  <a:ahLst/>
                  <a:rect l="l" t="t" r="r" b="b"/>
                  <a:pathLst>
                    <a:path w="538" h="1043">
                      <a:moveTo>
                        <a:pt x="520" y="1043"/>
                      </a:moveTo>
                      <a:lnTo>
                        <a:pt x="538" y="1043"/>
                      </a:ln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496" y="1043"/>
                      </a:lnTo>
                      <a:lnTo>
                        <a:pt x="520" y="1043"/>
                      </a:lnTo>
                      <a:lnTo>
                        <a:pt x="520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" name=""/>
                <p:cNvSpPr/>
                <p:nvPr/>
              </p:nvSpPr>
              <p:spPr>
                <a:xfrm>
                  <a:off x="485640" y="0"/>
                  <a:ext cx="1019160" cy="1658880"/>
                </a:xfrm>
                <a:custGeom>
                  <a:avLst/>
                  <a:gdLst/>
                  <a:ahLst/>
                  <a:rect l="l" t="t" r="r" b="b"/>
                  <a:pathLst>
                    <a:path w="640" h="1043">
                      <a:moveTo>
                        <a:pt x="622" y="1043"/>
                      </a:moveTo>
                      <a:lnTo>
                        <a:pt x="640" y="1043"/>
                      </a:lnTo>
                      <a:lnTo>
                        <a:pt x="48" y="0"/>
                      </a:lnTo>
                      <a:lnTo>
                        <a:pt x="0" y="0"/>
                      </a:lnTo>
                      <a:lnTo>
                        <a:pt x="598" y="1043"/>
                      </a:lnTo>
                      <a:lnTo>
                        <a:pt x="622" y="1043"/>
                      </a:lnTo>
                      <a:lnTo>
                        <a:pt x="622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" name=""/>
                <p:cNvSpPr/>
                <p:nvPr/>
              </p:nvSpPr>
              <p:spPr>
                <a:xfrm>
                  <a:off x="0" y="171360"/>
                  <a:ext cx="1000080" cy="1487520"/>
                </a:xfrm>
                <a:custGeom>
                  <a:avLst/>
                  <a:gdLst/>
                  <a:ahLst/>
                  <a:rect l="l" t="t" r="r" b="b"/>
                  <a:pathLst>
                    <a:path w="628" h="935">
                      <a:moveTo>
                        <a:pt x="604" y="935"/>
                      </a:moveTo>
                      <a:lnTo>
                        <a:pt x="628" y="935"/>
                      </a:lnTo>
                      <a:lnTo>
                        <a:pt x="0" y="0"/>
                      </a:lnTo>
                      <a:lnTo>
                        <a:pt x="0" y="66"/>
                      </a:lnTo>
                      <a:lnTo>
                        <a:pt x="580" y="935"/>
                      </a:lnTo>
                      <a:lnTo>
                        <a:pt x="604" y="935"/>
                      </a:lnTo>
                      <a:lnTo>
                        <a:pt x="604" y="93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" name=""/>
                <p:cNvSpPr/>
                <p:nvPr/>
              </p:nvSpPr>
              <p:spPr>
                <a:xfrm>
                  <a:off x="5065560" y="0"/>
                  <a:ext cx="246240" cy="1658880"/>
                </a:xfrm>
                <a:custGeom>
                  <a:avLst/>
                  <a:gdLst/>
                  <a:ahLst/>
                  <a:rect l="l" t="t" r="r" b="b"/>
                  <a:pathLst>
                    <a:path w="155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155" y="0"/>
                      </a:lnTo>
                      <a:lnTo>
                        <a:pt x="114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" name=""/>
                <p:cNvSpPr/>
                <p:nvPr/>
              </p:nvSpPr>
              <p:spPr>
                <a:xfrm>
                  <a:off x="5608800" y="0"/>
                  <a:ext cx="380880" cy="1658880"/>
                </a:xfrm>
                <a:custGeom>
                  <a:avLst/>
                  <a:gdLst/>
                  <a:ahLst/>
                  <a:rect l="l" t="t" r="r" b="b"/>
                  <a:pathLst>
                    <a:path w="239" h="1043">
                      <a:moveTo>
                        <a:pt x="18" y="1043"/>
                      </a:moveTo>
                      <a:lnTo>
                        <a:pt x="36" y="1043"/>
                      </a:lnTo>
                      <a:lnTo>
                        <a:pt x="239" y="0"/>
                      </a:lnTo>
                      <a:lnTo>
                        <a:pt x="203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" name=""/>
                <p:cNvSpPr/>
                <p:nvPr/>
              </p:nvSpPr>
              <p:spPr>
                <a:xfrm>
                  <a:off x="6066000" y="0"/>
                  <a:ext cx="569880" cy="1658880"/>
                </a:xfrm>
                <a:custGeom>
                  <a:avLst/>
                  <a:gdLst/>
                  <a:ahLst/>
                  <a:rect l="l" t="t" r="r" b="b"/>
                  <a:pathLst>
                    <a:path w="358" h="1043">
                      <a:moveTo>
                        <a:pt x="24" y="1043"/>
                      </a:moveTo>
                      <a:lnTo>
                        <a:pt x="42" y="1043"/>
                      </a:lnTo>
                      <a:lnTo>
                        <a:pt x="358" y="0"/>
                      </a:lnTo>
                      <a:lnTo>
                        <a:pt x="317" y="0"/>
                      </a:lnTo>
                      <a:lnTo>
                        <a:pt x="0" y="1043"/>
                      </a:lnTo>
                      <a:lnTo>
                        <a:pt x="24" y="1043"/>
                      </a:lnTo>
                      <a:lnTo>
                        <a:pt x="24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" name=""/>
                <p:cNvSpPr/>
                <p:nvPr/>
              </p:nvSpPr>
              <p:spPr>
                <a:xfrm>
                  <a:off x="6570720" y="0"/>
                  <a:ext cx="712800" cy="1658880"/>
                </a:xfrm>
                <a:custGeom>
                  <a:avLst/>
                  <a:gdLst/>
                  <a:ahLst/>
                  <a:rect l="l" t="t" r="r" b="b"/>
                  <a:pathLst>
                    <a:path w="448" h="1043">
                      <a:moveTo>
                        <a:pt x="18" y="1043"/>
                      </a:moveTo>
                      <a:lnTo>
                        <a:pt x="41" y="1043"/>
                      </a:lnTo>
                      <a:lnTo>
                        <a:pt x="448" y="0"/>
                      </a:lnTo>
                      <a:lnTo>
                        <a:pt x="406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1" name=""/>
                <p:cNvSpPr/>
                <p:nvPr/>
              </p:nvSpPr>
              <p:spPr>
                <a:xfrm>
                  <a:off x="7112160" y="0"/>
                  <a:ext cx="858600" cy="1658880"/>
                </a:xfrm>
                <a:custGeom>
                  <a:avLst/>
                  <a:gdLst/>
                  <a:ahLst/>
                  <a:rect l="l" t="t" r="r" b="b"/>
                  <a:pathLst>
                    <a:path w="539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539" y="0"/>
                      </a:lnTo>
                      <a:lnTo>
                        <a:pt x="497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" name=""/>
                <p:cNvSpPr/>
                <p:nvPr/>
              </p:nvSpPr>
              <p:spPr>
                <a:xfrm>
                  <a:off x="7569360" y="0"/>
                  <a:ext cx="1019160" cy="1658880"/>
                </a:xfrm>
                <a:custGeom>
                  <a:avLst/>
                  <a:gdLst/>
                  <a:ahLst/>
                  <a:rect l="l" t="t" r="r" b="b"/>
                  <a:pathLst>
                    <a:path w="640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640" y="0"/>
                      </a:lnTo>
                      <a:lnTo>
                        <a:pt x="592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" name=""/>
                <p:cNvSpPr/>
                <p:nvPr/>
              </p:nvSpPr>
              <p:spPr>
                <a:xfrm>
                  <a:off x="8074080" y="76320"/>
                  <a:ext cx="1066680" cy="1582560"/>
                </a:xfrm>
                <a:custGeom>
                  <a:avLst/>
                  <a:gdLst/>
                  <a:ahLst/>
                  <a:rect l="l" t="t" r="r" b="b"/>
                  <a:pathLst>
                    <a:path w="670" h="995">
                      <a:moveTo>
                        <a:pt x="24" y="995"/>
                      </a:moveTo>
                      <a:lnTo>
                        <a:pt x="48" y="995"/>
                      </a:lnTo>
                      <a:lnTo>
                        <a:pt x="670" y="72"/>
                      </a:lnTo>
                      <a:lnTo>
                        <a:pt x="670" y="0"/>
                      </a:lnTo>
                      <a:lnTo>
                        <a:pt x="0" y="995"/>
                      </a:lnTo>
                      <a:lnTo>
                        <a:pt x="24" y="995"/>
                      </a:lnTo>
                      <a:lnTo>
                        <a:pt x="24" y="99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4" name=""/>
              <p:cNvGrpSpPr/>
              <p:nvPr/>
            </p:nvGrpSpPr>
            <p:grpSpPr>
              <a:xfrm>
                <a:off x="0" y="885960"/>
                <a:ext cx="9140760" cy="772920"/>
                <a:chOff x="0" y="885960"/>
                <a:chExt cx="9140760" cy="772920"/>
              </a:xfrm>
            </p:grpSpPr>
            <p:sp>
              <p:nvSpPr>
                <p:cNvPr id="45" name=""/>
                <p:cNvSpPr/>
                <p:nvPr/>
              </p:nvSpPr>
              <p:spPr>
                <a:xfrm>
                  <a:off x="0" y="981000"/>
                  <a:ext cx="485640" cy="677880"/>
                </a:xfrm>
                <a:custGeom>
                  <a:avLst/>
                  <a:gdLst/>
                  <a:ahLst/>
                  <a:rect l="l" t="t" r="r" b="b"/>
                  <a:pathLst>
                    <a:path w="305" h="426">
                      <a:moveTo>
                        <a:pt x="281" y="426"/>
                      </a:moveTo>
                      <a:lnTo>
                        <a:pt x="305" y="426"/>
                      </a:lnTo>
                      <a:lnTo>
                        <a:pt x="0" y="0"/>
                      </a:lnTo>
                      <a:lnTo>
                        <a:pt x="0" y="66"/>
                      </a:lnTo>
                      <a:lnTo>
                        <a:pt x="251" y="426"/>
                      </a:lnTo>
                      <a:lnTo>
                        <a:pt x="281" y="426"/>
                      </a:lnTo>
                      <a:lnTo>
                        <a:pt x="281" y="426"/>
                      </a:lnTo>
                      <a:close/>
                    </a:path>
                  </a:pathLst>
                </a:custGeom>
                <a:solidFill>
                  <a:srgbClr val="54547a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" name=""/>
                <p:cNvSpPr/>
                <p:nvPr/>
              </p:nvSpPr>
              <p:spPr>
                <a:xfrm>
                  <a:off x="8588520" y="885960"/>
                  <a:ext cx="552240" cy="772920"/>
                </a:xfrm>
                <a:custGeom>
                  <a:avLst/>
                  <a:gdLst/>
                  <a:ahLst/>
                  <a:rect l="l" t="t" r="r" b="b"/>
                  <a:pathLst>
                    <a:path w="347" h="486">
                      <a:moveTo>
                        <a:pt x="24" y="486"/>
                      </a:moveTo>
                      <a:lnTo>
                        <a:pt x="48" y="486"/>
                      </a:lnTo>
                      <a:lnTo>
                        <a:pt x="347" y="72"/>
                      </a:lnTo>
                      <a:lnTo>
                        <a:pt x="347" y="0"/>
                      </a:lnTo>
                      <a:lnTo>
                        <a:pt x="0" y="486"/>
                      </a:lnTo>
                      <a:lnTo>
                        <a:pt x="24" y="486"/>
                      </a:lnTo>
                      <a:lnTo>
                        <a:pt x="24" y="486"/>
                      </a:lnTo>
                      <a:close/>
                    </a:path>
                  </a:pathLst>
                </a:custGeom>
                <a:solidFill>
                  <a:srgbClr val="54547a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7" name=""/>
              <p:cNvGrpSpPr/>
              <p:nvPr/>
            </p:nvGrpSpPr>
            <p:grpSpPr>
              <a:xfrm>
                <a:off x="419040" y="1649520"/>
                <a:ext cx="8255160" cy="5207040"/>
                <a:chOff x="419040" y="1649520"/>
                <a:chExt cx="8255160" cy="5207040"/>
              </a:xfrm>
            </p:grpSpPr>
            <p:sp>
              <p:nvSpPr>
                <p:cNvPr id="48" name=""/>
                <p:cNvSpPr/>
                <p:nvPr/>
              </p:nvSpPr>
              <p:spPr>
                <a:xfrm>
                  <a:off x="4522680" y="1649520"/>
                  <a:ext cx="66960" cy="5207040"/>
                </a:xfrm>
                <a:custGeom>
                  <a:avLst/>
                  <a:gdLst/>
                  <a:ahLst/>
                  <a:rect l="l" t="t" r="r" b="b"/>
                  <a:pathLst>
                    <a:path w="42" h="3273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3273"/>
                      </a:lnTo>
                      <a:lnTo>
                        <a:pt x="42" y="3273"/>
                      </a:lnTo>
                      <a:lnTo>
                        <a:pt x="42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" name=""/>
                <p:cNvSpPr/>
                <p:nvPr/>
              </p:nvSpPr>
              <p:spPr>
                <a:xfrm>
                  <a:off x="3419640" y="1649520"/>
                  <a:ext cx="636480" cy="5207040"/>
                </a:xfrm>
                <a:custGeom>
                  <a:avLst/>
                  <a:gdLst/>
                  <a:ahLst/>
                  <a:rect l="l" t="t" r="r" b="b"/>
                  <a:pathLst>
                    <a:path w="400" h="3273">
                      <a:moveTo>
                        <a:pt x="376" y="0"/>
                      </a:moveTo>
                      <a:lnTo>
                        <a:pt x="358" y="0"/>
                      </a:lnTo>
                      <a:lnTo>
                        <a:pt x="0" y="3273"/>
                      </a:lnTo>
                      <a:lnTo>
                        <a:pt x="41" y="3273"/>
                      </a:lnTo>
                      <a:lnTo>
                        <a:pt x="400" y="0"/>
                      </a:lnTo>
                      <a:lnTo>
                        <a:pt x="376" y="0"/>
                      </a:lnTo>
                      <a:lnTo>
                        <a:pt x="37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" name=""/>
                <p:cNvSpPr/>
                <p:nvPr/>
              </p:nvSpPr>
              <p:spPr>
                <a:xfrm>
                  <a:off x="2428920" y="1649520"/>
                  <a:ext cx="1074600" cy="5207040"/>
                </a:xfrm>
                <a:custGeom>
                  <a:avLst/>
                  <a:gdLst/>
                  <a:ahLst/>
                  <a:rect l="l" t="t" r="r" b="b"/>
                  <a:pathLst>
                    <a:path w="675" h="3273">
                      <a:moveTo>
                        <a:pt x="657" y="0"/>
                      </a:moveTo>
                      <a:lnTo>
                        <a:pt x="639" y="0"/>
                      </a:lnTo>
                      <a:lnTo>
                        <a:pt x="0" y="3273"/>
                      </a:lnTo>
                      <a:lnTo>
                        <a:pt x="42" y="3273"/>
                      </a:lnTo>
                      <a:lnTo>
                        <a:pt x="675" y="0"/>
                      </a:lnTo>
                      <a:lnTo>
                        <a:pt x="657" y="0"/>
                      </a:lnTo>
                      <a:lnTo>
                        <a:pt x="657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" name=""/>
                <p:cNvSpPr/>
                <p:nvPr/>
              </p:nvSpPr>
              <p:spPr>
                <a:xfrm>
                  <a:off x="1390680" y="1649520"/>
                  <a:ext cx="1636560" cy="5207040"/>
                </a:xfrm>
                <a:custGeom>
                  <a:avLst/>
                  <a:gdLst/>
                  <a:ahLst/>
                  <a:rect l="l" t="t" r="r" b="b"/>
                  <a:pathLst>
                    <a:path w="1031" h="3280">
                      <a:moveTo>
                        <a:pt x="1013" y="0"/>
                      </a:moveTo>
                      <a:lnTo>
                        <a:pt x="990" y="0"/>
                      </a:lnTo>
                      <a:lnTo>
                        <a:pt x="0" y="3280"/>
                      </a:lnTo>
                      <a:lnTo>
                        <a:pt x="42" y="3280"/>
                      </a:lnTo>
                      <a:lnTo>
                        <a:pt x="1031" y="4"/>
                      </a:lnTo>
                      <a:lnTo>
                        <a:pt x="1013" y="0"/>
                      </a:lnTo>
                      <a:lnTo>
                        <a:pt x="101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" name=""/>
                <p:cNvSpPr/>
                <p:nvPr/>
              </p:nvSpPr>
              <p:spPr>
                <a:xfrm>
                  <a:off x="419040" y="1649520"/>
                  <a:ext cx="2094120" cy="5207040"/>
                </a:xfrm>
                <a:custGeom>
                  <a:avLst/>
                  <a:gdLst/>
                  <a:ahLst/>
                  <a:rect l="l" t="t" r="r" b="b"/>
                  <a:pathLst>
                    <a:path w="1319" h="3280">
                      <a:moveTo>
                        <a:pt x="1296" y="0"/>
                      </a:moveTo>
                      <a:lnTo>
                        <a:pt x="1278" y="0"/>
                      </a:lnTo>
                      <a:lnTo>
                        <a:pt x="0" y="3280"/>
                      </a:lnTo>
                      <a:lnTo>
                        <a:pt x="42" y="3280"/>
                      </a:lnTo>
                      <a:lnTo>
                        <a:pt x="1319" y="5"/>
                      </a:lnTo>
                      <a:lnTo>
                        <a:pt x="1296" y="0"/>
                      </a:lnTo>
                      <a:lnTo>
                        <a:pt x="129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3" name=""/>
                <p:cNvSpPr/>
                <p:nvPr/>
              </p:nvSpPr>
              <p:spPr>
                <a:xfrm>
                  <a:off x="5065560" y="1649520"/>
                  <a:ext cx="638280" cy="5207040"/>
                </a:xfrm>
                <a:custGeom>
                  <a:avLst/>
                  <a:gdLst/>
                  <a:ahLst/>
                  <a:rect l="l" t="t" r="r" b="b"/>
                  <a:pathLst>
                    <a:path w="401" h="3273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359" y="3273"/>
                      </a:lnTo>
                      <a:lnTo>
                        <a:pt x="401" y="3273"/>
                      </a:lnTo>
                      <a:lnTo>
                        <a:pt x="42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" name=""/>
                <p:cNvSpPr/>
                <p:nvPr/>
              </p:nvSpPr>
              <p:spPr>
                <a:xfrm>
                  <a:off x="5608800" y="1649520"/>
                  <a:ext cx="1074600" cy="5207040"/>
                </a:xfrm>
                <a:custGeom>
                  <a:avLst/>
                  <a:gdLst/>
                  <a:ahLst/>
                  <a:rect l="l" t="t" r="r" b="b"/>
                  <a:pathLst>
                    <a:path w="675" h="3273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640" y="3273"/>
                      </a:lnTo>
                      <a:lnTo>
                        <a:pt x="675" y="3273"/>
                      </a:lnTo>
                      <a:lnTo>
                        <a:pt x="36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5" name=""/>
                <p:cNvSpPr/>
                <p:nvPr/>
              </p:nvSpPr>
              <p:spPr>
                <a:xfrm>
                  <a:off x="6067440" y="1649520"/>
                  <a:ext cx="1644480" cy="5207040"/>
                </a:xfrm>
                <a:custGeom>
                  <a:avLst/>
                  <a:gdLst/>
                  <a:ahLst/>
                  <a:rect l="l" t="t" r="r" b="b"/>
                  <a:pathLst>
                    <a:path w="1036" h="3280">
                      <a:moveTo>
                        <a:pt x="23" y="0"/>
                      </a:moveTo>
                      <a:lnTo>
                        <a:pt x="0" y="5"/>
                      </a:lnTo>
                      <a:lnTo>
                        <a:pt x="994" y="3280"/>
                      </a:lnTo>
                      <a:lnTo>
                        <a:pt x="1036" y="3280"/>
                      </a:lnTo>
                      <a:lnTo>
                        <a:pt x="41" y="0"/>
                      </a:lnTo>
                      <a:lnTo>
                        <a:pt x="23" y="0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6" name=""/>
                <p:cNvSpPr/>
                <p:nvPr/>
              </p:nvSpPr>
              <p:spPr>
                <a:xfrm>
                  <a:off x="6567480" y="1649520"/>
                  <a:ext cx="2106720" cy="5207040"/>
                </a:xfrm>
                <a:custGeom>
                  <a:avLst/>
                  <a:gdLst/>
                  <a:ahLst/>
                  <a:rect l="l" t="t" r="r" b="b"/>
                  <a:pathLst>
                    <a:path w="1327" h="3280">
                      <a:moveTo>
                        <a:pt x="20" y="0"/>
                      </a:moveTo>
                      <a:lnTo>
                        <a:pt x="0" y="7"/>
                      </a:lnTo>
                      <a:lnTo>
                        <a:pt x="1285" y="3280"/>
                      </a:lnTo>
                      <a:lnTo>
                        <a:pt x="1327" y="3280"/>
                      </a:lnTo>
                      <a:lnTo>
                        <a:pt x="43" y="0"/>
                      </a:lnTo>
                      <a:lnTo>
                        <a:pt x="20" y="0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57" name=""/>
              <p:cNvSpPr/>
              <p:nvPr/>
            </p:nvSpPr>
            <p:spPr>
              <a:xfrm>
                <a:off x="0" y="1649520"/>
                <a:ext cx="1990800" cy="4178160"/>
              </a:xfrm>
              <a:custGeom>
                <a:avLst/>
                <a:gdLst/>
                <a:ahLst/>
                <a:rect l="l" t="t" r="r" b="b"/>
                <a:pathLst>
                  <a:path w="1254" h="2632">
                    <a:moveTo>
                      <a:pt x="1236" y="0"/>
                    </a:moveTo>
                    <a:lnTo>
                      <a:pt x="1212" y="0"/>
                    </a:lnTo>
                    <a:lnTo>
                      <a:pt x="0" y="2542"/>
                    </a:lnTo>
                    <a:lnTo>
                      <a:pt x="0" y="2632"/>
                    </a:lnTo>
                    <a:lnTo>
                      <a:pt x="1254" y="7"/>
                    </a:lnTo>
                    <a:lnTo>
                      <a:pt x="1236" y="0"/>
                    </a:lnTo>
                    <a:lnTo>
                      <a:pt x="123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4a4a6a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"/>
              <p:cNvSpPr/>
              <p:nvPr/>
            </p:nvSpPr>
            <p:spPr>
              <a:xfrm>
                <a:off x="0" y="1649520"/>
                <a:ext cx="1504800" cy="2660400"/>
              </a:xfrm>
              <a:custGeom>
                <a:avLst/>
                <a:gdLst/>
                <a:ahLst/>
                <a:rect l="l" t="t" r="r" b="b"/>
                <a:pathLst>
                  <a:path w="948" h="1676">
                    <a:moveTo>
                      <a:pt x="930" y="0"/>
                    </a:moveTo>
                    <a:lnTo>
                      <a:pt x="906" y="0"/>
                    </a:lnTo>
                    <a:lnTo>
                      <a:pt x="0" y="1593"/>
                    </a:lnTo>
                    <a:lnTo>
                      <a:pt x="0" y="1676"/>
                    </a:lnTo>
                    <a:lnTo>
                      <a:pt x="948" y="5"/>
                    </a:lnTo>
                    <a:lnTo>
                      <a:pt x="930" y="0"/>
                    </a:lnTo>
                    <a:lnTo>
                      <a:pt x="930" y="0"/>
                    </a:lnTo>
                    <a:close/>
                  </a:path>
                </a:pathLst>
              </a:custGeom>
              <a:solidFill>
                <a:srgbClr val="5454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"/>
              <p:cNvSpPr/>
              <p:nvPr/>
            </p:nvSpPr>
            <p:spPr>
              <a:xfrm>
                <a:off x="0" y="1649520"/>
                <a:ext cx="998640" cy="1487520"/>
              </a:xfrm>
              <a:custGeom>
                <a:avLst/>
                <a:gdLst/>
                <a:ahLst/>
                <a:rect l="l" t="t" r="r" b="b"/>
                <a:pathLst>
                  <a:path w="629" h="937">
                    <a:moveTo>
                      <a:pt x="606" y="0"/>
                    </a:moveTo>
                    <a:lnTo>
                      <a:pt x="582" y="0"/>
                    </a:lnTo>
                    <a:lnTo>
                      <a:pt x="0" y="871"/>
                    </a:lnTo>
                    <a:lnTo>
                      <a:pt x="0" y="937"/>
                    </a:lnTo>
                    <a:lnTo>
                      <a:pt x="629" y="4"/>
                    </a:lnTo>
                    <a:lnTo>
                      <a:pt x="606" y="0"/>
                    </a:lnTo>
                    <a:lnTo>
                      <a:pt x="606" y="0"/>
                    </a:lnTo>
                    <a:close/>
                  </a:path>
                </a:pathLst>
              </a:custGeom>
              <a:solidFill>
                <a:srgbClr val="5454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" name=""/>
              <p:cNvSpPr/>
              <p:nvPr/>
            </p:nvSpPr>
            <p:spPr>
              <a:xfrm>
                <a:off x="0" y="1649520"/>
                <a:ext cx="484200" cy="677880"/>
              </a:xfrm>
              <a:custGeom>
                <a:avLst/>
                <a:gdLst/>
                <a:ahLst/>
                <a:rect l="l" t="t" r="r" b="b"/>
                <a:pathLst>
                  <a:path w="305" h="427">
                    <a:moveTo>
                      <a:pt x="282" y="0"/>
                    </a:moveTo>
                    <a:lnTo>
                      <a:pt x="252" y="0"/>
                    </a:lnTo>
                    <a:lnTo>
                      <a:pt x="0" y="361"/>
                    </a:lnTo>
                    <a:lnTo>
                      <a:pt x="0" y="427"/>
                    </a:lnTo>
                    <a:lnTo>
                      <a:pt x="305" y="5"/>
                    </a:lnTo>
                    <a:lnTo>
                      <a:pt x="282" y="0"/>
                    </a:lnTo>
                    <a:lnTo>
                      <a:pt x="282" y="0"/>
                    </a:lnTo>
                    <a:close/>
                  </a:path>
                </a:pathLst>
              </a:custGeom>
              <a:solidFill>
                <a:srgbClr val="5454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" name=""/>
              <p:cNvSpPr/>
              <p:nvPr/>
            </p:nvSpPr>
            <p:spPr>
              <a:xfrm>
                <a:off x="7113600" y="1649520"/>
                <a:ext cx="2027160" cy="4263840"/>
              </a:xfrm>
              <a:custGeom>
                <a:avLst/>
                <a:gdLst/>
                <a:ahLst/>
                <a:rect l="l" t="t" r="r" b="b"/>
                <a:pathLst>
                  <a:path w="1277" h="2686">
                    <a:moveTo>
                      <a:pt x="41" y="0"/>
                    </a:moveTo>
                    <a:lnTo>
                      <a:pt x="17" y="0"/>
                    </a:lnTo>
                    <a:lnTo>
                      <a:pt x="0" y="4"/>
                    </a:lnTo>
                    <a:lnTo>
                      <a:pt x="1277" y="2686"/>
                    </a:lnTo>
                    <a:lnTo>
                      <a:pt x="1277" y="2596"/>
                    </a:lnTo>
                    <a:lnTo>
                      <a:pt x="41" y="0"/>
                    </a:lnTo>
                    <a:lnTo>
                      <a:pt x="4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4a4a6a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" name=""/>
              <p:cNvSpPr/>
              <p:nvPr/>
            </p:nvSpPr>
            <p:spPr>
              <a:xfrm>
                <a:off x="7572240" y="1649520"/>
                <a:ext cx="1568520" cy="2746440"/>
              </a:xfrm>
              <a:custGeom>
                <a:avLst/>
                <a:gdLst/>
                <a:ahLst/>
                <a:rect l="l" t="t" r="r" b="b"/>
                <a:pathLst>
                  <a:path w="988" h="1730">
                    <a:moveTo>
                      <a:pt x="16" y="0"/>
                    </a:moveTo>
                    <a:lnTo>
                      <a:pt x="0" y="7"/>
                    </a:lnTo>
                    <a:lnTo>
                      <a:pt x="988" y="1730"/>
                    </a:lnTo>
                    <a:lnTo>
                      <a:pt x="988" y="1653"/>
                    </a:lnTo>
                    <a:lnTo>
                      <a:pt x="40" y="0"/>
                    </a:lnTo>
                    <a:lnTo>
                      <a:pt x="16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5454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" name=""/>
              <p:cNvSpPr/>
              <p:nvPr/>
            </p:nvSpPr>
            <p:spPr>
              <a:xfrm>
                <a:off x="8077320" y="1649520"/>
                <a:ext cx="1063440" cy="1582560"/>
              </a:xfrm>
              <a:custGeom>
                <a:avLst/>
                <a:gdLst/>
                <a:ahLst/>
                <a:rect l="l" t="t" r="r" b="b"/>
                <a:pathLst>
                  <a:path w="670" h="997">
                    <a:moveTo>
                      <a:pt x="22" y="0"/>
                    </a:moveTo>
                    <a:lnTo>
                      <a:pt x="0" y="4"/>
                    </a:lnTo>
                    <a:lnTo>
                      <a:pt x="670" y="997"/>
                    </a:lnTo>
                    <a:lnTo>
                      <a:pt x="670" y="925"/>
                    </a:lnTo>
                    <a:lnTo>
                      <a:pt x="46" y="0"/>
                    </a:lnTo>
                    <a:lnTo>
                      <a:pt x="22" y="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5454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" name=""/>
              <p:cNvSpPr/>
              <p:nvPr/>
            </p:nvSpPr>
            <p:spPr>
              <a:xfrm>
                <a:off x="8591400" y="1649520"/>
                <a:ext cx="549360" cy="772920"/>
              </a:xfrm>
              <a:custGeom>
                <a:avLst/>
                <a:gdLst/>
                <a:ahLst/>
                <a:rect l="l" t="t" r="r" b="b"/>
                <a:pathLst>
                  <a:path w="346" h="487">
                    <a:moveTo>
                      <a:pt x="22" y="0"/>
                    </a:moveTo>
                    <a:lnTo>
                      <a:pt x="0" y="7"/>
                    </a:lnTo>
                    <a:lnTo>
                      <a:pt x="346" y="487"/>
                    </a:lnTo>
                    <a:lnTo>
                      <a:pt x="346" y="415"/>
                    </a:lnTo>
                    <a:lnTo>
                      <a:pt x="46" y="0"/>
                    </a:lnTo>
                    <a:lnTo>
                      <a:pt x="22" y="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5454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5400" y="272520"/>
            <a:ext cx="822636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dt" idx="1"/>
          </p:nvPr>
        </p:nvSpPr>
        <p:spPr>
          <a:xfrm>
            <a:off x="455400" y="6241680"/>
            <a:ext cx="2130120" cy="47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eaeaea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eaeaea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ftr" idx="2"/>
          </p:nvPr>
        </p:nvSpPr>
        <p:spPr>
          <a:xfrm>
            <a:off x="3124080" y="6241680"/>
            <a:ext cx="2895840" cy="47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eaeaea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eaeaea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sldNum" idx="3"/>
          </p:nvPr>
        </p:nvSpPr>
        <p:spPr>
          <a:xfrm>
            <a:off x="6553080" y="6241680"/>
            <a:ext cx="2130480" cy="47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eaeaea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CCFB9A1-E4E0-4843-AB4F-D3769A00072E}" type="slidenum">
              <a:rPr b="0" lang="pt-BR" sz="1000" strike="noStrike" u="none">
                <a:solidFill>
                  <a:srgbClr val="eaeaea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body"/>
          </p:nvPr>
        </p:nvSpPr>
        <p:spPr>
          <a:xfrm>
            <a:off x="455400" y="1598760"/>
            <a:ext cx="8226360" cy="449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ccecff"/>
              </a:buClr>
              <a:buSzPct val="11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eaeaea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ccecff"/>
              </a:buClr>
              <a:buSzPct val="11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eaeaea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ccecff"/>
              </a:buClr>
              <a:buSzPct val="11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eaeaea"/>
              </a:buClr>
              <a:buSzPct val="11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eaeaea"/>
              </a:buClr>
              <a:buSzPct val="11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gradFill rotWithShape="0">
          <a:gsLst>
            <a:gs pos="0">
              <a:srgbClr val="404060"/>
            </a:gs>
            <a:gs pos="100000">
              <a:srgbClr val="6666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"/>
          <p:cNvGrpSpPr/>
          <p:nvPr/>
        </p:nvGrpSpPr>
        <p:grpSpPr>
          <a:xfrm>
            <a:off x="0" y="0"/>
            <a:ext cx="9142560" cy="6856560"/>
            <a:chOff x="0" y="0"/>
            <a:chExt cx="9142560" cy="6856560"/>
          </a:xfrm>
        </p:grpSpPr>
        <p:sp>
          <p:nvSpPr>
            <p:cNvPr id="71" name=""/>
            <p:cNvSpPr/>
            <p:nvPr/>
          </p:nvSpPr>
          <p:spPr>
            <a:xfrm>
              <a:off x="0" y="0"/>
              <a:ext cx="9140760" cy="1655640"/>
            </a:xfrm>
            <a:custGeom>
              <a:avLst/>
              <a:gdLst/>
              <a:ahLst/>
              <a:rect l="l" t="t" r="r" b="b"/>
              <a:pathLst>
                <a:path w="5740" h="1043">
                  <a:moveTo>
                    <a:pt x="5740" y="1043"/>
                  </a:moveTo>
                  <a:lnTo>
                    <a:pt x="0" y="1043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1043"/>
                  </a:lnTo>
                  <a:lnTo>
                    <a:pt x="5740" y="1043"/>
                  </a:lnTo>
                  <a:close/>
                </a:path>
              </a:pathLst>
            </a:custGeom>
            <a:gradFill rotWithShape="0">
              <a:gsLst>
                <a:gs pos="0">
                  <a:srgbClr val="666699"/>
                </a:gs>
                <a:gs pos="100000">
                  <a:srgbClr val="46466a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2" name=""/>
            <p:cNvGrpSpPr/>
            <p:nvPr/>
          </p:nvGrpSpPr>
          <p:grpSpPr>
            <a:xfrm>
              <a:off x="0" y="0"/>
              <a:ext cx="9142560" cy="6856560"/>
              <a:chOff x="0" y="0"/>
              <a:chExt cx="9142560" cy="6856560"/>
            </a:xfrm>
          </p:grpSpPr>
          <p:sp>
            <p:nvSpPr>
              <p:cNvPr id="73" name=""/>
              <p:cNvSpPr/>
              <p:nvPr/>
            </p:nvSpPr>
            <p:spPr>
              <a:xfrm>
                <a:off x="1440" y="1650960"/>
                <a:ext cx="9141120" cy="2844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77c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" name=""/>
              <p:cNvSpPr/>
              <p:nvPr/>
            </p:nvSpPr>
            <p:spPr>
              <a:xfrm>
                <a:off x="0" y="6330960"/>
                <a:ext cx="9140760" cy="66600"/>
              </a:xfrm>
              <a:custGeom>
                <a:avLst/>
                <a:gdLst/>
                <a:ahLst/>
                <a:rect l="l" t="t" r="r" b="b"/>
                <a:pathLst>
                  <a:path w="5740" h="42">
                    <a:moveTo>
                      <a:pt x="0" y="42"/>
                    </a:moveTo>
                    <a:lnTo>
                      <a:pt x="5740" y="42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42"/>
                    </a:lnTo>
                    <a:lnTo>
                      <a:pt x="0" y="4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4648f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9800" bIns="19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"/>
              <p:cNvSpPr/>
              <p:nvPr/>
            </p:nvSpPr>
            <p:spPr>
              <a:xfrm>
                <a:off x="0" y="5818320"/>
                <a:ext cx="9140760" cy="47520"/>
              </a:xfrm>
              <a:custGeom>
                <a:avLst/>
                <a:gdLst/>
                <a:ahLst/>
                <a:rect l="l" t="t" r="r" b="b"/>
                <a:pathLst>
                  <a:path w="5740" h="30">
                    <a:moveTo>
                      <a:pt x="0" y="30"/>
                    </a:moveTo>
                    <a:lnTo>
                      <a:pt x="5740" y="30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4648f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720" bIns="72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"/>
              <p:cNvSpPr/>
              <p:nvPr/>
            </p:nvSpPr>
            <p:spPr>
              <a:xfrm>
                <a:off x="0" y="5340240"/>
                <a:ext cx="9140760" cy="47880"/>
              </a:xfrm>
              <a:custGeom>
                <a:avLst/>
                <a:gdLst/>
                <a:ahLst/>
                <a:rect l="l" t="t" r="r" b="b"/>
                <a:pathLst>
                  <a:path w="5740" h="30">
                    <a:moveTo>
                      <a:pt x="0" y="30"/>
                    </a:moveTo>
                    <a:lnTo>
                      <a:pt x="5740" y="30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0608a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080" bIns="108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"/>
              <p:cNvSpPr/>
              <p:nvPr/>
            </p:nvSpPr>
            <p:spPr>
              <a:xfrm>
                <a:off x="0" y="4929120"/>
                <a:ext cx="9140760" cy="49320"/>
              </a:xfrm>
              <a:custGeom>
                <a:avLst/>
                <a:gdLst/>
                <a:ahLst/>
                <a:rect l="l" t="t" r="r" b="b"/>
                <a:pathLst>
                  <a:path w="5740" h="30">
                    <a:moveTo>
                      <a:pt x="0" y="30"/>
                    </a:moveTo>
                    <a:lnTo>
                      <a:pt x="5740" y="30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0608a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520" bIns="252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" name=""/>
              <p:cNvSpPr/>
              <p:nvPr/>
            </p:nvSpPr>
            <p:spPr>
              <a:xfrm>
                <a:off x="0" y="4538520"/>
                <a:ext cx="9140760" cy="57240"/>
              </a:xfrm>
              <a:custGeom>
                <a:avLst/>
                <a:gdLst/>
                <a:ahLst/>
                <a:rect l="l" t="t" r="r" b="b"/>
                <a:pathLst>
                  <a:path w="5740" h="36">
                    <a:moveTo>
                      <a:pt x="5740" y="0"/>
                    </a:moveTo>
                    <a:lnTo>
                      <a:pt x="0" y="0"/>
                    </a:lnTo>
                    <a:lnTo>
                      <a:pt x="0" y="36"/>
                    </a:lnTo>
                    <a:lnTo>
                      <a:pt x="5740" y="36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d5d85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0440" bIns="104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" name=""/>
              <p:cNvSpPr/>
              <p:nvPr/>
            </p:nvSpPr>
            <p:spPr>
              <a:xfrm>
                <a:off x="0" y="4197240"/>
                <a:ext cx="9140760" cy="47880"/>
              </a:xfrm>
              <a:custGeom>
                <a:avLst/>
                <a:gdLst/>
                <a:ahLst/>
                <a:rect l="l" t="t" r="r" b="b"/>
                <a:pathLst>
                  <a:path w="5740" h="30">
                    <a:moveTo>
                      <a:pt x="5740" y="0"/>
                    </a:moveTo>
                    <a:lnTo>
                      <a:pt x="0" y="0"/>
                    </a:lnTo>
                    <a:lnTo>
                      <a:pt x="0" y="30"/>
                    </a:lnTo>
                    <a:lnTo>
                      <a:pt x="5740" y="30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d5d85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080" bIns="108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" name=""/>
              <p:cNvSpPr/>
              <p:nvPr/>
            </p:nvSpPr>
            <p:spPr>
              <a:xfrm>
                <a:off x="0" y="3862440"/>
                <a:ext cx="9140760" cy="57240"/>
              </a:xfrm>
              <a:custGeom>
                <a:avLst/>
                <a:gdLst/>
                <a:ahLst/>
                <a:rect l="l" t="t" r="r" b="b"/>
                <a:pathLst>
                  <a:path w="5740" h="36">
                    <a:moveTo>
                      <a:pt x="5740" y="0"/>
                    </a:moveTo>
                    <a:lnTo>
                      <a:pt x="0" y="0"/>
                    </a:lnTo>
                    <a:lnTo>
                      <a:pt x="0" y="36"/>
                    </a:lnTo>
                    <a:lnTo>
                      <a:pt x="5740" y="36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a5a81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0440" bIns="104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" name=""/>
              <p:cNvSpPr/>
              <p:nvPr/>
            </p:nvSpPr>
            <p:spPr>
              <a:xfrm>
                <a:off x="0" y="3586320"/>
                <a:ext cx="9140760" cy="3780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a5a81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9000" bIns="-90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" name=""/>
              <p:cNvSpPr/>
              <p:nvPr/>
            </p:nvSpPr>
            <p:spPr>
              <a:xfrm>
                <a:off x="0" y="3317760"/>
                <a:ext cx="9140760" cy="3816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77c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" name=""/>
              <p:cNvSpPr/>
              <p:nvPr/>
            </p:nvSpPr>
            <p:spPr>
              <a:xfrm>
                <a:off x="0" y="3060720"/>
                <a:ext cx="9140760" cy="3816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" name=""/>
              <p:cNvSpPr/>
              <p:nvPr/>
            </p:nvSpPr>
            <p:spPr>
              <a:xfrm>
                <a:off x="0" y="2611440"/>
                <a:ext cx="9140760" cy="19080"/>
              </a:xfrm>
              <a:custGeom>
                <a:avLst/>
                <a:gdLst/>
                <a:ahLst/>
                <a:rect l="l" t="t" r="r" b="b"/>
                <a:pathLst>
                  <a:path w="5740" h="12">
                    <a:moveTo>
                      <a:pt x="5740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5740" y="12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720" bIns="-2772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" name=""/>
              <p:cNvSpPr/>
              <p:nvPr/>
            </p:nvSpPr>
            <p:spPr>
              <a:xfrm>
                <a:off x="0" y="2822400"/>
                <a:ext cx="9140760" cy="3816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" name=""/>
              <p:cNvSpPr/>
              <p:nvPr/>
            </p:nvSpPr>
            <p:spPr>
              <a:xfrm>
                <a:off x="0" y="2413080"/>
                <a:ext cx="9140760" cy="19080"/>
              </a:xfrm>
              <a:custGeom>
                <a:avLst/>
                <a:gdLst/>
                <a:ahLst/>
                <a:rect l="l" t="t" r="r" b="b"/>
                <a:pathLst>
                  <a:path w="5740" h="12">
                    <a:moveTo>
                      <a:pt x="5740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5740" y="12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720" bIns="-2772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" name=""/>
              <p:cNvSpPr/>
              <p:nvPr/>
            </p:nvSpPr>
            <p:spPr>
              <a:xfrm>
                <a:off x="0" y="2212920"/>
                <a:ext cx="9140760" cy="2880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" name=""/>
              <p:cNvSpPr/>
              <p:nvPr/>
            </p:nvSpPr>
            <p:spPr>
              <a:xfrm>
                <a:off x="0" y="2031840"/>
                <a:ext cx="9140760" cy="2880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" name=""/>
              <p:cNvSpPr/>
              <p:nvPr/>
            </p:nvSpPr>
            <p:spPr>
              <a:xfrm>
                <a:off x="0" y="1868400"/>
                <a:ext cx="9140760" cy="2880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" name=""/>
              <p:cNvSpPr/>
              <p:nvPr/>
            </p:nvSpPr>
            <p:spPr>
              <a:xfrm>
                <a:off x="0" y="38160"/>
                <a:ext cx="9140760" cy="47520"/>
              </a:xfrm>
              <a:custGeom>
                <a:avLst/>
                <a:gdLst/>
                <a:ahLst/>
                <a:rect l="l" t="t" r="r" b="b"/>
                <a:pathLst>
                  <a:path w="5740" h="30">
                    <a:moveTo>
                      <a:pt x="5740" y="0"/>
                    </a:moveTo>
                    <a:lnTo>
                      <a:pt x="0" y="0"/>
                    </a:lnTo>
                    <a:lnTo>
                      <a:pt x="0" y="30"/>
                    </a:lnTo>
                    <a:lnTo>
                      <a:pt x="5740" y="30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4648f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720" bIns="72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" name=""/>
              <p:cNvSpPr/>
              <p:nvPr/>
            </p:nvSpPr>
            <p:spPr>
              <a:xfrm>
                <a:off x="0" y="295200"/>
                <a:ext cx="9140760" cy="3816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4648f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" name=""/>
              <p:cNvSpPr/>
              <p:nvPr/>
            </p:nvSpPr>
            <p:spPr>
              <a:xfrm>
                <a:off x="0" y="754200"/>
                <a:ext cx="9140760" cy="3780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d5d85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9000" bIns="-90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" name=""/>
              <p:cNvSpPr/>
              <p:nvPr/>
            </p:nvSpPr>
            <p:spPr>
              <a:xfrm>
                <a:off x="0" y="534960"/>
                <a:ext cx="9140760" cy="3816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0608a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" name=""/>
              <p:cNvSpPr/>
              <p:nvPr/>
            </p:nvSpPr>
            <p:spPr>
              <a:xfrm>
                <a:off x="0" y="952560"/>
                <a:ext cx="9140760" cy="3816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" name=""/>
              <p:cNvSpPr/>
              <p:nvPr/>
            </p:nvSpPr>
            <p:spPr>
              <a:xfrm>
                <a:off x="0" y="1154160"/>
                <a:ext cx="9140760" cy="2844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77c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" name=""/>
              <p:cNvSpPr/>
              <p:nvPr/>
            </p:nvSpPr>
            <p:spPr>
              <a:xfrm>
                <a:off x="0" y="1335240"/>
                <a:ext cx="9140760" cy="2844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77c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" name=""/>
              <p:cNvSpPr/>
              <p:nvPr/>
            </p:nvSpPr>
            <p:spPr>
              <a:xfrm>
                <a:off x="0" y="1496880"/>
                <a:ext cx="9140760" cy="2880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77c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98" name=""/>
              <p:cNvGrpSpPr/>
              <p:nvPr/>
            </p:nvGrpSpPr>
            <p:grpSpPr>
              <a:xfrm>
                <a:off x="0" y="0"/>
                <a:ext cx="9140760" cy="1658880"/>
                <a:chOff x="0" y="0"/>
                <a:chExt cx="9140760" cy="1658880"/>
              </a:xfrm>
            </p:grpSpPr>
            <p:sp>
              <p:nvSpPr>
                <p:cNvPr id="99" name=""/>
                <p:cNvSpPr/>
                <p:nvPr/>
              </p:nvSpPr>
              <p:spPr>
                <a:xfrm>
                  <a:off x="4522680" y="0"/>
                  <a:ext cx="66960" cy="1658880"/>
                </a:xfrm>
                <a:custGeom>
                  <a:avLst/>
                  <a:gdLst/>
                  <a:ahLst/>
                  <a:rect l="l" t="t" r="r" b="b"/>
                  <a:pathLst>
                    <a:path w="42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0" name=""/>
                <p:cNvSpPr/>
                <p:nvPr/>
              </p:nvSpPr>
              <p:spPr>
                <a:xfrm>
                  <a:off x="3809880" y="0"/>
                  <a:ext cx="246240" cy="1658880"/>
                </a:xfrm>
                <a:custGeom>
                  <a:avLst/>
                  <a:gdLst/>
                  <a:ahLst/>
                  <a:rect l="l" t="t" r="r" b="b"/>
                  <a:pathLst>
                    <a:path w="155" h="1043">
                      <a:moveTo>
                        <a:pt x="131" y="1043"/>
                      </a:moveTo>
                      <a:lnTo>
                        <a:pt x="155" y="1043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113" y="1043"/>
                      </a:lnTo>
                      <a:lnTo>
                        <a:pt x="131" y="1043"/>
                      </a:lnTo>
                      <a:lnTo>
                        <a:pt x="131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1" name=""/>
                <p:cNvSpPr/>
                <p:nvPr/>
              </p:nvSpPr>
              <p:spPr>
                <a:xfrm>
                  <a:off x="3122640" y="0"/>
                  <a:ext cx="380880" cy="1658880"/>
                </a:xfrm>
                <a:custGeom>
                  <a:avLst/>
                  <a:gdLst/>
                  <a:ahLst/>
                  <a:rect l="l" t="t" r="r" b="b"/>
                  <a:pathLst>
                    <a:path w="239" h="1043">
                      <a:moveTo>
                        <a:pt x="221" y="1043"/>
                      </a:moveTo>
                      <a:lnTo>
                        <a:pt x="239" y="1043"/>
                      </a:lnTo>
                      <a:lnTo>
                        <a:pt x="36" y="0"/>
                      </a:lnTo>
                      <a:lnTo>
                        <a:pt x="0" y="0"/>
                      </a:lnTo>
                      <a:lnTo>
                        <a:pt x="203" y="1043"/>
                      </a:lnTo>
                      <a:lnTo>
                        <a:pt x="221" y="1043"/>
                      </a:lnTo>
                      <a:lnTo>
                        <a:pt x="221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2" name=""/>
                <p:cNvSpPr/>
                <p:nvPr/>
              </p:nvSpPr>
              <p:spPr>
                <a:xfrm>
                  <a:off x="2467080" y="0"/>
                  <a:ext cx="560160" cy="1658880"/>
                </a:xfrm>
                <a:custGeom>
                  <a:avLst/>
                  <a:gdLst/>
                  <a:ahLst/>
                  <a:rect l="l" t="t" r="r" b="b"/>
                  <a:pathLst>
                    <a:path w="352" h="1043">
                      <a:moveTo>
                        <a:pt x="334" y="1043"/>
                      </a:moveTo>
                      <a:lnTo>
                        <a:pt x="352" y="1043"/>
                      </a:ln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311" y="1043"/>
                      </a:lnTo>
                      <a:lnTo>
                        <a:pt x="334" y="1043"/>
                      </a:lnTo>
                      <a:lnTo>
                        <a:pt x="334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3" name=""/>
                <p:cNvSpPr/>
                <p:nvPr/>
              </p:nvSpPr>
              <p:spPr>
                <a:xfrm>
                  <a:off x="1800360" y="0"/>
                  <a:ext cx="714240" cy="1658880"/>
                </a:xfrm>
                <a:custGeom>
                  <a:avLst/>
                  <a:gdLst/>
                  <a:ahLst/>
                  <a:rect l="l" t="t" r="r" b="b"/>
                  <a:pathLst>
                    <a:path w="449" h="1043">
                      <a:moveTo>
                        <a:pt x="425" y="1043"/>
                      </a:moveTo>
                      <a:lnTo>
                        <a:pt x="449" y="1043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407" y="1043"/>
                      </a:lnTo>
                      <a:lnTo>
                        <a:pt x="425" y="1043"/>
                      </a:lnTo>
                      <a:lnTo>
                        <a:pt x="425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4" name=""/>
                <p:cNvSpPr/>
                <p:nvPr/>
              </p:nvSpPr>
              <p:spPr>
                <a:xfrm>
                  <a:off x="1133640" y="0"/>
                  <a:ext cx="857160" cy="1658880"/>
                </a:xfrm>
                <a:custGeom>
                  <a:avLst/>
                  <a:gdLst/>
                  <a:ahLst/>
                  <a:rect l="l" t="t" r="r" b="b"/>
                  <a:pathLst>
                    <a:path w="538" h="1043">
                      <a:moveTo>
                        <a:pt x="520" y="1043"/>
                      </a:moveTo>
                      <a:lnTo>
                        <a:pt x="538" y="1043"/>
                      </a:ln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496" y="1043"/>
                      </a:lnTo>
                      <a:lnTo>
                        <a:pt x="520" y="1043"/>
                      </a:lnTo>
                      <a:lnTo>
                        <a:pt x="520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5" name=""/>
                <p:cNvSpPr/>
                <p:nvPr/>
              </p:nvSpPr>
              <p:spPr>
                <a:xfrm>
                  <a:off x="485640" y="0"/>
                  <a:ext cx="1019160" cy="1658880"/>
                </a:xfrm>
                <a:custGeom>
                  <a:avLst/>
                  <a:gdLst/>
                  <a:ahLst/>
                  <a:rect l="l" t="t" r="r" b="b"/>
                  <a:pathLst>
                    <a:path w="640" h="1043">
                      <a:moveTo>
                        <a:pt x="622" y="1043"/>
                      </a:moveTo>
                      <a:lnTo>
                        <a:pt x="640" y="1043"/>
                      </a:lnTo>
                      <a:lnTo>
                        <a:pt x="48" y="0"/>
                      </a:lnTo>
                      <a:lnTo>
                        <a:pt x="0" y="0"/>
                      </a:lnTo>
                      <a:lnTo>
                        <a:pt x="598" y="1043"/>
                      </a:lnTo>
                      <a:lnTo>
                        <a:pt x="622" y="1043"/>
                      </a:lnTo>
                      <a:lnTo>
                        <a:pt x="622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6" name=""/>
                <p:cNvSpPr/>
                <p:nvPr/>
              </p:nvSpPr>
              <p:spPr>
                <a:xfrm>
                  <a:off x="0" y="171360"/>
                  <a:ext cx="1000080" cy="1487520"/>
                </a:xfrm>
                <a:custGeom>
                  <a:avLst/>
                  <a:gdLst/>
                  <a:ahLst/>
                  <a:rect l="l" t="t" r="r" b="b"/>
                  <a:pathLst>
                    <a:path w="628" h="935">
                      <a:moveTo>
                        <a:pt x="604" y="935"/>
                      </a:moveTo>
                      <a:lnTo>
                        <a:pt x="628" y="935"/>
                      </a:lnTo>
                      <a:lnTo>
                        <a:pt x="0" y="0"/>
                      </a:lnTo>
                      <a:lnTo>
                        <a:pt x="0" y="66"/>
                      </a:lnTo>
                      <a:lnTo>
                        <a:pt x="580" y="935"/>
                      </a:lnTo>
                      <a:lnTo>
                        <a:pt x="604" y="935"/>
                      </a:lnTo>
                      <a:lnTo>
                        <a:pt x="604" y="93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7" name=""/>
                <p:cNvSpPr/>
                <p:nvPr/>
              </p:nvSpPr>
              <p:spPr>
                <a:xfrm>
                  <a:off x="5065560" y="0"/>
                  <a:ext cx="246240" cy="1658880"/>
                </a:xfrm>
                <a:custGeom>
                  <a:avLst/>
                  <a:gdLst/>
                  <a:ahLst/>
                  <a:rect l="l" t="t" r="r" b="b"/>
                  <a:pathLst>
                    <a:path w="155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155" y="0"/>
                      </a:lnTo>
                      <a:lnTo>
                        <a:pt x="114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8" name=""/>
                <p:cNvSpPr/>
                <p:nvPr/>
              </p:nvSpPr>
              <p:spPr>
                <a:xfrm>
                  <a:off x="5608800" y="0"/>
                  <a:ext cx="380880" cy="1658880"/>
                </a:xfrm>
                <a:custGeom>
                  <a:avLst/>
                  <a:gdLst/>
                  <a:ahLst/>
                  <a:rect l="l" t="t" r="r" b="b"/>
                  <a:pathLst>
                    <a:path w="239" h="1043">
                      <a:moveTo>
                        <a:pt x="18" y="1043"/>
                      </a:moveTo>
                      <a:lnTo>
                        <a:pt x="36" y="1043"/>
                      </a:lnTo>
                      <a:lnTo>
                        <a:pt x="239" y="0"/>
                      </a:lnTo>
                      <a:lnTo>
                        <a:pt x="203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9" name=""/>
                <p:cNvSpPr/>
                <p:nvPr/>
              </p:nvSpPr>
              <p:spPr>
                <a:xfrm>
                  <a:off x="6066000" y="0"/>
                  <a:ext cx="569880" cy="1658880"/>
                </a:xfrm>
                <a:custGeom>
                  <a:avLst/>
                  <a:gdLst/>
                  <a:ahLst/>
                  <a:rect l="l" t="t" r="r" b="b"/>
                  <a:pathLst>
                    <a:path w="358" h="1043">
                      <a:moveTo>
                        <a:pt x="24" y="1043"/>
                      </a:moveTo>
                      <a:lnTo>
                        <a:pt x="42" y="1043"/>
                      </a:lnTo>
                      <a:lnTo>
                        <a:pt x="358" y="0"/>
                      </a:lnTo>
                      <a:lnTo>
                        <a:pt x="317" y="0"/>
                      </a:lnTo>
                      <a:lnTo>
                        <a:pt x="0" y="1043"/>
                      </a:lnTo>
                      <a:lnTo>
                        <a:pt x="24" y="1043"/>
                      </a:lnTo>
                      <a:lnTo>
                        <a:pt x="24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0" name=""/>
                <p:cNvSpPr/>
                <p:nvPr/>
              </p:nvSpPr>
              <p:spPr>
                <a:xfrm>
                  <a:off x="6570720" y="0"/>
                  <a:ext cx="712800" cy="1658880"/>
                </a:xfrm>
                <a:custGeom>
                  <a:avLst/>
                  <a:gdLst/>
                  <a:ahLst/>
                  <a:rect l="l" t="t" r="r" b="b"/>
                  <a:pathLst>
                    <a:path w="448" h="1043">
                      <a:moveTo>
                        <a:pt x="18" y="1043"/>
                      </a:moveTo>
                      <a:lnTo>
                        <a:pt x="41" y="1043"/>
                      </a:lnTo>
                      <a:lnTo>
                        <a:pt x="448" y="0"/>
                      </a:lnTo>
                      <a:lnTo>
                        <a:pt x="406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1" name=""/>
                <p:cNvSpPr/>
                <p:nvPr/>
              </p:nvSpPr>
              <p:spPr>
                <a:xfrm>
                  <a:off x="7112160" y="0"/>
                  <a:ext cx="858600" cy="1658880"/>
                </a:xfrm>
                <a:custGeom>
                  <a:avLst/>
                  <a:gdLst/>
                  <a:ahLst/>
                  <a:rect l="l" t="t" r="r" b="b"/>
                  <a:pathLst>
                    <a:path w="539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539" y="0"/>
                      </a:lnTo>
                      <a:lnTo>
                        <a:pt x="497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2" name=""/>
                <p:cNvSpPr/>
                <p:nvPr/>
              </p:nvSpPr>
              <p:spPr>
                <a:xfrm>
                  <a:off x="7569360" y="0"/>
                  <a:ext cx="1019160" cy="1658880"/>
                </a:xfrm>
                <a:custGeom>
                  <a:avLst/>
                  <a:gdLst/>
                  <a:ahLst/>
                  <a:rect l="l" t="t" r="r" b="b"/>
                  <a:pathLst>
                    <a:path w="640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640" y="0"/>
                      </a:lnTo>
                      <a:lnTo>
                        <a:pt x="592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3" name=""/>
                <p:cNvSpPr/>
                <p:nvPr/>
              </p:nvSpPr>
              <p:spPr>
                <a:xfrm>
                  <a:off x="8074080" y="76320"/>
                  <a:ext cx="1066680" cy="1582560"/>
                </a:xfrm>
                <a:custGeom>
                  <a:avLst/>
                  <a:gdLst/>
                  <a:ahLst/>
                  <a:rect l="l" t="t" r="r" b="b"/>
                  <a:pathLst>
                    <a:path w="670" h="995">
                      <a:moveTo>
                        <a:pt x="24" y="995"/>
                      </a:moveTo>
                      <a:lnTo>
                        <a:pt x="48" y="995"/>
                      </a:lnTo>
                      <a:lnTo>
                        <a:pt x="670" y="72"/>
                      </a:lnTo>
                      <a:lnTo>
                        <a:pt x="670" y="0"/>
                      </a:lnTo>
                      <a:lnTo>
                        <a:pt x="0" y="995"/>
                      </a:lnTo>
                      <a:lnTo>
                        <a:pt x="24" y="995"/>
                      </a:lnTo>
                      <a:lnTo>
                        <a:pt x="24" y="99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14" name=""/>
              <p:cNvGrpSpPr/>
              <p:nvPr/>
            </p:nvGrpSpPr>
            <p:grpSpPr>
              <a:xfrm>
                <a:off x="0" y="885960"/>
                <a:ext cx="9140760" cy="772920"/>
                <a:chOff x="0" y="885960"/>
                <a:chExt cx="9140760" cy="772920"/>
              </a:xfrm>
            </p:grpSpPr>
            <p:sp>
              <p:nvSpPr>
                <p:cNvPr id="115" name=""/>
                <p:cNvSpPr/>
                <p:nvPr/>
              </p:nvSpPr>
              <p:spPr>
                <a:xfrm>
                  <a:off x="0" y="981000"/>
                  <a:ext cx="485640" cy="677880"/>
                </a:xfrm>
                <a:custGeom>
                  <a:avLst/>
                  <a:gdLst/>
                  <a:ahLst/>
                  <a:rect l="l" t="t" r="r" b="b"/>
                  <a:pathLst>
                    <a:path w="305" h="426">
                      <a:moveTo>
                        <a:pt x="281" y="426"/>
                      </a:moveTo>
                      <a:lnTo>
                        <a:pt x="305" y="426"/>
                      </a:lnTo>
                      <a:lnTo>
                        <a:pt x="0" y="0"/>
                      </a:lnTo>
                      <a:lnTo>
                        <a:pt x="0" y="66"/>
                      </a:lnTo>
                      <a:lnTo>
                        <a:pt x="251" y="426"/>
                      </a:lnTo>
                      <a:lnTo>
                        <a:pt x="281" y="426"/>
                      </a:lnTo>
                      <a:lnTo>
                        <a:pt x="281" y="426"/>
                      </a:lnTo>
                      <a:close/>
                    </a:path>
                  </a:pathLst>
                </a:custGeom>
                <a:solidFill>
                  <a:srgbClr val="54547a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6" name=""/>
                <p:cNvSpPr/>
                <p:nvPr/>
              </p:nvSpPr>
              <p:spPr>
                <a:xfrm>
                  <a:off x="8588520" y="885960"/>
                  <a:ext cx="552240" cy="772920"/>
                </a:xfrm>
                <a:custGeom>
                  <a:avLst/>
                  <a:gdLst/>
                  <a:ahLst/>
                  <a:rect l="l" t="t" r="r" b="b"/>
                  <a:pathLst>
                    <a:path w="347" h="486">
                      <a:moveTo>
                        <a:pt x="24" y="486"/>
                      </a:moveTo>
                      <a:lnTo>
                        <a:pt x="48" y="486"/>
                      </a:lnTo>
                      <a:lnTo>
                        <a:pt x="347" y="72"/>
                      </a:lnTo>
                      <a:lnTo>
                        <a:pt x="347" y="0"/>
                      </a:lnTo>
                      <a:lnTo>
                        <a:pt x="0" y="486"/>
                      </a:lnTo>
                      <a:lnTo>
                        <a:pt x="24" y="486"/>
                      </a:lnTo>
                      <a:lnTo>
                        <a:pt x="24" y="486"/>
                      </a:lnTo>
                      <a:close/>
                    </a:path>
                  </a:pathLst>
                </a:custGeom>
                <a:solidFill>
                  <a:srgbClr val="54547a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17" name=""/>
              <p:cNvGrpSpPr/>
              <p:nvPr/>
            </p:nvGrpSpPr>
            <p:grpSpPr>
              <a:xfrm>
                <a:off x="419040" y="1649520"/>
                <a:ext cx="8255160" cy="5207040"/>
                <a:chOff x="419040" y="1649520"/>
                <a:chExt cx="8255160" cy="5207040"/>
              </a:xfrm>
            </p:grpSpPr>
            <p:sp>
              <p:nvSpPr>
                <p:cNvPr id="118" name=""/>
                <p:cNvSpPr/>
                <p:nvPr/>
              </p:nvSpPr>
              <p:spPr>
                <a:xfrm>
                  <a:off x="4522680" y="1649520"/>
                  <a:ext cx="66960" cy="5207040"/>
                </a:xfrm>
                <a:custGeom>
                  <a:avLst/>
                  <a:gdLst/>
                  <a:ahLst/>
                  <a:rect l="l" t="t" r="r" b="b"/>
                  <a:pathLst>
                    <a:path w="42" h="3273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3273"/>
                      </a:lnTo>
                      <a:lnTo>
                        <a:pt x="42" y="3273"/>
                      </a:lnTo>
                      <a:lnTo>
                        <a:pt x="42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9" name=""/>
                <p:cNvSpPr/>
                <p:nvPr/>
              </p:nvSpPr>
              <p:spPr>
                <a:xfrm>
                  <a:off x="3419640" y="1649520"/>
                  <a:ext cx="636480" cy="5207040"/>
                </a:xfrm>
                <a:custGeom>
                  <a:avLst/>
                  <a:gdLst/>
                  <a:ahLst/>
                  <a:rect l="l" t="t" r="r" b="b"/>
                  <a:pathLst>
                    <a:path w="400" h="3273">
                      <a:moveTo>
                        <a:pt x="376" y="0"/>
                      </a:moveTo>
                      <a:lnTo>
                        <a:pt x="358" y="0"/>
                      </a:lnTo>
                      <a:lnTo>
                        <a:pt x="0" y="3273"/>
                      </a:lnTo>
                      <a:lnTo>
                        <a:pt x="41" y="3273"/>
                      </a:lnTo>
                      <a:lnTo>
                        <a:pt x="400" y="0"/>
                      </a:lnTo>
                      <a:lnTo>
                        <a:pt x="376" y="0"/>
                      </a:lnTo>
                      <a:lnTo>
                        <a:pt x="37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0" name=""/>
                <p:cNvSpPr/>
                <p:nvPr/>
              </p:nvSpPr>
              <p:spPr>
                <a:xfrm>
                  <a:off x="2428920" y="1649520"/>
                  <a:ext cx="1074600" cy="5207040"/>
                </a:xfrm>
                <a:custGeom>
                  <a:avLst/>
                  <a:gdLst/>
                  <a:ahLst/>
                  <a:rect l="l" t="t" r="r" b="b"/>
                  <a:pathLst>
                    <a:path w="675" h="3273">
                      <a:moveTo>
                        <a:pt x="657" y="0"/>
                      </a:moveTo>
                      <a:lnTo>
                        <a:pt x="639" y="0"/>
                      </a:lnTo>
                      <a:lnTo>
                        <a:pt x="0" y="3273"/>
                      </a:lnTo>
                      <a:lnTo>
                        <a:pt x="42" y="3273"/>
                      </a:lnTo>
                      <a:lnTo>
                        <a:pt x="675" y="0"/>
                      </a:lnTo>
                      <a:lnTo>
                        <a:pt x="657" y="0"/>
                      </a:lnTo>
                      <a:lnTo>
                        <a:pt x="657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1" name=""/>
                <p:cNvSpPr/>
                <p:nvPr/>
              </p:nvSpPr>
              <p:spPr>
                <a:xfrm>
                  <a:off x="1390680" y="1649520"/>
                  <a:ext cx="1636560" cy="5207040"/>
                </a:xfrm>
                <a:custGeom>
                  <a:avLst/>
                  <a:gdLst/>
                  <a:ahLst/>
                  <a:rect l="l" t="t" r="r" b="b"/>
                  <a:pathLst>
                    <a:path w="1031" h="3280">
                      <a:moveTo>
                        <a:pt x="1013" y="0"/>
                      </a:moveTo>
                      <a:lnTo>
                        <a:pt x="990" y="0"/>
                      </a:lnTo>
                      <a:lnTo>
                        <a:pt x="0" y="3280"/>
                      </a:lnTo>
                      <a:lnTo>
                        <a:pt x="42" y="3280"/>
                      </a:lnTo>
                      <a:lnTo>
                        <a:pt x="1031" y="4"/>
                      </a:lnTo>
                      <a:lnTo>
                        <a:pt x="1013" y="0"/>
                      </a:lnTo>
                      <a:lnTo>
                        <a:pt x="101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2" name=""/>
                <p:cNvSpPr/>
                <p:nvPr/>
              </p:nvSpPr>
              <p:spPr>
                <a:xfrm>
                  <a:off x="419040" y="1649520"/>
                  <a:ext cx="2094120" cy="5207040"/>
                </a:xfrm>
                <a:custGeom>
                  <a:avLst/>
                  <a:gdLst/>
                  <a:ahLst/>
                  <a:rect l="l" t="t" r="r" b="b"/>
                  <a:pathLst>
                    <a:path w="1319" h="3280">
                      <a:moveTo>
                        <a:pt x="1296" y="0"/>
                      </a:moveTo>
                      <a:lnTo>
                        <a:pt x="1278" y="0"/>
                      </a:lnTo>
                      <a:lnTo>
                        <a:pt x="0" y="3280"/>
                      </a:lnTo>
                      <a:lnTo>
                        <a:pt x="42" y="3280"/>
                      </a:lnTo>
                      <a:lnTo>
                        <a:pt x="1319" y="5"/>
                      </a:lnTo>
                      <a:lnTo>
                        <a:pt x="1296" y="0"/>
                      </a:lnTo>
                      <a:lnTo>
                        <a:pt x="129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3" name=""/>
                <p:cNvSpPr/>
                <p:nvPr/>
              </p:nvSpPr>
              <p:spPr>
                <a:xfrm>
                  <a:off x="5065560" y="1649520"/>
                  <a:ext cx="638280" cy="5207040"/>
                </a:xfrm>
                <a:custGeom>
                  <a:avLst/>
                  <a:gdLst/>
                  <a:ahLst/>
                  <a:rect l="l" t="t" r="r" b="b"/>
                  <a:pathLst>
                    <a:path w="401" h="3273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359" y="3273"/>
                      </a:lnTo>
                      <a:lnTo>
                        <a:pt x="401" y="3273"/>
                      </a:lnTo>
                      <a:lnTo>
                        <a:pt x="42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4" name=""/>
                <p:cNvSpPr/>
                <p:nvPr/>
              </p:nvSpPr>
              <p:spPr>
                <a:xfrm>
                  <a:off x="5608800" y="1649520"/>
                  <a:ext cx="1074600" cy="5207040"/>
                </a:xfrm>
                <a:custGeom>
                  <a:avLst/>
                  <a:gdLst/>
                  <a:ahLst/>
                  <a:rect l="l" t="t" r="r" b="b"/>
                  <a:pathLst>
                    <a:path w="675" h="3273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640" y="3273"/>
                      </a:lnTo>
                      <a:lnTo>
                        <a:pt x="675" y="3273"/>
                      </a:lnTo>
                      <a:lnTo>
                        <a:pt x="36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5" name=""/>
                <p:cNvSpPr/>
                <p:nvPr/>
              </p:nvSpPr>
              <p:spPr>
                <a:xfrm>
                  <a:off x="6067440" y="1649520"/>
                  <a:ext cx="1644480" cy="5207040"/>
                </a:xfrm>
                <a:custGeom>
                  <a:avLst/>
                  <a:gdLst/>
                  <a:ahLst/>
                  <a:rect l="l" t="t" r="r" b="b"/>
                  <a:pathLst>
                    <a:path w="1036" h="3280">
                      <a:moveTo>
                        <a:pt x="23" y="0"/>
                      </a:moveTo>
                      <a:lnTo>
                        <a:pt x="0" y="5"/>
                      </a:lnTo>
                      <a:lnTo>
                        <a:pt x="994" y="3280"/>
                      </a:lnTo>
                      <a:lnTo>
                        <a:pt x="1036" y="3280"/>
                      </a:lnTo>
                      <a:lnTo>
                        <a:pt x="41" y="0"/>
                      </a:lnTo>
                      <a:lnTo>
                        <a:pt x="23" y="0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6" name=""/>
                <p:cNvSpPr/>
                <p:nvPr/>
              </p:nvSpPr>
              <p:spPr>
                <a:xfrm>
                  <a:off x="6567480" y="1649520"/>
                  <a:ext cx="2106720" cy="5207040"/>
                </a:xfrm>
                <a:custGeom>
                  <a:avLst/>
                  <a:gdLst/>
                  <a:ahLst/>
                  <a:rect l="l" t="t" r="r" b="b"/>
                  <a:pathLst>
                    <a:path w="1327" h="3280">
                      <a:moveTo>
                        <a:pt x="20" y="0"/>
                      </a:moveTo>
                      <a:lnTo>
                        <a:pt x="0" y="7"/>
                      </a:lnTo>
                      <a:lnTo>
                        <a:pt x="1285" y="3280"/>
                      </a:lnTo>
                      <a:lnTo>
                        <a:pt x="1327" y="3280"/>
                      </a:lnTo>
                      <a:lnTo>
                        <a:pt x="43" y="0"/>
                      </a:lnTo>
                      <a:lnTo>
                        <a:pt x="20" y="0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27" name=""/>
              <p:cNvSpPr/>
              <p:nvPr/>
            </p:nvSpPr>
            <p:spPr>
              <a:xfrm>
                <a:off x="0" y="1649520"/>
                <a:ext cx="1990800" cy="4178160"/>
              </a:xfrm>
              <a:custGeom>
                <a:avLst/>
                <a:gdLst/>
                <a:ahLst/>
                <a:rect l="l" t="t" r="r" b="b"/>
                <a:pathLst>
                  <a:path w="1254" h="2632">
                    <a:moveTo>
                      <a:pt x="1236" y="0"/>
                    </a:moveTo>
                    <a:lnTo>
                      <a:pt x="1212" y="0"/>
                    </a:lnTo>
                    <a:lnTo>
                      <a:pt x="0" y="2542"/>
                    </a:lnTo>
                    <a:lnTo>
                      <a:pt x="0" y="2632"/>
                    </a:lnTo>
                    <a:lnTo>
                      <a:pt x="1254" y="7"/>
                    </a:lnTo>
                    <a:lnTo>
                      <a:pt x="1236" y="0"/>
                    </a:lnTo>
                    <a:lnTo>
                      <a:pt x="123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4a4a6a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" name=""/>
              <p:cNvSpPr/>
              <p:nvPr/>
            </p:nvSpPr>
            <p:spPr>
              <a:xfrm>
                <a:off x="0" y="1649520"/>
                <a:ext cx="1504800" cy="2660400"/>
              </a:xfrm>
              <a:custGeom>
                <a:avLst/>
                <a:gdLst/>
                <a:ahLst/>
                <a:rect l="l" t="t" r="r" b="b"/>
                <a:pathLst>
                  <a:path w="948" h="1676">
                    <a:moveTo>
                      <a:pt x="930" y="0"/>
                    </a:moveTo>
                    <a:lnTo>
                      <a:pt x="906" y="0"/>
                    </a:lnTo>
                    <a:lnTo>
                      <a:pt x="0" y="1593"/>
                    </a:lnTo>
                    <a:lnTo>
                      <a:pt x="0" y="1676"/>
                    </a:lnTo>
                    <a:lnTo>
                      <a:pt x="948" y="5"/>
                    </a:lnTo>
                    <a:lnTo>
                      <a:pt x="930" y="0"/>
                    </a:lnTo>
                    <a:lnTo>
                      <a:pt x="930" y="0"/>
                    </a:lnTo>
                    <a:close/>
                  </a:path>
                </a:pathLst>
              </a:custGeom>
              <a:solidFill>
                <a:srgbClr val="5454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" name=""/>
              <p:cNvSpPr/>
              <p:nvPr/>
            </p:nvSpPr>
            <p:spPr>
              <a:xfrm>
                <a:off x="0" y="1649520"/>
                <a:ext cx="998640" cy="1487520"/>
              </a:xfrm>
              <a:custGeom>
                <a:avLst/>
                <a:gdLst/>
                <a:ahLst/>
                <a:rect l="l" t="t" r="r" b="b"/>
                <a:pathLst>
                  <a:path w="629" h="937">
                    <a:moveTo>
                      <a:pt x="606" y="0"/>
                    </a:moveTo>
                    <a:lnTo>
                      <a:pt x="582" y="0"/>
                    </a:lnTo>
                    <a:lnTo>
                      <a:pt x="0" y="871"/>
                    </a:lnTo>
                    <a:lnTo>
                      <a:pt x="0" y="937"/>
                    </a:lnTo>
                    <a:lnTo>
                      <a:pt x="629" y="4"/>
                    </a:lnTo>
                    <a:lnTo>
                      <a:pt x="606" y="0"/>
                    </a:lnTo>
                    <a:lnTo>
                      <a:pt x="606" y="0"/>
                    </a:lnTo>
                    <a:close/>
                  </a:path>
                </a:pathLst>
              </a:custGeom>
              <a:solidFill>
                <a:srgbClr val="5454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" name=""/>
              <p:cNvSpPr/>
              <p:nvPr/>
            </p:nvSpPr>
            <p:spPr>
              <a:xfrm>
                <a:off x="0" y="1649520"/>
                <a:ext cx="484200" cy="677880"/>
              </a:xfrm>
              <a:custGeom>
                <a:avLst/>
                <a:gdLst/>
                <a:ahLst/>
                <a:rect l="l" t="t" r="r" b="b"/>
                <a:pathLst>
                  <a:path w="305" h="427">
                    <a:moveTo>
                      <a:pt x="282" y="0"/>
                    </a:moveTo>
                    <a:lnTo>
                      <a:pt x="252" y="0"/>
                    </a:lnTo>
                    <a:lnTo>
                      <a:pt x="0" y="361"/>
                    </a:lnTo>
                    <a:lnTo>
                      <a:pt x="0" y="427"/>
                    </a:lnTo>
                    <a:lnTo>
                      <a:pt x="305" y="5"/>
                    </a:lnTo>
                    <a:lnTo>
                      <a:pt x="282" y="0"/>
                    </a:lnTo>
                    <a:lnTo>
                      <a:pt x="282" y="0"/>
                    </a:lnTo>
                    <a:close/>
                  </a:path>
                </a:pathLst>
              </a:custGeom>
              <a:solidFill>
                <a:srgbClr val="5454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" name=""/>
              <p:cNvSpPr/>
              <p:nvPr/>
            </p:nvSpPr>
            <p:spPr>
              <a:xfrm>
                <a:off x="7113600" y="1649520"/>
                <a:ext cx="2027160" cy="4263840"/>
              </a:xfrm>
              <a:custGeom>
                <a:avLst/>
                <a:gdLst/>
                <a:ahLst/>
                <a:rect l="l" t="t" r="r" b="b"/>
                <a:pathLst>
                  <a:path w="1277" h="2686">
                    <a:moveTo>
                      <a:pt x="41" y="0"/>
                    </a:moveTo>
                    <a:lnTo>
                      <a:pt x="17" y="0"/>
                    </a:lnTo>
                    <a:lnTo>
                      <a:pt x="0" y="4"/>
                    </a:lnTo>
                    <a:lnTo>
                      <a:pt x="1277" y="2686"/>
                    </a:lnTo>
                    <a:lnTo>
                      <a:pt x="1277" y="2596"/>
                    </a:lnTo>
                    <a:lnTo>
                      <a:pt x="41" y="0"/>
                    </a:lnTo>
                    <a:lnTo>
                      <a:pt x="4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4a4a6a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" name=""/>
              <p:cNvSpPr/>
              <p:nvPr/>
            </p:nvSpPr>
            <p:spPr>
              <a:xfrm>
                <a:off x="7572240" y="1649520"/>
                <a:ext cx="1568520" cy="2746440"/>
              </a:xfrm>
              <a:custGeom>
                <a:avLst/>
                <a:gdLst/>
                <a:ahLst/>
                <a:rect l="l" t="t" r="r" b="b"/>
                <a:pathLst>
                  <a:path w="988" h="1730">
                    <a:moveTo>
                      <a:pt x="16" y="0"/>
                    </a:moveTo>
                    <a:lnTo>
                      <a:pt x="0" y="7"/>
                    </a:lnTo>
                    <a:lnTo>
                      <a:pt x="988" y="1730"/>
                    </a:lnTo>
                    <a:lnTo>
                      <a:pt x="988" y="1653"/>
                    </a:lnTo>
                    <a:lnTo>
                      <a:pt x="40" y="0"/>
                    </a:lnTo>
                    <a:lnTo>
                      <a:pt x="16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5454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" name=""/>
              <p:cNvSpPr/>
              <p:nvPr/>
            </p:nvSpPr>
            <p:spPr>
              <a:xfrm>
                <a:off x="8077320" y="1649520"/>
                <a:ext cx="1063440" cy="1582560"/>
              </a:xfrm>
              <a:custGeom>
                <a:avLst/>
                <a:gdLst/>
                <a:ahLst/>
                <a:rect l="l" t="t" r="r" b="b"/>
                <a:pathLst>
                  <a:path w="670" h="997">
                    <a:moveTo>
                      <a:pt x="22" y="0"/>
                    </a:moveTo>
                    <a:lnTo>
                      <a:pt x="0" y="4"/>
                    </a:lnTo>
                    <a:lnTo>
                      <a:pt x="670" y="997"/>
                    </a:lnTo>
                    <a:lnTo>
                      <a:pt x="670" y="925"/>
                    </a:lnTo>
                    <a:lnTo>
                      <a:pt x="46" y="0"/>
                    </a:lnTo>
                    <a:lnTo>
                      <a:pt x="22" y="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5454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" name=""/>
              <p:cNvSpPr/>
              <p:nvPr/>
            </p:nvSpPr>
            <p:spPr>
              <a:xfrm>
                <a:off x="8591400" y="1649520"/>
                <a:ext cx="549360" cy="772920"/>
              </a:xfrm>
              <a:custGeom>
                <a:avLst/>
                <a:gdLst/>
                <a:ahLst/>
                <a:rect l="l" t="t" r="r" b="b"/>
                <a:pathLst>
                  <a:path w="346" h="487">
                    <a:moveTo>
                      <a:pt x="22" y="0"/>
                    </a:moveTo>
                    <a:lnTo>
                      <a:pt x="0" y="7"/>
                    </a:lnTo>
                    <a:lnTo>
                      <a:pt x="346" y="487"/>
                    </a:lnTo>
                    <a:lnTo>
                      <a:pt x="346" y="415"/>
                    </a:lnTo>
                    <a:lnTo>
                      <a:pt x="46" y="0"/>
                    </a:lnTo>
                    <a:lnTo>
                      <a:pt x="22" y="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5454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5400" y="1920960"/>
            <a:ext cx="8226360" cy="173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5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dt" idx="4"/>
          </p:nvPr>
        </p:nvSpPr>
        <p:spPr>
          <a:xfrm>
            <a:off x="455400" y="6241680"/>
            <a:ext cx="2130120" cy="47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eaeaea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eaeaea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ftr" idx="5"/>
          </p:nvPr>
        </p:nvSpPr>
        <p:spPr>
          <a:xfrm>
            <a:off x="3124080" y="6241680"/>
            <a:ext cx="2895840" cy="47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eaeaea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eaeaea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sldNum" idx="6"/>
          </p:nvPr>
        </p:nvSpPr>
        <p:spPr>
          <a:xfrm>
            <a:off x="6553080" y="6241680"/>
            <a:ext cx="2130480" cy="47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eaeaea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93B4602-D027-4A3D-BE4D-3A5BB06F5C23}" type="slidenum">
              <a:rPr b="0" lang="pt-BR" sz="1000" strike="noStrike" u="none">
                <a:solidFill>
                  <a:srgbClr val="eaeaea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2" marL="914400" algn="ctr">
              <a:spcBef>
                <a:spcPts val="601"/>
              </a:spcBef>
              <a:buClr>
                <a:srgbClr val="ccecff"/>
              </a:buClr>
              <a:buSzPct val="115000"/>
              <a:buFont typeface="Wingdings" charset="2"/>
              <a:buChar char="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3" marL="1371600" algn="ctr">
              <a:spcBef>
                <a:spcPts val="499"/>
              </a:spcBef>
              <a:buClr>
                <a:srgbClr val="eaeaea"/>
              </a:buClr>
              <a:buFont typeface="Wingdings" charset="2"/>
              <a:buChar char="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4" marL="1828800" algn="ctr">
              <a:spcBef>
                <a:spcPts val="499"/>
              </a:spcBef>
              <a:buClr>
                <a:srgbClr val="ccecff"/>
              </a:buClr>
              <a:buSzPct val="115000"/>
              <a:buFont typeface="Wingdings" charset="2"/>
              <a:buChar char="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5" marL="1828800">
              <a:spcBef>
                <a:spcPts val="499"/>
              </a:spcBef>
              <a:buClr>
                <a:srgbClr val="eaeaea"/>
              </a:buClr>
              <a:buSzPct val="11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6" marL="1828800">
              <a:spcBef>
                <a:spcPts val="499"/>
              </a:spcBef>
              <a:buClr>
                <a:srgbClr val="eaeaea"/>
              </a:buClr>
              <a:buSzPct val="11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04060"/>
            </a:gs>
            <a:gs pos="100000">
              <a:srgbClr val="6666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5400" y="1920960"/>
            <a:ext cx="8226360" cy="173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8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158</a:t>
            </a:r>
            <a:br>
              <a:rPr sz="4800"/>
            </a:br>
            <a:r>
              <a:rPr b="1" lang="pt-BR" sz="48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QUE FARÁS DE JESUS CRISTO?</a:t>
            </a:r>
            <a:endParaRPr b="0" lang="pt-BR" sz="48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04060"/>
            </a:gs>
            <a:gs pos="100000">
              <a:srgbClr val="6666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84360" y="272880"/>
            <a:ext cx="7997760" cy="596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Diante de Pilatos `stá Jesus,</a:t>
            </a:r>
            <a:br>
              <a:rPr sz="4000"/>
            </a:br>
            <a:r>
              <a:rPr b="0" lang="en-US" sz="4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Por todos deixado em aflição,</a:t>
            </a:r>
            <a:br>
              <a:rPr sz="4000"/>
            </a:br>
            <a:r>
              <a:rPr b="0" lang="en-US" sz="4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O qual pergunta à multidão.</a:t>
            </a:r>
            <a:r>
              <a:rPr b="0" lang="en-US" sz="4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"Que farei de Jesus Cristo?"</a:t>
            </a:r>
            <a:br>
              <a:rPr sz="4000"/>
            </a:b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04060"/>
            </a:gs>
            <a:gs pos="100000">
              <a:srgbClr val="6666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539640" y="272520"/>
            <a:ext cx="8142480" cy="560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Que farás de Jesus Cristo? Responde, hoje, sim; </a:t>
            </a:r>
            <a:br>
              <a:rPr sz="4000"/>
            </a:br>
            <a:r>
              <a:rPr b="1" i="1" lang="en-US" sz="4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Dirás um dia ao vê-Lo: </a:t>
            </a:r>
            <a:br>
              <a:rPr sz="4000"/>
            </a:br>
            <a:r>
              <a:rPr b="1" i="1" lang="en-US" sz="4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"Que fará Ele de mim?</a:t>
            </a:r>
            <a:br>
              <a:rPr sz="4000"/>
            </a:b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04060"/>
            </a:gs>
            <a:gs pos="100000">
              <a:srgbClr val="6666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10920" y="272880"/>
            <a:ext cx="8070840" cy="603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Em julgamento ainda está</a:t>
            </a:r>
            <a:br>
              <a:rPr sz="4000"/>
            </a:br>
            <a:r>
              <a:rPr b="0" lang="en-US" sz="4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O Nazareno em aflição,</a:t>
            </a:r>
            <a:br>
              <a:rPr sz="4000"/>
            </a:br>
            <a:r>
              <a:rPr b="0" lang="en-US" sz="4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E se repete a pergunta, então:</a:t>
            </a:r>
            <a:br>
              <a:rPr sz="4000"/>
            </a:br>
            <a:r>
              <a:rPr b="0" lang="en-US" sz="4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"Que farei de Jesus Cristo?"</a:t>
            </a:r>
            <a:br>
              <a:rPr sz="4000"/>
            </a:b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04060"/>
            </a:gs>
            <a:gs pos="100000">
              <a:srgbClr val="6666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539640" y="272520"/>
            <a:ext cx="8142480" cy="560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Que farás de Jesus Cristo? Responde, hoje, sim; </a:t>
            </a:r>
            <a:br>
              <a:rPr sz="4000"/>
            </a:br>
            <a:r>
              <a:rPr b="1" i="1" lang="en-US" sz="4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Dirás um dia ao vê-Lo: </a:t>
            </a:r>
            <a:br>
              <a:rPr sz="4000"/>
            </a:br>
            <a:r>
              <a:rPr b="1" i="1" lang="en-US" sz="4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"Que fará Ele de mim?</a:t>
            </a:r>
            <a:br>
              <a:rPr sz="4000"/>
            </a:b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04060"/>
            </a:gs>
            <a:gs pos="100000">
              <a:srgbClr val="6666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39640" y="272880"/>
            <a:ext cx="8142480" cy="596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Será julgado Jesus por ti,</a:t>
            </a:r>
            <a:br>
              <a:rPr sz="4000"/>
            </a:br>
            <a:r>
              <a:rPr b="0" lang="en-US" sz="4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Ou recebido com gratidão?</a:t>
            </a:r>
            <a:br>
              <a:rPr sz="4000"/>
            </a:br>
            <a:r>
              <a:rPr b="0" lang="en-US" sz="4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E, mui alegre, dirás, então:</a:t>
            </a:r>
            <a:br>
              <a:rPr sz="4000"/>
            </a:br>
            <a:r>
              <a:rPr b="0" lang="en-US" sz="4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 "Aceito a Jesus Cristo!"</a:t>
            </a:r>
            <a:r>
              <a:rPr b="0" lang="en-US" sz="16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	</a:t>
            </a:r>
            <a:r>
              <a:rPr b="0" lang="en-US" sz="16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F.V.</a:t>
            </a:r>
            <a:br>
              <a:rPr sz="1600"/>
            </a:br>
            <a:endParaRPr b="0" lang="pt-BR" sz="16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04060"/>
            </a:gs>
            <a:gs pos="100000">
              <a:srgbClr val="6666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539640" y="272520"/>
            <a:ext cx="8142480" cy="560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Que farás de Jesus Cristo? Responde, hoje, sim; </a:t>
            </a:r>
            <a:br>
              <a:rPr sz="4000"/>
            </a:br>
            <a:r>
              <a:rPr b="1" i="1" lang="en-US" sz="4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Dirás um dia ao vê-Lo: </a:t>
            </a:r>
            <a:br>
              <a:rPr sz="4000"/>
            </a:br>
            <a:r>
              <a:rPr b="1" i="1" lang="en-US" sz="4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"Que fará Ele de mim?</a:t>
            </a:r>
            <a:br>
              <a:rPr sz="4000"/>
            </a:b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2005-10-16T01:15:57Z</dcterms:created>
  <dc:creator>Montagna</dc:creator>
  <dc:description/>
  <dc:language>pt-BR</dc:language>
  <cp:lastModifiedBy>Junior</cp:lastModifiedBy>
  <dcterms:modified xsi:type="dcterms:W3CDTF">2005-10-17T12:09:02Z</dcterms:modified>
  <cp:revision>3</cp:revision>
  <dc:subject/>
  <dc:title>158 - QUE FARAS DE JESUS CRISTO?</dc:title>
</cp:coreProperties>
</file>