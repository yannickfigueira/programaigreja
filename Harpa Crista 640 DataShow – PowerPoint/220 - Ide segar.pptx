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337804-DFE2-4760-A932-764C34B6C9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EA2535-144C-48A8-B40C-E9E43481EB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DF53C3-71B9-44CC-8995-247A3AD1315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SEGAR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campos a segar,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 trigo a lourejar,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ceifar, ide segar;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dia trabalhai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só de Jesus falai;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ceifar, ide pregar!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segar, ide ceifar!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trabalhai, e proclamai!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o amor do Salvador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 impele ao Seu labor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demorar, ide segar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vale, monte ou mar,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vos quer mandar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proclamar, anunciar;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perdidos procurar,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os quer salvar;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falar, e proclamar!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segar, ide ceifar!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trabalhai, e proclamai!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o amor do Salvador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 impele ao Seu labor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demorar, ide segar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Falaremos com fervor.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poder do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pecador, ao sof redor;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Pronto chegará o fim,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Soará do céu o clarim,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Tereis, então, o galardão.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segar, ide ceifar!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trabalhai, e proclamai!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o amor do Salvador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 impele ao Seu labor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demorar, ide segar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2005-12-23T19:20:35Z</dcterms:created>
  <dc:creator>Junior</dc:creator>
  <dc:description/>
  <dc:language>pt-BR</dc:language>
  <cp:lastModifiedBy>Junior</cp:lastModifiedBy>
  <dcterms:modified xsi:type="dcterms:W3CDTF">2005-12-23T19:20:41Z</dcterms:modified>
  <cp:revision>1</cp:revision>
  <dc:subject/>
  <dc:title>220 IDE SEGAR </dc:title>
</cp:coreProperties>
</file>