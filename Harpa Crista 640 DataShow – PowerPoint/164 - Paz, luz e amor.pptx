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02235E-5ED2-4724-9B06-2D1A765671A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C1D87B-D955-4FFA-8D27-8FFB8893E7D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016412F-A7DC-4658-9866-253473155BE7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85800" y="2997360"/>
            <a:ext cx="7772400" cy="251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164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PAZ, LUZ E AMOR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68000" y="1699920"/>
            <a:ext cx="8218440" cy="4537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Recebi de graça, abundante paz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Deus concedida, que me satisfaz; 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Queres recebê-la no teu coração? 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Busca o Senhor e Sua salvação, 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Mais de Sua paz, mais de Sua paz, 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receber de Deus, que é veraz. 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Mais de Sua paz, mais de Sua paz, 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receber de Deus, que é veraz.</a:t>
            </a:r>
            <a:br>
              <a:rPr sz="3200"/>
            </a:b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68000" y="1628640"/>
            <a:ext cx="8218440" cy="4608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Recebi de graça, abundante luz,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Luz maravilhosa, que me deu Jesus; 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Queres recebê-la, pobre pecador? 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Deixa, hoje mesmo, o mundo de horror. 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Mais de Sua luz, mais de Sua luz, 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receber do Salvador Jesus. 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Mais de Sua luz, mais de Sua luz, 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receber do Salvador Jesus.</a:t>
            </a:r>
            <a:br>
              <a:rPr sz="3200"/>
            </a:b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95280" y="1484280"/>
            <a:ext cx="8291520" cy="475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Recebi de graça abundante amor, 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amor divino do Consolador;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Queres recebê-Io? Abre o coração, 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terás mais gozo e veraz perdão. 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Mais de Seu amor, mais de Seu amor, Quero receber do bom Consolador, 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Mais de Seu amor, mais de Seu amor,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receber do bom Consolador.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br>
              <a:rPr sz="1400"/>
            </a:b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                                                                                                                      P.L.M.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2005-10-16T01:31:39Z</dcterms:created>
  <dc:creator>Montagna</dc:creator>
  <dc:description/>
  <dc:language>pt-BR</dc:language>
  <cp:lastModifiedBy>Junior</cp:lastModifiedBy>
  <dcterms:modified xsi:type="dcterms:W3CDTF">2005-10-17T12:39:54Z</dcterms:modified>
  <cp:revision>2</cp:revision>
  <dc:subject/>
  <dc:title>164 - PAZ, LUZ E AMOR</dc:title>
</cp:coreProperties>
</file>