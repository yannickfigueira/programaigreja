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8211E-C664-4917-BADF-A017268A26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24415E-6F45-4F7A-B6BE-A916984167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17807C-E33E-4DFC-BEC7-C016AF97641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297 – Abundância de Cristo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Jesus deu-me Sua luz, Posso jubilar, cantar;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coração trouxe salvação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eu não posso te explicar.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Abundantemente Cristo dá,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que não há igual, não há;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glória ao nome Seu!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Sinto 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na cruz contemplei Jesus, Meus pecados dissipou;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grande paz e perdão veraz, Quando a Seus pés estou.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Abundantemente Cristo dá,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que não há igual, não há;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glória ao nome Seu!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Sinto 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da cruz provém, um caudal também, Que ao cansado forças dá;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das chagas vem o perdão, pra quem Mui sedento e fraco está!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Abundantemente Cristo dá,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que não há igual, não há;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glória ao nome Seu!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Sinto 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Grato, então, darei glória a Cristo,o 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gozo que é sem par;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continuação, o meu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mais vai se alegrar.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Abundantemente Cristo dá,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Graça, que não há igual, não há;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glória ao nome Seu!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Sinto eu!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2005-12-26T19:30:00Z</dcterms:created>
  <dc:creator>Junior</dc:creator>
  <dc:description/>
  <dc:language>pt-BR</dc:language>
  <cp:lastModifiedBy>Junior</cp:lastModifiedBy>
  <dcterms:modified xsi:type="dcterms:W3CDTF">2005-12-26T19:30:02Z</dcterms:modified>
  <cp:revision>1</cp:revision>
  <dc:subject/>
  <dc:title>297 – Abundância de Cristo</dc:title>
</cp:coreProperties>
</file>