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A1DA0-014F-4A29-908B-F2B71DA0B9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66BB27-64D8-4AA7-9A4D-BD71CC1D75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E689D6-8CD5-494D-B41E-64A5A4F6CE0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497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BOM SALVADOR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precioso, meu bom Salvador,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sempre O louvo, pois deu-me a luz;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débil me encontro me dá Seu vigor,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mim é precioso Jesus!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é Jesus, meu Jesus!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é Jesus, minha luz!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glória será o Seu rosto mirar!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mim é precioso Jesus!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Andando no mundo, sem Deus, a vagar,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senda do mal, que a morte conduz,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disse Jesus: "Eu te quero salvar"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mim é precioso Jesus!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é Jesus, meu Jesus!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é Jesus, minha luz!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glória será o Seu rosto mirar!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mim é precioso Jesus!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por Sua graça, eu posso gozar;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Encheu-me de gozo do reino da luz;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Contemplo por fé, meu celeste lugar.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mim é precioso Jesus!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é Jesus, meu Jesus!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é Jesus, minha luz!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glória será o Seu rosto mirar!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mim é precioso Jesus!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precioso, pois me quis salvar,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Morrendo por mim pendurado na cruz,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mui glorioso virá me buscar,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mim é precioso Jesus!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é Jesus, meu Jesus!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Precioso é Jesus, minha luz!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glória será o Seu rosto mirar!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mim é precioso Jesus!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2005-10-21T07:03:14Z</dcterms:created>
  <dc:creator>Montagna</dc:creator>
  <dc:description/>
  <dc:language>pt-BR</dc:language>
  <cp:lastModifiedBy>Montagna</cp:lastModifiedBy>
  <dcterms:modified xsi:type="dcterms:W3CDTF">2005-10-21T07:03:38Z</dcterms:modified>
  <cp:revision>2</cp:revision>
  <dc:subject/>
  <dc:title>497 - MEU BOM SALVADOR</dc:title>
</cp:coreProperties>
</file>