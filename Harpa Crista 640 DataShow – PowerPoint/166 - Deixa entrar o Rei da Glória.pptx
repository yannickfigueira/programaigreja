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152280"/>
            <a:ext cx="8686800" cy="6096240"/>
            <a:chOff x="0" y="152280"/>
            <a:chExt cx="8686800" cy="6096240"/>
          </a:xfrm>
        </p:grpSpPr>
        <p:sp>
          <p:nvSpPr>
            <p:cNvPr id="1" name=""/>
            <p:cNvSpPr/>
            <p:nvPr/>
          </p:nvSpPr>
          <p:spPr>
            <a:xfrm>
              <a:off x="380880" y="533520"/>
              <a:ext cx="8305920" cy="5715000"/>
            </a:xfrm>
            <a:prstGeom prst="roundRect">
              <a:avLst>
                <a:gd name="adj" fmla="val 13727"/>
              </a:avLst>
            </a:prstGeom>
            <a:noFill/>
            <a:ln w="5076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152280"/>
              <a:ext cx="8534520" cy="1219320"/>
            </a:xfrm>
            <a:custGeom>
              <a:avLst/>
              <a:gdLst>
                <a:gd name="textAreaLeft" fmla="*/ 0 w 8534520"/>
                <a:gd name="textAreaRight" fmla="*/ 7925040 w 8534520"/>
                <a:gd name="textAreaTop" fmla="*/ 0 h 1219320"/>
                <a:gd name="textAreaBottom" fmla="*/ 1219680 h 1219320"/>
                <a:gd name="GluePoint1X" fmla="*/ 0 w 6998"/>
                <a:gd name="GluePoint1Y" fmla="*/ 0 h 1000"/>
                <a:gd name="GluePoint2X" fmla="*/ 2 w 6998"/>
                <a:gd name="GluePoint2Y" fmla="*/ 0 h 1000"/>
                <a:gd name="GluePoint3X" fmla="*/ 0 w 6998"/>
                <a:gd name="GluePoint3Y" fmla="*/ 1 h 1000"/>
                <a:gd name="GluePoint4X" fmla="*/ 4 w 6998"/>
                <a:gd name="GluePoint4Y" fmla="*/ 0 h 1000"/>
                <a:gd name="GluePoint5X" fmla="*/ 4 w 6998"/>
                <a:gd name="GluePoint5Y" fmla="*/ 1 h 1000"/>
                <a:gd name="GluePoint6X" fmla="*/ 0 w 6998"/>
                <a:gd name="GluePoint6Y" fmla="*/ 1 h 10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6998" h="1000">
                  <a:moveTo>
                    <a:pt x="0" y="0"/>
                  </a:moveTo>
                  <a:lnTo>
                    <a:pt x="6498" y="0"/>
                  </a:lnTo>
                  <a:arcTo wR="500" hR="500" stAng="-5400000" swAng="10800000"/>
                  <a:lnTo>
                    <a:pt x="0" y="1000"/>
                  </a:lnTo>
                  <a:close/>
                </a:path>
              </a:pathLst>
            </a:custGeom>
            <a:solidFill>
              <a:srgbClr val="66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1219320"/>
              <a:ext cx="8077320" cy="0"/>
            </a:xfrm>
            <a:prstGeom prst="line">
              <a:avLst/>
            </a:prstGeom>
            <a:ln w="381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4760" y="228600"/>
            <a:ext cx="80154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599840"/>
            <a:ext cx="7925040" cy="441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996666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99ccff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669999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996666"/>
              </a:buClr>
              <a:buSzPct val="6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669999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DD21084-96E0-43B7-BD48-5BD8E82E03BC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0" y="927000"/>
            <a:ext cx="8991720" cy="4496040"/>
            <a:chOff x="0" y="927000"/>
            <a:chExt cx="8991720" cy="4496040"/>
          </a:xfrm>
        </p:grpSpPr>
        <p:sp>
          <p:nvSpPr>
            <p:cNvPr id="10" name=""/>
            <p:cNvSpPr/>
            <p:nvPr/>
          </p:nvSpPr>
          <p:spPr>
            <a:xfrm>
              <a:off x="685800" y="2070000"/>
              <a:ext cx="7391520" cy="3353040"/>
            </a:xfrm>
            <a:prstGeom prst="roundRect">
              <a:avLst>
                <a:gd name="adj" fmla="val 16667"/>
              </a:avLst>
            </a:prstGeom>
            <a:noFill/>
            <a:ln w="5076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228600" y="927000"/>
              <a:ext cx="7162920" cy="990720"/>
            </a:xfrm>
            <a:prstGeom prst="rect">
              <a:avLst/>
            </a:prstGeom>
            <a:solidFill>
              <a:srgbClr val="ffffff"/>
            </a:solidFill>
            <a:ln w="57240">
              <a:solidFill>
                <a:srgbClr val="669999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1384200"/>
              <a:ext cx="8991720" cy="1828800"/>
            </a:xfrm>
            <a:custGeom>
              <a:avLst/>
              <a:gdLst>
                <a:gd name="textAreaLeft" fmla="*/ 0 w 8991720"/>
                <a:gd name="textAreaRight" fmla="*/ 8077320 w 8991720"/>
                <a:gd name="textAreaTop" fmla="*/ 0 h 1828800"/>
                <a:gd name="textAreaBottom" fmla="*/ 1829160 h 1828800"/>
                <a:gd name="GluePoint1X" fmla="*/ 0 w 4916"/>
                <a:gd name="GluePoint1Y" fmla="*/ 0 h 1000"/>
                <a:gd name="GluePoint2X" fmla="*/ 2 w 4916"/>
                <a:gd name="GluePoint2Y" fmla="*/ 0 h 1000"/>
                <a:gd name="GluePoint3X" fmla="*/ 0 w 4916"/>
                <a:gd name="GluePoint3Y" fmla="*/ 1 h 1000"/>
                <a:gd name="GluePoint4X" fmla="*/ 4 w 4916"/>
                <a:gd name="GluePoint4Y" fmla="*/ 0 h 1000"/>
                <a:gd name="GluePoint5X" fmla="*/ 4 w 4916"/>
                <a:gd name="GluePoint5Y" fmla="*/ 1 h 1000"/>
                <a:gd name="GluePoint6X" fmla="*/ 0 w 4916"/>
                <a:gd name="GluePoint6Y" fmla="*/ 1 h 10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4916" h="1000">
                  <a:moveTo>
                    <a:pt x="0" y="0"/>
                  </a:moveTo>
                  <a:lnTo>
                    <a:pt x="4416" y="0"/>
                  </a:lnTo>
                  <a:arcTo wR="500" hR="500" stAng="-5400000" swAng="10800000"/>
                  <a:lnTo>
                    <a:pt x="0" y="1000"/>
                  </a:lnTo>
                  <a:close/>
                </a:path>
              </a:pathLst>
            </a:custGeom>
            <a:solidFill>
              <a:srgbClr val="66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0" y="3060720"/>
              <a:ext cx="8305920" cy="0"/>
            </a:xfrm>
            <a:prstGeom prst="line">
              <a:avLst/>
            </a:prstGeom>
            <a:ln w="507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240" y="1427040"/>
            <a:ext cx="8077320" cy="160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456840" y="6248160"/>
            <a:ext cx="213372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>
            <a:off x="3124080" y="625320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160"/>
            <a:ext cx="213372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9E61B3-6487-455C-91B6-B273D55DF13A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669999"/>
              </a:buClr>
              <a:buSzPct val="6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996666"/>
              </a:buClr>
              <a:buSzPct val="6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669999"/>
              </a:buClr>
              <a:buSzPct val="4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4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240" y="1426680"/>
            <a:ext cx="8077320" cy="20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166</a:t>
            </a:r>
            <a:br>
              <a:rPr sz="3600"/>
            </a:br>
            <a:r>
              <a:rPr b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ENTRAR O REI DA GLÓRIA</a:t>
            </a:r>
            <a:br>
              <a:rPr sz="3600"/>
            </a:b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16000" y="1267920"/>
            <a:ext cx="7167600" cy="496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Ouves tu? Jesus te chama,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te chama, ó pecador!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que salva e ama,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agora, sem temor.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entrar o Rei da glória Em ti mesmo, ó pecador; Quem é este Rei da glória?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Jesus, o teu Senhor.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mundo e o pecado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no coração lugar,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Jesus ressuscitado,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não podes abrigar?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entrar o Rei da glória Em ti mesmo, ó pecador; Quem é este Rei da glória?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Jesus, o teu Senhor.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6920" y="1341360"/>
            <a:ext cx="7023240" cy="48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prazer, a vista linda,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sedutor,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um dia aqui se finda,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 morte, ó pecador!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entrar o Rei da glória Em ti mesmo, ó pecador; Quem é este Rei da glória?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Jesus, o teu Senhor.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58920" y="1413000"/>
            <a:ext cx="6951600" cy="475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é dia aceitável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vires t'entregar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que mui amável,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Quer, e pode te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P.L.M.</a:t>
            </a:r>
            <a:br>
              <a:rPr sz="1400"/>
            </a:b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186920" y="1412640"/>
            <a:ext cx="7023240" cy="482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entrar o Rei da glória Em ti mesmo, ó pecador; Quem é este Rei da glória? </a:t>
            </a:r>
            <a:br>
              <a:rPr sz="3800"/>
            </a:br>
            <a:r>
              <a:rPr b="1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Jesus, o teu Senhor.</a:t>
            </a:r>
            <a:br>
              <a:rPr sz="3800"/>
            </a:br>
            <a:endParaRPr b="0" lang="pt-BR" sz="3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2005-10-16T01:36:59Z</dcterms:created>
  <dc:creator>Montagna</dc:creator>
  <dc:description/>
  <dc:language>pt-BR</dc:language>
  <cp:lastModifiedBy>Junior</cp:lastModifiedBy>
  <dcterms:modified xsi:type="dcterms:W3CDTF">2005-10-17T12:54:24Z</dcterms:modified>
  <cp:revision>2</cp:revision>
  <dc:subject/>
  <dc:title>166 - DEIXA ENTRAR 0 REI DA GLORIA </dc:title>
</cp:coreProperties>
</file>