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40754F-A6DD-4FAB-B428-14126AB997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0D4BC2-A902-4FCC-9E23-0168B9E60B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48D148D-ED81-496F-BC39-5EA2708AE78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542 – História de Cristo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Conta-me a história de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Grava-a no meu coração,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linda história inaudita,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graça, paz e perdão!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 como Ele, encarnando,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Veio no mundo morar,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aos pecadores, indignos,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Deus o amor revelar!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 como Ele, bondoso,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a ninguém rejeitou,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Como, de mãos estendidas,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Todos a si convidou!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não pode o bom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Mestre,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a quem for, recusar,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Se, convencido e contrito,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convite aceitar.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Conta-me quando no monte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cidade chorou,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orgulhosa e rebelde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amor rejeitou!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 como Ele ainda chora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os que seguem o mal;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endurecidos, resistem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seu amor divinal.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 também como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Mesmo na cruz, se lembrou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seus cruéis inimigos,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ao Pai por eles rogou!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ao ladrão moribundo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prontamente escutou,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nesse dia, consigo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descanso o levou!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Conta-me as duras afrontas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mansamente sofreu: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Como, na cruz levantado,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por ímpios morreu!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Dá-me o viver na certeza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que foi mesmo por mim!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seu amor inefável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tem mudança nem fim!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2005-12-26T20:52:30Z</dcterms:created>
  <dc:creator>Junior</dc:creator>
  <dc:description/>
  <dc:language>pt-BR</dc:language>
  <cp:lastModifiedBy>Junior</cp:lastModifiedBy>
  <dcterms:modified xsi:type="dcterms:W3CDTF">2005-12-26T20:52:32Z</dcterms:modified>
  <cp:revision>1</cp:revision>
  <dc:subject/>
  <dc:title>542 – História de Cristo</dc:title>
</cp:coreProperties>
</file>