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D4B64-A997-4EFC-8CFE-7462430E74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8CC82-176D-4FC6-BC84-07CC7E2785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0794E3-553F-451B-804A-A1B4987D56B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628 – Além do céu azul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Além do céu azul,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Jesus preparar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lar pra dar a quem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vitória alcançar.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Ele consegui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do porvir,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fé no meu Senhor Jesus.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sei que eu de mim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tenho pra dar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sei que meu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me veio salvar.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Ele livre estou,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Seguindo a Ele vou,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Até seu rosto ver além.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2005-12-25T19:59:54Z</dcterms:created>
  <dc:creator>Junior</dc:creator>
  <dc:description/>
  <dc:language>pt-BR</dc:language>
  <cp:lastModifiedBy>Junior</cp:lastModifiedBy>
  <dcterms:modified xsi:type="dcterms:W3CDTF">2005-12-25T20:00:01Z</dcterms:modified>
  <cp:revision>1</cp:revision>
  <dc:subject/>
  <dc:title>628 – Além do céu azul</dc:title>
</cp:coreProperties>
</file>