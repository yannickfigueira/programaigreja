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5C2AA5-C10E-42FE-B302-F5978F1CEA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EF8A0D-E52C-44A8-89E5-C0101BB6BD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E8EBDB-05CF-4002-B9D3-E4D3F98C08F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337 - Ó Bom Jesus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bom Jesus, tesouro de poder,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sentir-Te. sempre no meu ser! Faz-me andar, oh, sempre nesta luz, Pois dentro de mim vives,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meu bom Jesus!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Em mim,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enfim, ressuscitou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trevas livre estou assim, por Sua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Jesus, ó fonte de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Faz-me ouvir a Tua voz, Senhor; Sempre viver deli eu quero sim,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manifesta mais o Teu poder em mim!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Em mim,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enfim, ressuscitou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trevas livre estou assim, por Sua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Jesus, real Consolador,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Longe de Ti está o pecador!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Vives em mim, és minha salvação;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é feliz, o que Te tem no Coração!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Em mim,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enfim, ressuscitou Jesus;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trevas livre estou assim, por Sua luz!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2005-12-26T18:47:27Z</dcterms:created>
  <dc:creator>Junior</dc:creator>
  <dc:description/>
  <dc:language>pt-BR</dc:language>
  <cp:lastModifiedBy>Junior</cp:lastModifiedBy>
  <dcterms:modified xsi:type="dcterms:W3CDTF">2005-12-26T18:47:28Z</dcterms:modified>
  <cp:revision>1</cp:revision>
  <dc:subject/>
  <dc:title>337 - Ó Bom Jesus </dc:title>
</cp:coreProperties>
</file>