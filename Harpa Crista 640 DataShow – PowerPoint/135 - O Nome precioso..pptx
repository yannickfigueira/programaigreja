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A3FC46-2BDB-434C-A692-B182A36096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632872-FE40-4EF7-AE09-7E4B9B41A3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B5BFF9A-422B-42E5-95B6-78603BB84F4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800" strike="noStrike" u="sng">
                <a:solidFill>
                  <a:srgbClr val="ffffcc"/>
                </a:solidFill>
                <a:effectLst/>
                <a:uFillTx/>
                <a:latin typeface="Garamond"/>
              </a:rPr>
              <a:t>135</a:t>
            </a:r>
            <a:br>
              <a:rPr sz="4800"/>
            </a:br>
            <a:r>
              <a:rPr b="0" i="1" lang="pt-BR" sz="4800" strike="noStrike" u="sng">
                <a:solidFill>
                  <a:srgbClr val="ffffcc"/>
                </a:solidFill>
                <a:effectLst/>
                <a:uFillTx/>
                <a:latin typeface="Garamond"/>
              </a:rPr>
              <a:t>O NOME PRECIOSO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Teu nome é precioso, 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Amado Salvador;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E grande, glorioso, 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Nos enche de amor,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457200" y="1294920"/>
            <a:ext cx="8229600" cy="483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Nós todos Te adoramos 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Com verdadeira fé, 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Também nos humilhamos,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Aos Teus santos pés.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457200" y="837720"/>
            <a:ext cx="8229600" cy="52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Quantas bênçãos prometidas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No Teu nome, ó Salvador!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Hoje tenho vida.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Graça é concedida,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No Teu nome, ó Salvador!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Teu nome é sagrado, 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Nos dá consolação;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Por Ele foi-nos dado,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Do céu, real perdão;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Aviva a esperança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Aumenta nosso amor;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Dá firme confiança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E mais do teu vigor.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457200" y="1143000"/>
            <a:ext cx="8229600" cy="498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Quantas bênçãos prometidas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No Teu nome, ó Salvador!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Hoje tenho vida.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Graça é concedida,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No Teu nome, ó Salvador!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Teu nome é nossa vida 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e paz, é Salvador!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A arca oferecida 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Ao pobre pecador;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Por Ele abençoada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É toda a nação,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Que foi predestinada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À grande vocação.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/>
          </p:nvPr>
        </p:nvSpPr>
        <p:spPr>
          <a:xfrm>
            <a:off x="457200" y="837720"/>
            <a:ext cx="8229600" cy="528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Quantas bênçãos prometidas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No Teu nome, ó Salvador!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Hoje tenho vida.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Graça é concedida,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Garamond"/>
              </a:rPr>
              <a:t>No Teu nome, ó Salvador!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2005-07-17T13:32:05Z</dcterms:created>
  <dc:creator>Junior</dc:creator>
  <dc:description/>
  <dc:language>pt-BR</dc:language>
  <cp:lastModifiedBy>Junior</cp:lastModifiedBy>
  <dcterms:modified xsi:type="dcterms:W3CDTF">2005-07-17T13:57:10Z</dcterms:modified>
  <cp:revision>1</cp:revision>
  <dc:subject/>
  <dc:title>135 O NOME PRECIOSO</dc:title>
</cp:coreProperties>
</file>