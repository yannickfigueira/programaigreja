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C837D9-F779-4DFA-B313-6FEC2FE37A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716EB9-A4E9-4C6B-B91E-70CAA380F1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BE55F1-B0AC-4B76-9E2C-52C1592DC5E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30</a:t>
            </a:r>
            <a:br>
              <a:rPr sz="4400"/>
            </a:br>
            <a:r>
              <a:rPr b="0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meu! Por Cristo salvo,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morreu na cruz,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confesso alegremente,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pertenço ao bom Jesus.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sou meu!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mesmo e para sempre,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Teu!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meu! Por Ele remido, Quando o sangue derramou;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Sua graça confiando,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minh’alma resgatou.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sou meu!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mesmo e para sempre,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Teu!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meu! A Ti confio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quanto chamo meu;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nas Tuas mãos entrego;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Senhor, sou todo Teu!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sou meu!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mesmo e para sempre,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Teu!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meu! Ó santifica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quanto sou, Senhor!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vaidade e da soberba,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livrar-me, Salvador.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sou meu!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sou meu!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mesmo e para sempre,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Jesus, sou todo Teu!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2005-12-22T21:45:42Z</dcterms:created>
  <dc:creator>Junior</dc:creator>
  <dc:description/>
  <dc:language>pt-BR</dc:language>
  <cp:lastModifiedBy>Junior</cp:lastModifiedBy>
  <dcterms:modified xsi:type="dcterms:W3CDTF">2005-12-22T21:46:18Z</dcterms:modified>
  <cp:revision>1</cp:revision>
  <dc:subject/>
  <dc:title>30 NÃO SOU MEU </dc:title>
</cp:coreProperties>
</file>