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51802-BB6E-45B7-8666-C3E2D60284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CD7FB-392A-4372-AE96-0DEE74B5EF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4AE5D7-935C-41C4-90F8-4BBF090A75E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238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 DESALENTADO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 desalentado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viver atribulado?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o Cristo te chamando,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quer te dar Seu grande amor,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nos Seus braços te lançando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o teu Salvador.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não rejeites a liberdade,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hoje a santidade;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aqui no mundo passa;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morrerás, ó pecador,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aceitar a vera graça,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o teu Salvador.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queres paz, também o gozo,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nEle tu terás repouso,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terás senão tristeza,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Cá neste mundo de horror,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em Jesus há fortaleza,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o teu Salvador.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Vem a Jesus, teu Salvador.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Seu amor é irresistível,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teu Salvador.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Tuas horas vão passando,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não desprezes, pecador;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de Deus te convidando.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o teu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2005-12-23T20:28:49Z</dcterms:created>
  <dc:creator>Junior</dc:creator>
  <dc:description/>
  <dc:language>pt-BR</dc:language>
  <cp:lastModifiedBy>Junior</cp:lastModifiedBy>
  <dcterms:modified xsi:type="dcterms:W3CDTF">2005-12-23T20:29:14Z</dcterms:modified>
  <cp:revision>1</cp:revision>
  <dc:subject/>
  <dc:title> 238 Ó PECADOR DESALENTADO</dc:title>
</cp:coreProperties>
</file>