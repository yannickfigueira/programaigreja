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E88277-D70B-4464-894D-B07C06E6A8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42F53A-32DD-4DA0-BAE8-FBF0EB1098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F2E863-1D0E-45D1-8CFA-21D4454FC08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369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SOBAS ASAS DE DEUS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as asas de Deus, descansado;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Inda que é noite confiando estou;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Suas asas me acho abrigado,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Fui redimido, de Cristo eu sou.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Descansarei, descansarei,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Suas asas preciosas!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Descansarei, e não temerei.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asas tão poderosas!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Suas asas refúgio eu tenho,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coração pode, então, descansar;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 aflito, a Cristo eu venho,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Perfeito gozo vou nEle encontrar.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Descansarei, descansarei,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Suas asas preciosas!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Descansarei, e não temerei.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asas tão poderosas!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Suas asas, promessa preciosa!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me livra, me pode guardar;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protegido, nas asas gloriosas.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 alegria eu posso achar.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A.C.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Descansarei, descansarei,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Suas asas preciosas!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Descansarei, e não temerei.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asas tão poderosas!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2005-10-20T20:10:41Z</dcterms:created>
  <dc:creator>Montagna</dc:creator>
  <dc:description/>
  <dc:language>pt-BR</dc:language>
  <cp:lastModifiedBy>Montagna</cp:lastModifiedBy>
  <dcterms:modified xsi:type="dcterms:W3CDTF">2005-10-20T20:10:59Z</dcterms:modified>
  <cp:revision>2</cp:revision>
  <dc:subject/>
  <dc:title>369 - SOBAS ASAS DE DEUS</dc:title>
</cp:coreProperties>
</file>