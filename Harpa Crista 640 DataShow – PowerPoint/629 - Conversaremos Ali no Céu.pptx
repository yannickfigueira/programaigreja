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0A1460-BEC1-43E9-A7CD-6BBE972F52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7BE3DBB-E618-4007-BB39-2C013051FB8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629 - Conversaremos Ali no Céu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Conversaremos ali no Céu, Conversaremos: Jesus e eu.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Dirá o porquê do meu sofrer.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Naquele dia eu entenderei.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2005-12-27T15:02:04Z</dcterms:created>
  <dc:creator>Junior</dc:creator>
  <dc:description/>
  <dc:language>pt-BR</dc:language>
  <cp:lastModifiedBy>Junior</cp:lastModifiedBy>
  <dcterms:modified xsi:type="dcterms:W3CDTF">2005-12-27T15:02:06Z</dcterms:modified>
  <cp:revision>1</cp:revision>
  <dc:subject/>
  <dc:title>629 - Conversaremos Ali no Céu      Conversaremos ali no Céu, Conversaremos: Jesus e eu.  Dirá o porquê do meu sofrer.  Naquele dia eu entenderei. </dc:title>
</cp:coreProperties>
</file>