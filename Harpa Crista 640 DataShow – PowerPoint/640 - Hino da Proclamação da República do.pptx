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7FA8B5-B353-411A-AF06-7761507794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3B25EF-0440-47CD-A61A-4D6D058749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D82EB52-0E3F-4A35-813E-2F7298F67FD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640 – Hino da Proclamação da República do Brasil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 um pálio de luz desdobrado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a larga amplidão destes céus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canto rebel, que o passado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remir dos mais torpes labéus!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 um hino de glória que fale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esperanças de um novo porvir!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visões de triunfos embale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por ele lutando surgir!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Liberdade! Liberdade!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 as asas sobre nós!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Das lutas na tempestade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que ouçamos tua voz!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nem cremos que escravos outrora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Tenha havido em tão nobre pais...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Hoje, o rubro lampejo da Aurora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Acha irmãos, não tiranos hostis.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Somos todos iguais!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futuro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Saberemos, unidos, levar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augusto estandarte que, puro,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Brilha, ovante, da Pátria no altar! 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é mister que de pertos valentes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Haja sangue no nosso pendão,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Sangue vivo do herói Tiradentes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Batizou este audaz pavilhão!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Mensageiros da paz, paz queremos,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amor nossa força e poder,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da guerra nos transes supramos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Heis de ver-nos lutar e vencer! 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Ipiranga é preciso que o brado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 um grito soberbo de fé!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Brasil já surgiu libertado,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as púrpuras régias de pé!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Eia, pois, brasileiros, avante!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Verdes louros colhamos louçãos!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 o nosso pais, triunfante,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Livre terra de livres irmãos!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2005-12-27T15:09:39Z</dcterms:created>
  <dc:creator>Junior</dc:creator>
  <dc:description/>
  <dc:language>pt-BR</dc:language>
  <cp:lastModifiedBy>Junior</cp:lastModifiedBy>
  <dcterms:modified xsi:type="dcterms:W3CDTF">2005-12-27T15:09:41Z</dcterms:modified>
  <cp:revision>1</cp:revision>
  <dc:subject/>
  <dc:title>640 – Hino da Proclamação da República do Brasil</dc:title>
</cp:coreProperties>
</file>