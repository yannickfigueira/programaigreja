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527261-3F7A-437F-9D33-B4021549B68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348537-5FA4-4BF8-BBD2-77FFF09182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EFB265D-22D7-45F2-BFEF-52BFC57FCBD5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0" y="1628640"/>
            <a:ext cx="9144000" cy="28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306</a:t>
            </a:r>
            <a:br>
              <a:rPr sz="3600"/>
            </a:br>
            <a:r>
              <a:rPr b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PALAVRA DE DEUS UM TESOURO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Palavra de Deus é para mim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tesouro sem igual em valor!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Fala do amor de Deus,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amor que não tem fim;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Mais precioso do que ouro é este amor!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Palavra de Deus é doce,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Mais que o mel,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que a toma pela fé há de ser fiel,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Porque Deus nos concedeu o Emanuel,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Rocha viva donde mana leite e mel.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Luz que guia pela senda da paz,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alumia os que em trevas estão;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Lâmpada que nos faz ver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ardis de Satanás,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que brilha mesmo na escuridão.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Palavra de Deus é doce,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Mais que o mel,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que a toma pela fé há de ser fiel,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Porque Deus nos concedeu o Emanuel,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Rocha viva donde mana leite e mel.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381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um farol que sempre resplandeceu,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que mostra o porto da salvação;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na arca já entrou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do mundo se esqueceu,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Chegará por certo à eternal mansão.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E.C.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Palavra de Deus é doce,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Mais que o mel,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que a toma pela fé há de ser fiel,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Porque Deus nos concedeu o Emanuel,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Rocha viva donde mana leite e mel.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2005-10-19T02:34:51Z</dcterms:created>
  <dc:creator>Montagna</dc:creator>
  <dc:description/>
  <dc:language>pt-BR</dc:language>
  <cp:lastModifiedBy>User041</cp:lastModifiedBy>
  <dcterms:modified xsi:type="dcterms:W3CDTF">2006-07-02T19:17:00Z</dcterms:modified>
  <cp:revision>3</cp:revision>
  <dc:subject/>
  <dc:title>306 - A PALAVRA DE DEUS UM TESOURO</dc:title>
</cp:coreProperties>
</file>