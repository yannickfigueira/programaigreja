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163CA9-360B-42FF-8602-3FAFBB6FD4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CBFDE4-A606-49F7-B0C5-5FB2C43FD6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42A875-DF27-4A78-80DB-812582202BD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68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DE TER SALVAÇÃO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Podes receber a doce paz de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Crendo em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já desceu dos céus: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Toma, hoje, tua cruz,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das trevas para a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assim, mui gozo te dará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de ter salvação,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no teu coração.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Alegria fruirás,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desfrutares paz,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trouxa Cristo,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cruenta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amor de Cristo podes conhecer,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sustento santo podes receber: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mais só combaterás,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te defenderá,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assim, mui gozo te dará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de ter salvação,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no teu coração.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Alegria fruirás,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desfrutares paz,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trouxa Cristo,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cruenta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tu, de Cristo, fiel soldado ser?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Pelejar por Ele sempre sem temer?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então, ao Salvador;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Far-te-á mui vencedor,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assim, mui gozo te dará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de ter salvação,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no teu coração.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Alegria fruirás,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desfrutares paz,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trouxa Cristo,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cruenta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Poderás por Cristo ser aqui uma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obedeceres ao Senhor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vem, hoje, sem temor,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Aceitar o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assim, mui gozo te dará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de ter salvação,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no teu coração.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Alegria fruirás,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desfrutares paz,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trouxa Cristo,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cruenta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2005-12-23T09:24:34Z</dcterms:created>
  <dc:creator>Junior</dc:creator>
  <dc:description/>
  <dc:language>pt-BR</dc:language>
  <cp:lastModifiedBy>Junior</cp:lastModifiedBy>
  <dcterms:modified xsi:type="dcterms:W3CDTF">2005-12-23T09:24:47Z</dcterms:modified>
  <cp:revision>1</cp:revision>
  <dc:subject/>
  <dc:title>68 GOZO DE TER SALVAÇÃO </dc:title>
</cp:coreProperties>
</file>