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A6B0D1-95BF-4ABA-9D6E-E82ADA422FF9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3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15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16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1736640"/>
            <a:ext cx="77724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6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6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4"/>
          </p:nvPr>
        </p:nvSpPr>
        <p:spPr>
          <a:xfrm>
            <a:off x="45684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5"/>
          </p:nvPr>
        </p:nvSpPr>
        <p:spPr>
          <a:xfrm>
            <a:off x="3124080" y="625104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6"/>
          </p:nvPr>
        </p:nvSpPr>
        <p:spPr>
          <a:xfrm>
            <a:off x="6552720" y="625428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F8F6A4-8DC9-4989-B2AC-88DDD15DC23C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914400" algn="ctr">
              <a:spcBef>
                <a:spcPts val="601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371600" algn="ctr">
              <a:spcBef>
                <a:spcPts val="4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1736640"/>
            <a:ext cx="77724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165</a:t>
            </a:r>
            <a:br>
              <a:rPr sz="5400"/>
            </a:br>
            <a:r>
              <a:rPr b="0" lang="pt-BR" sz="5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 ARMADURA CRISTÃ</a:t>
            </a:r>
            <a:br>
              <a:rPr sz="5400"/>
            </a:br>
            <a:endParaRPr b="1" lang="pt-BR" sz="5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1280" y="274320"/>
            <a:ext cx="807552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Ao bom combate vamos, repletos de amor,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Vestidos de justiça, ferventes no Senhor;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Co'os lombos bem cingidos de verdadeira luz,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Calçados do Evangelho do Salvador Jesus.</a:t>
            </a:r>
            <a:br>
              <a:rPr sz="3200"/>
            </a:br>
            <a:endParaRPr b="1" lang="pt-BR" sz="32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De Deus, a armadura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de Cristo, o valor,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Irmão meu, segura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p'ra seres vencedor.</a:t>
            </a:r>
            <a:br>
              <a:rPr sz="4000"/>
            </a:b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23640" y="274680"/>
            <a:ext cx="856908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Da fé, o escudo, que pcde vos salvar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Dos dardos inflamados, que vem vos atirar 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 grande inimigo, o astuto tentador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Que sempre vos procura tragar, com seu furor.</a:t>
            </a:r>
            <a:br>
              <a:rPr sz="3200"/>
            </a:br>
            <a:endParaRPr b="1" lang="pt-BR" sz="32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De Deus, a armadura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de Cristo, o valor,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Irmão meu, segura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p'ra seres vencedor.</a:t>
            </a:r>
            <a:br>
              <a:rPr sz="4000"/>
            </a:b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Entrai no bom combate, em nome do Senhor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Com zelo, com coragem, unidos em amor; 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 inimigo, breve, assim, se vencerá,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 sob os pés nossos Jesus nô-lo porá.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br>
              <a:rPr sz="1400"/>
            </a:b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                                                                                                            P.L.M.</a:t>
            </a:r>
            <a:br>
              <a:rPr sz="1400"/>
            </a:br>
            <a:endParaRPr b="1" lang="pt-BR" sz="1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De Deus, a armadura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de Cristo, o valor,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Irmão meu, segura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p'ra seres vencedor.</a:t>
            </a:r>
            <a:br>
              <a:rPr sz="4000"/>
            </a:b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2005-10-16T01:33:51Z</dcterms:created>
  <dc:creator>Montagna</dc:creator>
  <dc:description/>
  <dc:language>pt-BR</dc:language>
  <cp:lastModifiedBy>Junior</cp:lastModifiedBy>
  <dcterms:modified xsi:type="dcterms:W3CDTF">2005-10-17T12:48:21Z</dcterms:modified>
  <cp:revision>3</cp:revision>
  <dc:subject/>
  <dc:title>165 - A ARMADURA CRISTÃ </dc:title>
</cp:coreProperties>
</file>