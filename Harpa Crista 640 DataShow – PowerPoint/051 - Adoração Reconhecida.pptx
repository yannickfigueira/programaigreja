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5DD67-493C-49FD-8D60-65DD0F8FC6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B97E7B-CBFB-4FE5-ACC8-3B92FC7AD8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1B6686-F49C-49A7-9C14-2202DC02F19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ADORAÇÃO RECONHECIDA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minh'alma, sem demora,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Ergue-te para entoar,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louvores do teu Cristo,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nome celebrar!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remir-te, p'ra remir-te,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vida Ele quis 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condição tão triste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Conheceu meu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dos céus desceu à terra,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ser meu Redentor!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grande! Oh! Quão grande!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amor de meu Senhor!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Condenado, justamente,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podia eu fazer,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Dessa pena p'ra livrar-me,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perdão p’ra merecer?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sangue, o Seu sangue,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Quis Jesus por mim verter!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meus crimes carregado,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Jesus crucificado,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minh'alma pra salvar;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Vinde todos! Vinde todos,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comigo, O adorar!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2005-12-22T23:08:10Z</dcterms:created>
  <dc:creator>Junior</dc:creator>
  <dc:description/>
  <dc:language>pt-BR</dc:language>
  <cp:lastModifiedBy>Junior</cp:lastModifiedBy>
  <dcterms:modified xsi:type="dcterms:W3CDTF">2005-12-22T23:08:30Z</dcterms:modified>
  <cp:revision>1</cp:revision>
  <dc:subject/>
  <dc:title>51 ADORAÇÃO RECONHECIDA </dc:title>
</cp:coreProperties>
</file>