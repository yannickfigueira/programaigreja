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C96C5-167E-4BD0-AF58-CD731B17D2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81C35-BFEC-4E68-96AD-ED50929F6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E5C267-907F-45F7-BD33-6E14FD10BB4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DOCE É CRER EM CRISTO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doce é crer em Cristo,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entregar-se a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Esperar em Suas promessas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andar na Sua luz!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Jesus Cristo,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amor me deste a mim!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Jesus Cristo,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quero crer em 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mui doce crer em Cristo,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cumprir o Seu querer,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descrendo em Sua Palavra,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luz p'ra nosso ser.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mui grato crer em Cristo;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busca o coração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tesouros infinitos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amor, paz e perdão.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em Ti confiar eu quero,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precioso Salvador;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bonança e na luta,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proteja o Teu amor.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J.T.L.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2005-10-18T21:26:50Z</dcterms:created>
  <dc:creator>Montagna</dc:creator>
  <dc:description/>
  <dc:language>pt-BR</dc:language>
  <cp:lastModifiedBy>Montagna</cp:lastModifiedBy>
  <dcterms:modified xsi:type="dcterms:W3CDTF">2005-10-18T21:27:11Z</dcterms:modified>
  <cp:revision>2</cp:revision>
  <dc:subject/>
  <dc:title>265 - DOCE É CRER EM CRISTO</dc:title>
</cp:coreProperties>
</file>