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17D791-5A76-4214-80C8-F890D665B5F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04B66B-53F4-4D09-ACDA-9FE69A7700D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C5B1D8A-6B2F-4E47-8E95-AB521FB8BA66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198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Jesus, O Bom Amigo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0" y="274320"/>
            <a:ext cx="9144000" cy="566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Achei um bom amigo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Jesus o Salvador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Escolhido dos milhares para mim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Dos vales é o lírio é o forte Mediador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 me purifica e guarda para Si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274320"/>
            <a:ext cx="9144000" cy="566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Consolador amado, 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Meu protetor do mal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Solicitude minha toma a Si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5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Dos vales é o Lírio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Estrela da manhã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Escolhido dos milhares para mim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Consolador amado, 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Meu protetor do mal,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Solicitude minha toma a Si.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Dos vales é o Lírio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Estrela da manhã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Escolhido dos milhares para mim.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274320"/>
            <a:ext cx="9144000" cy="5745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Levou-me as dores todas,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 mágoas lhe entreguei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Minha fortaleza é, na tentação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Deixei, por Ele tudo; 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Os ídolos queimei;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Ele me conserva santo o coração.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685800"/>
            <a:ext cx="9144000" cy="495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 o mundo me abandone;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Persiga o tentador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Jesus me guarda até da vida o fim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Dos vales é o Lírio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Estrela da manhã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Escolhido dos milhares para mim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Consolador amado, 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Meu protetor do mal,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Solicitude minha toma a Si.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Dos vales é o Lírio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Estrela da manhã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Escolhido dos milhares para mim.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18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Não desampara nunca,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Nem me abandonará,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 fiel e obediente eu viver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Um muro é de fogo,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 me protegerá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 que venha a mim 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tempo de morrer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464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Ao céu então voando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Sua glória eu verei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Onde a dor e a morte nunca vêm.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Dos vales é o Lírio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Estrela da manhã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Escolhido dos milhares para mim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Consolador amado, 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Meu protetor do mal,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Solicitude minha toma a Si.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Dos vales é o Lírio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Estrela da manhã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Escolhido dos milhares para mim.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2005-08-07T19:01:23Z</dcterms:created>
  <dc:creator>Junior</dc:creator>
  <dc:description/>
  <dc:language>pt-BR</dc:language>
  <cp:lastModifiedBy>Junior</cp:lastModifiedBy>
  <dcterms:modified xsi:type="dcterms:W3CDTF">2005-09-09T19:56:49Z</dcterms:modified>
  <cp:revision>4</cp:revision>
  <dc:subject/>
  <dc:title>198 Jesus, O Bom Amigo</dc:title>
</cp:coreProperties>
</file>