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2BC053-D591-4845-8239-48A43959D3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8D735A-D92F-45BC-8E2B-E9C806D3DA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3EA225-67C2-4E3B-99CB-46585F8B9DA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418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 UM SOLDADO</a:t>
            </a: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 um soldado de Jesus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servo do Senhor;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temerei levar a cruz,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Sofrendo grande dor.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da batalha me coroará,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me coroará;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me coroará;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da batalha me coroará,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celestial mansão;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verei o meu Rei,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terei meu galardão,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da batalha me coroará,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cidade de Sião!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Lutaram outros sem temor,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forte hei de ser;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Pelejarei por meu Senhor,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Confiando em Seu poder.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da batalha me coroará,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me coroará;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me coroará;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da batalha me coroará,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celestial mansão;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verei o meu Rei,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terei meu galardão,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da batalha me coroará,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cidade de Sião!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eu for fiel ao meu Jesus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não voltar p'ra trás,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Alcançarei no céu de luz,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Lugar de santa paz.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da batalha me coroará,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me coroará;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me coroará;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da batalha me coroará,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celestial mansão;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verei o meu Rei,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terei meu galardão,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da batalha me coroará,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cidade de Sião!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2005-10-21T03:30:48Z</dcterms:created>
  <dc:creator>Montagna</dc:creator>
  <dc:description/>
  <dc:language>pt-BR</dc:language>
  <cp:lastModifiedBy>Montagna</cp:lastModifiedBy>
  <dcterms:modified xsi:type="dcterms:W3CDTF">2005-10-21T03:30:58Z</dcterms:modified>
  <cp:revision>2</cp:revision>
  <dc:subject/>
  <dc:title>418 - SOU UM SOLDADO </dc:title>
</cp:coreProperties>
</file>