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7242120" cy="1981080"/>
            <a:chOff x="0" y="0"/>
            <a:chExt cx="7242120" cy="1981080"/>
          </a:xfrm>
        </p:grpSpPr>
        <p:sp>
          <p:nvSpPr>
            <p:cNvPr id="1" name=""/>
            <p:cNvSpPr/>
            <p:nvPr/>
          </p:nvSpPr>
          <p:spPr>
            <a:xfrm>
              <a:off x="0" y="925560"/>
              <a:ext cx="7122960" cy="1055520"/>
            </a:xfrm>
            <a:custGeom>
              <a:avLst/>
              <a:gdLst/>
              <a:ahLst/>
              <a:rect l="l" t="t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6a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7242120" cy="1903320"/>
            </a:xfrm>
            <a:custGeom>
              <a:avLst/>
              <a:gdLst/>
              <a:ahLst/>
              <a:rect l="l" t="t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8c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66"/>
              </a:buClr>
              <a:buSzPct val="8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0A33B8-BE46-4B58-B7C4-E7DD285623C4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"/>
          <p:cNvGrpSpPr/>
          <p:nvPr/>
        </p:nvGrpSpPr>
        <p:grpSpPr>
          <a:xfrm>
            <a:off x="0" y="0"/>
            <a:ext cx="8458200" cy="5943600"/>
            <a:chOff x="0" y="0"/>
            <a:chExt cx="8458200" cy="5943600"/>
          </a:xfrm>
        </p:grpSpPr>
        <p:sp>
          <p:nvSpPr>
            <p:cNvPr id="9" name=""/>
            <p:cNvSpPr/>
            <p:nvPr/>
          </p:nvSpPr>
          <p:spPr>
            <a:xfrm>
              <a:off x="0" y="2286000"/>
              <a:ext cx="8183520" cy="3657600"/>
            </a:xfrm>
            <a:custGeom>
              <a:avLst/>
              <a:gdLst/>
              <a:ahLst/>
              <a:rect l="l" t="t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6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8458200" cy="5856120"/>
            </a:xfrm>
            <a:custGeom>
              <a:avLst/>
              <a:gdLst/>
              <a:ahLst/>
              <a:rect l="l" t="t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8c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PlaceHolder 1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FE09F29-B4E8-49C3-98FE-5FE9CC9DD9AC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5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cc66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29  </a:t>
            </a:r>
            <a:br>
              <a:rPr sz="5400"/>
            </a:br>
            <a:r>
              <a:rPr b="0" i="1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 PRECIOSO SANGUE</a:t>
            </a: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</a:t>
            </a:r>
            <a:endParaRPr b="0" lang="pt-BR" sz="5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que precioso sangue,</a:t>
            </a:r>
            <a:br>
              <a:rPr sz="4400"/>
            </a:b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Meu Senhor verteu,</a:t>
            </a:r>
            <a:br>
              <a:rPr sz="4400"/>
            </a:b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Quando, para resgatar-nos,</a:t>
            </a:r>
            <a:br>
              <a:rPr sz="4400"/>
            </a:b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Padeceu! 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que precioso sangue,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Sangue de Jesus,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 por nós, foi derramado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Sobre a cruz!  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que precioso sangue,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Sangue remidor!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Sim, com este nos remiste, Redentor!  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que precioso sangue,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Sangue expiador!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Eis o que da pena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Livra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que precioso sangue, Purificador!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 de toda a mancha lava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 pecador!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que precioso sangue,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Fala-nos de paz;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Tudo quanto a lei exige,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Satisfaz!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que precioso sangue.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Por Ele entrarei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Sem receio, na presença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Do meu Rei!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que precioso sangue,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Do bom Salvador!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Hoje, a todos manifesta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Seu amor!  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2005-12-22T21:41:32Z</dcterms:created>
  <dc:creator>Junior</dc:creator>
  <dc:description/>
  <dc:language>pt-BR</dc:language>
  <cp:lastModifiedBy>Junior</cp:lastModifiedBy>
  <dcterms:modified xsi:type="dcterms:W3CDTF">2006-02-11T20:00:07Z</dcterms:modified>
  <cp:revision>2</cp:revision>
  <dc:subject/>
  <dc:title>29   O PRECIOSO SANGUE </dc:title>
</cp:coreProperties>
</file>