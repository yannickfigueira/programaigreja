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0CC11B-BD90-4C2D-8779-529071DCD2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266F15-71EA-4855-B9DB-001AB024F5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3FC3EC-D94B-4CEB-B134-8A837386D32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601 - A Seara Está Madura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seara está madura;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trabalho pra fazer.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a voz de Deus chamando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à ceifa te trazer!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labor o fruto aumenta,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vives sempre a 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Justa recompensa,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fores trabalhar.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Bem-aventurado o servo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viveu a trabalhar.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fiel o Pai declara: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"No meu gozo vais entrar."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labor o fruto aumenta,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vives sempre a orar.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Justa recompensa,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fores trabalhar.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2005-12-27T14:26:02Z</dcterms:created>
  <dc:creator>Junior</dc:creator>
  <dc:description/>
  <dc:language>pt-BR</dc:language>
  <cp:lastModifiedBy>Junior</cp:lastModifiedBy>
  <dcterms:modified xsi:type="dcterms:W3CDTF">2005-12-27T14:26:12Z</dcterms:modified>
  <cp:revision>1</cp:revision>
  <dc:subject/>
  <dc:title>601 - A Seara Está Madura</dc:title>
</cp:coreProperties>
</file>