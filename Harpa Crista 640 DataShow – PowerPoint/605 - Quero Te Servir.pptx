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90D8B6-7048-49ED-8DF3-3D99D2E48E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CE9F4-E941-4580-B9B6-969C9B05DE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D03E14-9F7C-44BD-B2B9-A4523C2092C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605 – Quero Te Servir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Quero, Jesus, fazer o teu querer;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servir-te, 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palavra sempre obedecer,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tens amado a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 servir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meu Salvador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 servir,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és o meu Pastor.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jornada sempre confiarei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grandioso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mensagem sempre levarei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que padecem 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 servir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meu Salvador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 servir,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és o meu Pastor.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dia, aqui, as lutas findarão;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 estarei.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 irei, sim, à feliz Sião,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tua santa grei.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 servir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meu Salvador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 servir,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és o meu Pastor.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2005-12-27T14:35:05Z</dcterms:created>
  <dc:creator>Junior</dc:creator>
  <dc:description/>
  <dc:language>pt-BR</dc:language>
  <cp:lastModifiedBy>Junior</cp:lastModifiedBy>
  <dcterms:modified xsi:type="dcterms:W3CDTF">2005-12-27T14:35:07Z</dcterms:modified>
  <cp:revision>1</cp:revision>
  <dc:subject/>
  <dc:title>605 – Quero Te Servir</dc:title>
</cp:coreProperties>
</file>