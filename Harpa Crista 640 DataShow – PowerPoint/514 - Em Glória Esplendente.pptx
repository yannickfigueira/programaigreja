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3FF84E-4596-4622-B2ED-8C416D37E62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EEDC0A-2401-47D9-88C8-46981BFAF39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61741F1-995D-4FBD-A358-3446B458E80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514 - Em Glória Esplendente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glória esplendente, na nuvem luzente,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mundo virá, outra vez, o Senhor;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santo Cordeiro, que lá no madeiro,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Verteu o Seu sangue purificador.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Cristo agora voltar, tu’alma irá jubilar?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Tens lâmpada pronta e as vestes também,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P’ra ires com Cristo além?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mais te demores, mas vem a Jesus.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fim de acender tua luz.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 Começando a ira, perece a mentira,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dia da vinda de Cristo, o Senhor;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mundo, enganado, no vício e pecado,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vai tomar parte nas bodas de amor.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 A graça perfeita, não temendo, aceita,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breve Jesus há de vir, lá do céu; Ó veste tu'alma, com graça e com calma. De dia e de noite, orando ao teu Deus.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2005-12-24T19:01:41Z</dcterms:created>
  <dc:creator>Junior</dc:creator>
  <dc:description/>
  <dc:language>pt-BR</dc:language>
  <cp:lastModifiedBy>Junior</cp:lastModifiedBy>
  <dcterms:modified xsi:type="dcterms:W3CDTF">2005-12-24T19:01:49Z</dcterms:modified>
  <cp:revision>1</cp:revision>
  <dc:subject/>
  <dc:title>514 - Em Glória Esplendente </dc:title>
</cp:coreProperties>
</file>