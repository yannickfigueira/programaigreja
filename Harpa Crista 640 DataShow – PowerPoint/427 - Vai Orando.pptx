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E8145C-3C4A-4F90-9AD3-0CC70AF62F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7B701D-79A0-415B-BBF0-32402131A5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CBA449-D05F-4783-BAEB-DAD95DF12B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427 - Vai Orando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pesar estás cercado,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 provado pela dor?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sofrer estás cansado,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do teu labor?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orando, vai 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soprar do furacão.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está velando,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consolação.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doenças, incertezas,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tu'alma passará,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dará firmeza,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também te curará.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orando, vai 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soprar do furacão.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está velando,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consolação.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Senhor a voz eleva,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 a Deus com mui fervor,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as faltas te releva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mitiga a tua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orando, vai 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soprar do furacão.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está velando,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consolação.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Tarda Deus em consolar-te?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orando com poder;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Presto, ajuda pode dar-te,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pedido responder.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orando, vai orando,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soprar do furacão.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Senhor está velando,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Dar-te-á consolação.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2005-12-26T16:51:21Z</dcterms:created>
  <dc:creator>Junior</dc:creator>
  <dc:description/>
  <dc:language>pt-BR</dc:language>
  <cp:lastModifiedBy>Junior</cp:lastModifiedBy>
  <dcterms:modified xsi:type="dcterms:W3CDTF">2005-12-26T16:51:23Z</dcterms:modified>
  <cp:revision>1</cp:revision>
  <dc:subject/>
  <dc:title>427 - Vai Orando </dc:title>
</cp:coreProperties>
</file>