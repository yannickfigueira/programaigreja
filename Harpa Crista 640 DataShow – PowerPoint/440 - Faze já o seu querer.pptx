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78148D-6A3A-4BAB-B2F7-3185637DE4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869BFB-653C-438A-8EE9-649FB4ED74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766503C-9CEA-4B63-8241-0F535B3A273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440 – Faze já o seu querer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viver pra Cristo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Firme permanecerás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paz após, tu sempre seguirás?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ao pé da cruz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teus cuidados deixarás?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Faze já o Seu querer!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poder e Seus dons te dará;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gozo, Cristo, sim, te inundará;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coração as manchas limpará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Fazendo tu, p’ra sempre,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querer!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Queres ir após de Cristo e carregar a cruz?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Queres conhecer a paz que dá Jesus?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Queres que te guie com a verdadeira luz?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Faze já o Seu querer!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poder e Seus dons te dará;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gozo, Cristo, sim, te inundará;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coração as manchas limpará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Fazendo tu, p’ra sempre,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querer!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Queres lá no céu os teus amigos encontrar?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Deves preparar tua vida sem tardar,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Queres pra Jesus a tua vida consagrar?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Faze já o Seu querer!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poder e Seus dons te dará;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gozo, Cristo, sim, te inundará;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coração as manchas limpará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Fazendo tu, p’ra sempre,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querer!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2005-12-26T15:59:31Z</dcterms:created>
  <dc:creator>Junior</dc:creator>
  <dc:description/>
  <dc:language>pt-BR</dc:language>
  <cp:lastModifiedBy>Junior</cp:lastModifiedBy>
  <dcterms:modified xsi:type="dcterms:W3CDTF">2005-12-26T15:59:33Z</dcterms:modified>
  <cp:revision>1</cp:revision>
  <dc:subject/>
  <dc:title>440 – Faze já o seu querer </dc:title>
</cp:coreProperties>
</file>