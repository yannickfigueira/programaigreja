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C604E5-806E-4BED-965F-E00228111A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641632-A2C9-4399-89BD-DBF27523E0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502DEE2-792C-4B31-B61F-8083CD233F9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632 – Mais um Templo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Hoje, inaugura-se aqui, santo Deus,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um padrão de teu amor: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novo templo, fanal para os céus,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Causa de mais louvor!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Deus! glória a Deus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Cantem os filhos teus!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Deus! glória a Deus!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nos altos céus!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Casa de cultos e fonte de luz,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Onde, Senhor, dás salvação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Evangelho que trouxe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tanta compaixão!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Deus! glória a Deus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Cantem os filhos teus!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Deus! glória a Deus!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nos altos céus!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Marco sublime da proclamação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teu amor - do teu querer: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pecadores aqui ouvirão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é o seu dever.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Deus! glória a Deus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Cantem os filhos teus!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Deus! glória a Deus!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nos altos céus!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Seja esta casa lugar de oração,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Habitação tua, oh! Deus!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porta do Céu, lugar de perdão,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Vida de paz nos céus!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Deus! glória a Deus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Cantem os filhos teus!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Deus! glória a Deus!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nos altos céus!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2005-12-27T15:34:19Z</dcterms:created>
  <dc:creator>Junior</dc:creator>
  <dc:description/>
  <dc:language>pt-BR</dc:language>
  <cp:lastModifiedBy>Junior</cp:lastModifiedBy>
  <dcterms:modified xsi:type="dcterms:W3CDTF">2005-12-27T15:34:21Z</dcterms:modified>
  <cp:revision>1</cp:revision>
  <dc:subject/>
  <dc:title>632 – Mais um Templo </dc:title>
</cp:coreProperties>
</file>