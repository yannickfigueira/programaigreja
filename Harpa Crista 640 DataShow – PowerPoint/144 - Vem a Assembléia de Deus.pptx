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media/image1.png" ContentType="image/pn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blipFill rotWithShape="0">
          <a:blip r:embed="rId2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74200" y="304920"/>
            <a:ext cx="8001000" cy="121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8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Clique para editar o formato do texto do título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66280" y="1752480"/>
            <a:ext cx="8001000" cy="4267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lnSpcReduction="9999"/>
          </a:bodyPr>
          <a:p>
            <a:pPr marL="469800" indent="-469800">
              <a:spcBef>
                <a:spcPts val="751"/>
              </a:spcBef>
              <a:buClr>
                <a:srgbClr val="cc0000"/>
              </a:buClr>
              <a:buSzPct val="65000"/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Clique para editar o formato de texto dos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907920" indent="-436320">
              <a:spcBef>
                <a:spcPts val="751"/>
              </a:spcBef>
              <a:buClr>
                <a:srgbClr val="cc00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2.º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2" marL="1305000" indent="-395280">
              <a:spcBef>
                <a:spcPts val="751"/>
              </a:spcBef>
              <a:buClr>
                <a:srgbClr val="cc0000"/>
              </a:buClr>
              <a:buSzPct val="60000"/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3.º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3" marL="1693800" indent="-387360">
              <a:spcBef>
                <a:spcPts val="751"/>
              </a:spcBef>
              <a:buClr>
                <a:srgbClr val="cc00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4.º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4" marL="2093760" indent="-398160">
              <a:spcBef>
                <a:spcPts val="751"/>
              </a:spcBef>
              <a:buClr>
                <a:srgbClr val="cc0000"/>
              </a:buClr>
              <a:buSzPct val="90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5.º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5" marL="2093760" indent="-398160">
              <a:spcBef>
                <a:spcPts val="751"/>
              </a:spcBef>
              <a:buClr>
                <a:srgbClr val="000000"/>
              </a:buClr>
              <a:buSzPct val="90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6.º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6" marL="2093760" indent="-398160">
              <a:spcBef>
                <a:spcPts val="751"/>
              </a:spcBef>
              <a:buClr>
                <a:srgbClr val="000000"/>
              </a:buClr>
              <a:buSzPct val="90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7.º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2" name=""/>
          <p:cNvSpPr/>
          <p:nvPr/>
        </p:nvSpPr>
        <p:spPr>
          <a:xfrm>
            <a:off x="609480" y="1566720"/>
            <a:ext cx="7958160" cy="109800"/>
          </a:xfrm>
          <a:custGeom>
            <a:avLst/>
            <a:gdLst>
              <a:gd name="GluePoint1X" fmla="*/ 0 w 1000"/>
              <a:gd name="GluePoint1Y" fmla="*/ 0 h 1000"/>
              <a:gd name="GluePoint2X" fmla="*/ 0 w 1000"/>
              <a:gd name="GluePoint2Y" fmla="*/ 0 h 1000"/>
              <a:gd name="GluePoint3X" fmla="*/ 0 w 1000"/>
              <a:gd name="GluePoint3Y" fmla="*/ 1000 h 1000"/>
              <a:gd name="GluePoint4X" fmla="*/ 0 w 1000"/>
              <a:gd name="GluePoint4Y" fmla="*/ 1000 h 1000"/>
              <a:gd name="GluePoint5X" fmla="*/ 0 w 1000"/>
              <a:gd name="GluePoint5Y" fmla="*/ 0 h 1000"/>
              <a:gd name="GluePoint6X" fmla="*/ 1000 w 1000"/>
              <a:gd name="GluePoint6Y" fmla="*/ 0 h 1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stroke="0"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609480" y="6244920"/>
            <a:ext cx="19814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000000"/>
                </a:solidFill>
                <a:effectLst/>
                <a:uFillTx/>
                <a:latin typeface="Verdan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000000"/>
                </a:solidFill>
                <a:effectLst/>
                <a:uFillTx/>
                <a:latin typeface="Verdan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&lt;rodapé&gt;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244920"/>
            <a:ext cx="19814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000000"/>
                </a:solidFill>
                <a:effectLst/>
                <a:uFillTx/>
                <a:latin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8B5F439-04C7-4A99-90FF-53802C374FA7}" type="slidenum"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blipFill rotWithShape="0">
          <a:blip r:embed="rId2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990720"/>
            <a:ext cx="7772400" cy="13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Clique para editar o formato do texto do título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dt" idx="4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000000"/>
                </a:solidFill>
                <a:effectLst/>
                <a:uFillTx/>
                <a:latin typeface="Verdan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000000"/>
                </a:solidFill>
                <a:effectLst/>
                <a:uFillTx/>
                <a:latin typeface="Verdan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&lt;rodapé&gt;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6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000000"/>
                </a:solidFill>
                <a:effectLst/>
                <a:uFillTx/>
                <a:latin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2D12B0F-0DD7-4923-80B1-419376A164B0}" type="slidenum"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685800" y="2394000"/>
            <a:ext cx="7772400" cy="109440"/>
          </a:xfrm>
          <a:custGeom>
            <a:avLst/>
            <a:gdLst>
              <a:gd name="GluePoint1X" fmla="*/ 0 w 1000"/>
              <a:gd name="GluePoint1Y" fmla="*/ 0 h 1000"/>
              <a:gd name="GluePoint2X" fmla="*/ 0 w 1000"/>
              <a:gd name="GluePoint2Y" fmla="*/ 0 h 1000"/>
              <a:gd name="GluePoint3X" fmla="*/ 0 w 1000"/>
              <a:gd name="GluePoint3Y" fmla="*/ 1000 h 1000"/>
              <a:gd name="GluePoint4X" fmla="*/ 0 w 1000"/>
              <a:gd name="GluePoint4Y" fmla="*/ 1000 h 1000"/>
              <a:gd name="GluePoint5X" fmla="*/ 0 w 1000"/>
              <a:gd name="GluePoint5Y" fmla="*/ 0 h 1000"/>
              <a:gd name="GluePoint6X" fmla="*/ 1000 w 1000"/>
              <a:gd name="GluePoint6Y" fmla="*/ 0 h 1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stroke="0" w="1000" h="100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Clique para editar o formato de texto dos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457200" indent="14400" algn="ctr">
              <a:spcBef>
                <a:spcPts val="6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2.º nível de tópicos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2" marL="909720" algn="ctr">
              <a:spcBef>
                <a:spcPts val="575"/>
              </a:spcBef>
              <a:buClr>
                <a:srgbClr val="cc0000"/>
              </a:buClr>
              <a:buSzPct val="60000"/>
              <a:buFont typeface="Wingdings" charset="2"/>
              <a:buChar char="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3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3.º nível de tópicos</a:t>
            </a:r>
            <a:endParaRPr b="0" lang="pt-BR" sz="23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3" marL="1306440" algn="ctr">
              <a:spcBef>
                <a:spcPts val="499"/>
              </a:spcBef>
              <a:buClr>
                <a:srgbClr val="cc0000"/>
              </a:buClr>
              <a:buSzPct val="65000"/>
              <a:buFont typeface="Wingdings" charset="2"/>
              <a:buChar char="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4" marL="1695600" algn="ctr">
              <a:spcBef>
                <a:spcPts val="624"/>
              </a:spcBef>
              <a:buClr>
                <a:srgbClr val="cc0000"/>
              </a:buClr>
              <a:buSzPct val="90000"/>
              <a:buFont typeface="Wingdings" charset="2"/>
              <a:buChar char="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5" marL="1695600">
              <a:spcBef>
                <a:spcPts val="499"/>
              </a:spcBef>
              <a:buClr>
                <a:srgbClr val="000000"/>
              </a:buClr>
              <a:buSzPct val="90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6" marL="1695600">
              <a:spcBef>
                <a:spcPts val="499"/>
              </a:spcBef>
              <a:buClr>
                <a:srgbClr val="000000"/>
              </a:buClr>
              <a:buSzPct val="90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10920" y="764640"/>
            <a:ext cx="8281800" cy="1295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144 </a:t>
            </a:r>
            <a:br>
              <a:rPr sz="3600"/>
            </a:br>
            <a:r>
              <a:rPr b="1" lang="pt-BR" sz="36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VEM A ASSEMBLÉIA DE DEUS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74200" y="1844640"/>
            <a:ext cx="8318520" cy="32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À Assembléia de Deus, vem comigo, </a:t>
            </a:r>
            <a:br>
              <a:rPr sz="3400"/>
            </a:br>
            <a:r>
              <a:rPr b="0" lang="pt-BR" sz="3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Ouvir a Palavra de Deus;</a:t>
            </a:r>
            <a:br>
              <a:rPr sz="3400"/>
            </a:br>
            <a:r>
              <a:rPr b="0" lang="pt-BR" sz="3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E terás a certeza, contigo,</a:t>
            </a:r>
            <a:br>
              <a:rPr sz="3400"/>
            </a:br>
            <a:r>
              <a:rPr b="0" lang="pt-BR" sz="3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Que Jesus é o caminho dos céus.</a:t>
            </a:r>
            <a:br>
              <a:rPr sz="3400"/>
            </a:br>
            <a:br>
              <a:rPr sz="3400"/>
            </a:br>
            <a:endParaRPr b="0" lang="pt-BR" sz="3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74200" y="1773360"/>
            <a:ext cx="8001000" cy="331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Ó vem, vem, vem, vem!</a:t>
            </a:r>
            <a:br>
              <a:rPr sz="3400"/>
            </a:br>
            <a:r>
              <a:rPr b="1" i="1" lang="pt-BR" sz="3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Vem à Assembléia e louvemos Ao nosso bom Deus Redentor, Pois maior alegria não temos, Que fruir Seu imenso amor.</a:t>
            </a:r>
            <a:br>
              <a:rPr sz="3400"/>
            </a:br>
            <a:endParaRPr b="0" lang="pt-BR" sz="3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24000" y="1773360"/>
            <a:ext cx="8820000" cy="223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Vem, irmão, à Assembléia dos Santos,</a:t>
            </a:r>
            <a:br>
              <a:rPr sz="3400"/>
            </a:br>
            <a:r>
              <a:rPr b="0" lang="pt-BR" sz="3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Sentir o poder do Senhor </a:t>
            </a:r>
            <a:br>
              <a:rPr sz="3400"/>
            </a:br>
            <a:r>
              <a:rPr b="0" lang="pt-BR" sz="3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E ali entoar lindos cantos </a:t>
            </a:r>
            <a:br>
              <a:rPr sz="3400"/>
            </a:br>
            <a:r>
              <a:rPr b="0" lang="pt-BR" sz="3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Exultando no Consolador.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74200" y="1773360"/>
            <a:ext cx="8001000" cy="331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Ó vem, vem, vem, vem!</a:t>
            </a:r>
            <a:br>
              <a:rPr sz="3400"/>
            </a:br>
            <a:r>
              <a:rPr b="1" i="1" lang="en-US" sz="3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Vem à Assembléia e louvemos Ao nosso bom Deus Redentor, Pois maior alegria não temos, Que fruir Seu imenso amor.</a:t>
            </a:r>
            <a:br>
              <a:rPr sz="3400"/>
            </a:br>
            <a:endParaRPr b="0" lang="pt-BR" sz="3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74200" y="1844280"/>
            <a:ext cx="8001000" cy="259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Na Assembléia de Deus tu estejas Humilde aos pés do Senhor; Santidade convém à Igreja, </a:t>
            </a:r>
            <a:br>
              <a:rPr sz="3400"/>
            </a:br>
            <a:r>
              <a:rPr b="0" lang="en-US" sz="3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P'ra gozarmos celeste amor.</a:t>
            </a:r>
            <a:br>
              <a:rPr sz="3400"/>
            </a:br>
            <a:endParaRPr b="0" lang="pt-BR" sz="3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74200" y="1773360"/>
            <a:ext cx="8001000" cy="331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Ó vem, vem, vem, vem!</a:t>
            </a:r>
            <a:br>
              <a:rPr sz="3400"/>
            </a:br>
            <a:r>
              <a:rPr b="1" i="1" lang="en-US" sz="3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Vem à Assembléia e louvemos Ao nosso bom Deus Redentor, Pois maior alegria não temos, Que fruir Seu imenso amor.</a:t>
            </a:r>
            <a:br>
              <a:rPr sz="3400"/>
            </a:br>
            <a:endParaRPr b="0" lang="pt-BR" sz="3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74200" y="1916280"/>
            <a:ext cx="8001000" cy="2304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Nós sentimos a santa presença</a:t>
            </a:r>
            <a:br>
              <a:rPr sz="3400"/>
            </a:br>
            <a:r>
              <a:rPr b="0" lang="en-US" sz="3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Do nosso querido Jesus;</a:t>
            </a:r>
            <a:br>
              <a:rPr sz="3400"/>
            </a:br>
            <a:r>
              <a:rPr b="0" lang="en-US" sz="3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Anulada foi tua sentença;</a:t>
            </a:r>
            <a:br>
              <a:rPr sz="3400"/>
            </a:br>
            <a:r>
              <a:rPr b="0" lang="en-US" sz="3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Deixa as trevas e vem para a luz.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	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                                                                                                   P.L.M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74200" y="1773360"/>
            <a:ext cx="8001000" cy="331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Ó vem, vem, vem, vem!</a:t>
            </a:r>
            <a:br>
              <a:rPr sz="3400"/>
            </a:br>
            <a:r>
              <a:rPr b="1" i="1" lang="en-US" sz="3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Vem à Assembléia e louvemos Ao nosso bom Deus Redentor, Pois maior alegria não temos, Que fruir Seu imenso amor.</a:t>
            </a:r>
            <a:br>
              <a:rPr sz="3400"/>
            </a:br>
            <a:endParaRPr b="0" lang="pt-BR" sz="3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2005-10-16T00:40:25Z</dcterms:created>
  <dc:creator>Montagna</dc:creator>
  <dc:description/>
  <dc:language>pt-BR</dc:language>
  <cp:lastModifiedBy>User041</cp:lastModifiedBy>
  <dcterms:modified xsi:type="dcterms:W3CDTF">2006-04-09T19:20:29Z</dcterms:modified>
  <cp:revision>3</cp:revision>
  <dc:subject/>
  <dc:title>144 - VEM A ASSEMBLEIA DE DEUS</dc:title>
</cp:coreProperties>
</file>