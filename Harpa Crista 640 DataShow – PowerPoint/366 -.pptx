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31C4CD-46D5-4099-864F-668DF7F9D1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247D3D-4DF8-47F7-91BD-F5D1EF11B0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9A5D50-1F1E-4BA2-9AE7-004090C33B4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366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Belém nasceu Jesus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grande Redentor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Sendo a bendita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um mundo pecador.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Aleluia a Cristo Jesus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enviado, Filho de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 luz que vida produz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trouxe lá dos Céus!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pastores, a Belém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a Jesus Louvar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gratidão, também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 a quem nos quis salvar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humilde adoração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sim ofertar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grato coração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sentiu o amor sem par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do céu Jesus desceu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Fez-se homem sendo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Nossas dores padeceu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P´ra levar-nos para os céus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glória, glória a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dom do seu amor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sim, nos Céus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com mais fervor.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Cantam os anjos, glória a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homens santa paz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Cantam glória os filhos Seus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Salve o Rei, que gozo nos traz.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S.J.N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2006-07-01T19:34:32Z</dcterms:created>
  <dc:creator>User041</dc:creator>
  <dc:description/>
  <dc:language>pt-BR</dc:language>
  <cp:lastModifiedBy>User041</cp:lastModifiedBy>
  <dcterms:modified xsi:type="dcterms:W3CDTF">2006-07-01T19:35:25Z</dcterms:modified>
  <cp:revision>2</cp:revision>
  <dc:subject/>
  <dc:title>366</dc:title>
</cp:coreProperties>
</file>