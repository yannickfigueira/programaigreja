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182F6F-26FF-4525-B46B-DD39C8B732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3C93DA-5E36-49A4-8509-BFA735C026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D3BFCA-1E17-4C6B-A737-135D1F1FE8B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324</a:t>
            </a:r>
            <a:br>
              <a:rPr sz="4400"/>
            </a:br>
            <a:r>
              <a:rPr b="1" lang="pt-BR" sz="44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JESUS, O MELHOR AMIGO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Meu Jesus é o melhor amigo,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NEle ponho toda a minha fé;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Minhas chagas quer sarar,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 minh'alma consolar,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Oh, Jesus é o melhor amigo!</a:t>
            </a:r>
            <a:r>
              <a:rPr b="0" lang="en-US" sz="44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Sempre prestes a ajudar,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Ele a todos quer salvar,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Sim, Jesus é o melhor amigo!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Meu Jesus é o fiel amigo,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 me dá Sua força e poder;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Torna em gozo minha dor,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Me inspira, dá valor;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Oh! Jesus é o melhor amigo!</a:t>
            </a:r>
            <a:r>
              <a:rPr b="0" lang="en-US" sz="44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Sempre prestes a ajudar,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Ele a todos quer salvar,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Sim, Jesus é o melhor amigo!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Quando as ondas se embravecem,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 meu barco querem afundar, 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Ele dá-me calma e paz,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 bonança sempre traz,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Sim Jesus é o melhor amigo!</a:t>
            </a:r>
            <a:r>
              <a:rPr b="0" lang="en-US" sz="44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Sempre prestes a ajudar,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Ele a todos quer salvar,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Sim, Jesus é o melhor amigo!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Ele deu a Sua própria vida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P'ra salvar o ímpio pecador;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Oh! Jamais me quer deixar,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Nunca me desamparar!</a:t>
            </a:r>
            <a:br>
              <a:rPr sz="3600"/>
            </a:br>
            <a:r>
              <a:rPr b="0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Sim, Jesus é o melhor amigo!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Jesus é o melhor amigo,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Sempre prestes a ajudar, 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Ele a todos quer salvar,</a:t>
            </a:r>
            <a:br>
              <a:rPr sz="3600"/>
            </a:br>
            <a:r>
              <a:rPr b="1" i="1" lang="pt-BR" sz="3600" strike="noStrike" u="none">
                <a:solidFill>
                  <a:srgbClr val="005800"/>
                </a:solidFill>
                <a:effectLst/>
                <a:uFillTx/>
                <a:latin typeface="comic"/>
              </a:rPr>
              <a:t>Sim, Jesus é o melhor amigo!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2005-10-19T07:30:22Z</dcterms:created>
  <dc:creator>Montagna</dc:creator>
  <dc:description/>
  <dc:language>pt-BR</dc:language>
  <cp:lastModifiedBy>Junior</cp:lastModifiedBy>
  <dcterms:modified xsi:type="dcterms:W3CDTF">2006-01-14T19:02:51Z</dcterms:modified>
  <cp:revision>4</cp:revision>
  <dc:subject/>
  <dc:title>324 - JESUS, O MELHOR AMIGO</dc:title>
</cp:coreProperties>
</file>