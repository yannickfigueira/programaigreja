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_rels/slideMaster1.xml.rels" ContentType="application/vnd.openxmlformats-package.relationships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_rels/slideLayout1.xml.rels" ContentType="application/vnd.openxmlformats-package.relationships+xml"/>
  <Override PartName="/ppt/slideLayouts/_rels/slideLayout2.xml.rels" ContentType="application/vnd.openxmlformats-package.relationships+xml"/>
  <Override PartName="/ppt/_rels/presentation.xml.rels" ContentType="application/vnd.openxmlformats-package.relationshi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_rels/slide6.xml.rels" ContentType="application/vnd.openxmlformats-package.relationships+xml"/>
  <Override PartName="/ppt/slides/_rels/slide7.xml.rels" ContentType="application/vnd.openxmlformats-package.relationships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</Types>
</file>

<file path=_rels/.rels><?xml version="1.0" encoding="UTF-8"?>
<Relationships xmlns="http://schemas.openxmlformats.org/package/2006/relationships"><Relationship Id="rId1" Type="http://schemas.openxmlformats.org/officedocument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Padr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sp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652B34E6-7F75-47E2-86F7-86B5F2FCC4A6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Padr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sp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178A3268-3866-452A-AD06-AC5DA8BE8EDD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do texto do título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 fontScale="92500" lnSpcReduction="9999"/>
          </a:bodyPr>
          <a:p>
            <a:pPr marL="343080" indent="-343080"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3040" indent="-285840">
              <a:spcBef>
                <a:spcPts val="799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143000" indent="-228600"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600200" indent="-228600">
              <a:spcBef>
                <a:spcPts val="799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&lt;data/hora&gt;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&lt;rodapé&gt;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4EBEEF24-3B59-4F82-8B61-D94EE893DC51}" type="slidenum"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&lt;número&gt;</a:t>
            </a:fld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laceHolder 1"/>
          <p:cNvSpPr>
            <a:spLocks noGrp="1"/>
          </p:cNvSpPr>
          <p:nvPr>
            <p:ph type="title"/>
          </p:nvPr>
        </p:nvSpPr>
        <p:spPr>
          <a:xfrm>
            <a:off x="0" y="2133360"/>
            <a:ext cx="91440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382 – Olhando para o Calvário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800" cy="1752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spAutoFit/>
          </a:bodyPr>
          <a:p>
            <a:pPr indent="0"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0" y="-360"/>
            <a:ext cx="9144000" cy="62485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Na cruz do Calvário olhando,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Avistei o Salvador;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Meu pecado expiando,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Revelou-se o Seu amor.  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0" y="-360"/>
            <a:ext cx="9144000" cy="62485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Lá na fonte desta luz,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</a:t>
            </a: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ue me trouxe um clarão,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Foi onde eu achei abrigo,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V</a:t>
            </a: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ida, paz e salvação.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 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0" y="-360"/>
            <a:ext cx="9144000" cy="62485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Vi Jesus crucificado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 sofrer tão grande dor,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Foi Seu sangue derramado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Pelo pobre pecador.  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title"/>
          </p:nvPr>
        </p:nvSpPr>
        <p:spPr>
          <a:xfrm>
            <a:off x="0" y="-360"/>
            <a:ext cx="9144000" cy="62485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Lá na fonte desta luz,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</a:t>
            </a: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ue me trouxe um clarão,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Foi onde eu achei abrigo,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V</a:t>
            </a: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ida, paz e salvação.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 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0" y="-360"/>
            <a:ext cx="9144000" cy="62485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Ó Cordeiro imaculado,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Que morreste sobre a cruz!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Livra-me do vil pecado,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Ó meu Salvador Jesus!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0" y="-360"/>
            <a:ext cx="9144000" cy="62485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Lá na fonte desta luz,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</a:t>
            </a: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ue me trouxe um clarão,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Foi onde eu achei abrigo,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V</a:t>
            </a: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ida, paz e salvação.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 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LibreOffice/25.2.6.1$Windows_X86_64 LibreOffice_project/13f8d05e475a6b6572cdd8fe3af1421c659c51c2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2005-12-26T18:11:11Z</dcterms:created>
  <dc:creator>Junior</dc:creator>
  <dc:description/>
  <dc:language>pt-BR</dc:language>
  <cp:lastModifiedBy>Junior</cp:lastModifiedBy>
  <dcterms:modified xsi:type="dcterms:W3CDTF">2005-12-26T18:11:12Z</dcterms:modified>
  <cp:revision>1</cp:revision>
  <dc:subject/>
  <dc:title>382 – Olhando para o Calvário</dc:title>
</cp:coreProperties>
</file>