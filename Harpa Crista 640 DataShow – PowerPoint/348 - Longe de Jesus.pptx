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62ADD-D867-409E-93BE-BE87686734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09EE3-964B-4D4B-BE66-1B6B754418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271DB1-D8E4-4ECC-BD79-072C12FD33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348 – Longe de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Vagava longe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plena solidão,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que a preciosa luz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Encheu meu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Assim, os meus pecados vi,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negra escuridão;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pé da cruz, então,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Caí, e recebi perdão.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salvou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meus grilhôes já quebrou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perdão,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coração.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Jesus morreu em grande 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me salvar,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Verteu Seu sangue expiador,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pôde me lavar: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murmurar,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Sofreu Jesus por mim, vil pecador;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isso vim ao pé da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Vencido pelo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salvou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meus grilhôes já quebrou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perdão,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coração.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Escuta a voz do Salvador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chama-te pra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Confessa-te um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vem ao bom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dará real poder,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e paz de Deus;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tudo fenecer,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viverás no céu. Deus seja louva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salvou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meus grilhôes já quebrou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por mim sofrendo,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morrendo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perdão,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coração.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2005-12-26T18:25:13Z</dcterms:created>
  <dc:creator>Junior</dc:creator>
  <dc:description/>
  <dc:language>pt-BR</dc:language>
  <cp:lastModifiedBy>Junior</cp:lastModifiedBy>
  <dcterms:modified xsi:type="dcterms:W3CDTF">2005-12-26T18:25:15Z</dcterms:modified>
  <cp:revision>1</cp:revision>
  <dc:subject/>
  <dc:title>348 – Longe de Jesus </dc:title>
</cp:coreProperties>
</file>