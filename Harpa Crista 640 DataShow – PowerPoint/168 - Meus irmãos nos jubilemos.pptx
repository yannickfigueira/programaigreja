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46508E-7BA2-484C-BFE7-31B2BF8EDF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458F6F-5EEE-4F13-8764-98677156B8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730E21-66A4-410C-BBED-824DC38BFB0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06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NOS JUBILEMOS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nos jubilemos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o Rei da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fé que recebemos,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paz, que dá vitória,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Consolador divino,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aviva a memória,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nós entoa hinos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nos jubilemos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por Sua bênção;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assim, nós sempre temos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nós congregados,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Entoemos nosso canto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Senhor, o nosso amado,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bom Deus, perfeito e santo;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gozo jubilemos,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secar-se-á o pranto;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espírito adoremos a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nos jubilemos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por Sua bênção;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assim, nós sempre temos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em Cristo somos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Espírito gerados,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pra sermos santos, fomos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 já resgatados;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fé, nós desfrutamos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Liberdade do pecado,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também, nos alegramos em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Irmãos, nos jubilemos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por Sua bênção;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assim, nós sempre temos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2005-12-23T13:03:15Z</dcterms:created>
  <dc:creator>Junior</dc:creator>
  <dc:description/>
  <dc:language>pt-BR</dc:language>
  <cp:lastModifiedBy>Junior</cp:lastModifiedBy>
  <dcterms:modified xsi:type="dcterms:W3CDTF">2005-12-23T13:03:33Z</dcterms:modified>
  <cp:revision>1</cp:revision>
  <dc:subject/>
  <dc:title>168 MEUS IRMÃOS, NOS JUBILEMOS </dc:title>
</cp:coreProperties>
</file>