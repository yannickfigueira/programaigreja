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017447-3D22-4446-9684-080C7AC80E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19A5C5-2A95-4E96-9554-2E8E9C5351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FE21AA7-8A70-4282-8025-27802AEDB15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633 - Meu Brasil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Brasil, nação gigante e mui sublime,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Creio ver-te muito breve bem maior,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Combatendo a iniqüidade, o vicio, o crime,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Redimido aos pés de Cristo, o Salvador.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Brasil! meu Brasil!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largo peito e deixa a luz raiar!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Brasil! meu Brasil!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Evangelho de Jesus te quer salvar!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Debelar a escuridão minh'alma anseia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teu meio, onde o Evangelho prega a paz.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Espalhando livros santos a mancheia,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vitória, meu Brasil, alcançarás.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te peço, meu Senhor, poder, riqueza,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 as glórias que oferece o mundo vil: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que eu possa ver fulgindo de beleza,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coroa de Jesus - o meu Brasil.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2005-12-27T15:31:33Z</dcterms:created>
  <dc:creator>Junior</dc:creator>
  <dc:description/>
  <dc:language>pt-BR</dc:language>
  <cp:lastModifiedBy>Junior</cp:lastModifiedBy>
  <dcterms:modified xsi:type="dcterms:W3CDTF">2005-12-27T15:31:35Z</dcterms:modified>
  <cp:revision>1</cp:revision>
  <dc:subject/>
  <dc:title>633 - Meu Brasil </dc:title>
</cp:coreProperties>
</file>