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427DEF-53B6-466E-BBE4-27B89381F8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833068-C361-4262-8390-5549100A43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72B640-56DC-4BE8-86E1-F1B2B9E95D1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544 - Creio, Senhor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Jesus, o sangue teu,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grande amor e retidão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para mim glorioso véu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me cobrir com teu perdão.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Creio, Senhor, na redenção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Dada na cruz ao pecador,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resgatou da perdição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pobre ser, por santo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Creio, Senhor, que nunca mais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Mal há de entrar no lar do Além,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Que, pela cruz, os imortais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Desfrutarão o eterno bem.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2005-12-26T20:56:23Z</dcterms:created>
  <dc:creator>Junior</dc:creator>
  <dc:description/>
  <dc:language>pt-BR</dc:language>
  <cp:lastModifiedBy>Junior</cp:lastModifiedBy>
  <dcterms:modified xsi:type="dcterms:W3CDTF">2005-12-26T20:56:26Z</dcterms:modified>
  <cp:revision>1</cp:revision>
  <dc:subject/>
  <dc:title>544 - Creio, Senhor</dc:title>
</cp:coreProperties>
</file>