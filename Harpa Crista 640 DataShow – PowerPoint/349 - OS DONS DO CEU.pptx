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242120" cy="1981080"/>
            <a:chOff x="0" y="0"/>
            <a:chExt cx="7242120" cy="1981080"/>
          </a:xfrm>
        </p:grpSpPr>
        <p:sp>
          <p:nvSpPr>
            <p:cNvPr id="1" name=""/>
            <p:cNvSpPr/>
            <p:nvPr/>
          </p:nvSpPr>
          <p:spPr>
            <a:xfrm>
              <a:off x="0" y="925560"/>
              <a:ext cx="7122960" cy="1055520"/>
            </a:xfrm>
            <a:custGeom>
              <a:avLst/>
              <a:gdLst/>
              <a:ahLst/>
              <a:rect l="l" t="t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a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7242120" cy="1903320"/>
            </a:xfrm>
            <a:custGeom>
              <a:avLst/>
              <a:gdLst/>
              <a:ahLst/>
              <a:rect l="l" t="t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66"/>
              </a:buClr>
              <a:buSzPct val="8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D614D3-E524-46E0-B5BA-737E55153AB4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8458200" cy="5943600"/>
            <a:chOff x="0" y="0"/>
            <a:chExt cx="8458200" cy="5943600"/>
          </a:xfrm>
        </p:grpSpPr>
        <p:sp>
          <p:nvSpPr>
            <p:cNvPr id="9" name=""/>
            <p:cNvSpPr/>
            <p:nvPr/>
          </p:nvSpPr>
          <p:spPr>
            <a:xfrm>
              <a:off x="0" y="2286000"/>
              <a:ext cx="8183520" cy="3657600"/>
            </a:xfrm>
            <a:custGeom>
              <a:avLst/>
              <a:gdLst/>
              <a:ahLst/>
              <a:rect l="l" t="t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60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8458200" cy="5856120"/>
            </a:xfrm>
            <a:custGeom>
              <a:avLst/>
              <a:gdLst/>
              <a:ahLst/>
              <a:rect l="l" t="t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0">
              <a:gsLst>
                <a:gs pos="0">
                  <a:srgbClr val="720000"/>
                </a:gs>
                <a:gs pos="100000">
                  <a:srgbClr val="8c000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150108-0F1E-4479-81F4-6CB404073E70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349</a:t>
            </a:r>
            <a:br>
              <a:rPr sz="5400"/>
            </a:br>
            <a:r>
              <a:rPr b="1" lang="pt-BR" sz="5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OS DONS DO CEU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Os dons do céu prometidos,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Pai esperamos aqui;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Em santo amor reunidos,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Nós suplicamos a Ti.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céus;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Chuvas do Consolador,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 dos céus, ó bom Deus!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céus,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nos dão sempre vigor;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Manda-nos já, o bom Deus!</a:t>
            </a: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Manda-nos chuvas constantes,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Chuvas do Consolador;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Chuvas, sim, mas abundantes,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Chuvas de vida e de amor!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céus;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Chuvas do Consolador,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 dos céus, ó bom Deus!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céus,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nos dão sempre vigor;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Manda-nos já, o bom Deus!</a:t>
            </a: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Teu poder esperamos,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 glorioso Senhor!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Dos altos céus aguardamos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Chuvas do Consolados!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céus;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Chuvas do Consolador,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 dos céus, ó bom Deus!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céus,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nos dão sempre vigor;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Manda-nos já, o bom Deus!</a:t>
            </a: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Pai abençoa os crentes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Que sempre estão a buscar 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Tua face, tementes;</a:t>
            </a:r>
            <a:br>
              <a:rPr sz="4000"/>
            </a:b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Chuvas, lhes queiras mandar.</a:t>
            </a:r>
            <a:r>
              <a:rPr b="0" lang="pt-BR" sz="40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	</a:t>
            </a:r>
            <a:r>
              <a:rPr b="0" lang="pt-BR" sz="1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P.L.M.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2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céus;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 Chuvas do Consolador,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 dos céus, ó bom Deus!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Manda, ó Senhor, chuvas dos céus,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nos dão sempre vigor; </a:t>
            </a:r>
            <a:br>
              <a:rPr sz="3600"/>
            </a:br>
            <a:r>
              <a:rPr b="1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Manda-nos já, o bom Deus!</a:t>
            </a: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2005-10-20T01:00:53Z</dcterms:created>
  <dc:creator>Montagna</dc:creator>
  <dc:description/>
  <dc:language>pt-BR</dc:language>
  <cp:lastModifiedBy>Montagna</cp:lastModifiedBy>
  <dcterms:modified xsi:type="dcterms:W3CDTF">2005-10-20T01:08:09Z</dcterms:modified>
  <cp:revision>3</cp:revision>
  <dc:subject/>
  <dc:title>349 - OS DONS DO CEU</dc:title>
</cp:coreProperties>
</file>