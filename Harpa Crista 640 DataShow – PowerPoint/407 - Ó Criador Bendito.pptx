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BEA20C-CF6A-42A1-A25E-763DB8A1F5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7BEF97-5E0F-4DBF-B494-803ED06297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0C698B-DB63-43C9-ADE7-DB4E5210EBE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407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Criador Bendito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Criador bendito, ó fonte de esperança,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ó Pai contritos, buscamos com confiança;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deste em herança a glória sempiterna;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pão da vida eterna, ó manda-nos dos céus!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Excelso Criador, supremo benfeitor,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 derrama em nós, qual viva chama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Excelso Criador, supremo benfeitor,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 derrama, por Teu Consolados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Unidos esperamos o Teu celeste ensino;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manda, suplicamos por Teu poder divino;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este hino, que nós a Ti cantamos,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gratos Te louvamos, por Tua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Excelso Criador, supremo benfeitor,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 derrama em nós, qual viva chama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Excelso Criador, supremo benfeitor,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 derrama, por Teu Consolados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coração se alegra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alma está contente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dia que se ao Deus Onipotentes;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paz profunda sente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alma do perdido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hoje é um remido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Cristo, o Salvador.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Excelso Criador, supremo benfeitor,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 derrama em nós, qual viva chama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Excelso Criador, supremo benfeitor,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 derrama, por Teu Consolados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2005-10-21T10:02:21Z</dcterms:created>
  <dc:creator>Montagna</dc:creator>
  <dc:description/>
  <dc:language>pt-BR</dc:language>
  <cp:lastModifiedBy>Montagna</cp:lastModifiedBy>
  <dcterms:modified xsi:type="dcterms:W3CDTF">2005-10-21T10:02:53Z</dcterms:modified>
  <cp:revision>3</cp:revision>
  <dc:subject/>
  <dc:title>407 – Ó Criador Bendito </dc:title>
</cp:coreProperties>
</file>