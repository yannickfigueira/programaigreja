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724744-D1E9-4E64-AA79-98773509F9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891048-4652-4D70-A180-5AEF4FCCCD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68A3F8-B19F-4355-A814-F307BC92072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103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uma luz, bendita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vem a nós dos céus;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face do Senhor Jesus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Reflete o amor de Deus.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 de Deus.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uma gloriosa luz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Guiando o nosso andar,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santos passos de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‘Tó chegarmos ao lar.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 de Deus.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uma luz, a santa luz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qual podemos ver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lindo céu, a glória à flux,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vamos receber.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 de Deus.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santa e bendita luz.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Cercado de esplendor,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Virá O que morreu na cruz,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amado Senhor.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5791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 de Deus.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Caminhemos na luz de Deus.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2005-12-23T10:38:48Z</dcterms:created>
  <dc:creator>Junior</dc:creator>
  <dc:description/>
  <dc:language>pt-BR</dc:language>
  <cp:lastModifiedBy>Junior</cp:lastModifiedBy>
  <dcterms:modified xsi:type="dcterms:W3CDTF">2005-12-23T10:39:25Z</dcterms:modified>
  <cp:revision>1</cp:revision>
  <dc:subject/>
  <dc:title>103 CAMINHEMOS NA LUZ </dc:title>
</cp:coreProperties>
</file>