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8A5177-D29E-47DE-BAEE-A1A63009A6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2110D-152E-4B6B-9556-5F3C446A2A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AA83A8-3194-4F89-BA26-93306C54AC1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197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LAR DA GLÓRIA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foi Jesus preparar-nos lugar.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breve, mui breve Ele há de voltar,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um lar na glória!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lar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Levanta os olhos e conta o que há.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glória.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pedras preciosas o lar brilha lá,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um lar na glória!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lar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Ainda não vi, mas os anjos estão,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ruas cobertas de ouro serão,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um lar na glória!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lar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dia, feliz para o céu seguirei, P’ra.glória,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a reinar, eu depois voltarei, Em glória.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um lar na glória!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lar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Amigos espero no céu encontrar,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juntos havemos de sempre ficar,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glória.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um lar na glória!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sei, eu sei, 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lar no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2005-12-23T15:04:12Z</dcterms:created>
  <dc:creator>Junior</dc:creator>
  <dc:description/>
  <dc:language>pt-BR</dc:language>
  <cp:lastModifiedBy>Junior</cp:lastModifiedBy>
  <dcterms:modified xsi:type="dcterms:W3CDTF">2005-12-23T15:04:31Z</dcterms:modified>
  <cp:revision>1</cp:revision>
  <dc:subject/>
  <dc:title>197 O LAR DA GLÓRIA </dc:title>
</cp:coreProperties>
</file>