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9E04DD-E57D-4E56-B2CB-BD0817C0C8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479067-E43A-410A-8548-A062DBBFB8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1756321-557A-46F7-923F-54C03A32EAF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528 - Eu Te Amo, ó Deus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te amo, ó Deus, não só porque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Almejo o Céu fruir,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Nem só porque eu temo aqui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morte sucumbir. 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te amo, ó Deus, porque na cruz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Provaste o teu amor: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desceu e em meu lugar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Morreu, sofrendo a dor. 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isso, ó Deus, o meu amor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Eterno há de ser.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Cantar no Céu o teu louvor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Será o meu prazer.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2005-12-26T20:05:05Z</dcterms:created>
  <dc:creator>Junior</dc:creator>
  <dc:description/>
  <dc:language>pt-BR</dc:language>
  <cp:lastModifiedBy>Junior</cp:lastModifiedBy>
  <dcterms:modified xsi:type="dcterms:W3CDTF">2005-12-26T20:05:07Z</dcterms:modified>
  <cp:revision>1</cp:revision>
  <dc:subject/>
  <dc:title>528 - Eu Te Amo, ó Deus </dc:title>
</cp:coreProperties>
</file>