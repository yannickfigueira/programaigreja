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CF2B8-CB4C-4C76-A984-994F71CF58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498D8-995C-439A-978B-FCC3815655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23F6C4-2384-42DD-B4A6-2D421402AD3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428 - A Estrela da alva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Mostra-Te, estrela da manhã,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bondoso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Tua luz, a vida é vã,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Tua luz não temos vigor!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Tua luz não temos vigor!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estrela da alva, estrela que salva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perdida alma que vaga sem ter direção!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é, do fiel,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estrela de fulgor,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o bom Emanuel,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 manhã nos enche de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 manhã nos enche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estrela da alva, estrela que salva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perdida alma que vaga sem ter direção!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Bendita estrela dos hebreus,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mundo iluminou.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nos mandou os raios Seus,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Raios d’amor, que já nos salvou,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Raios d’amor, que já nos salvou.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estrela da alva, estrela que salva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perdida alma que vaga sem ter direção!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2005-12-26T16:46:48Z</dcterms:created>
  <dc:creator>Junior</dc:creator>
  <dc:description/>
  <dc:language>pt-BR</dc:language>
  <cp:lastModifiedBy>Junior</cp:lastModifiedBy>
  <dcterms:modified xsi:type="dcterms:W3CDTF">2005-12-26T16:47:00Z</dcterms:modified>
  <cp:revision>1</cp:revision>
  <dc:subject/>
  <dc:title>428 - A Estrela da alva </dc:title>
</cp:coreProperties>
</file>