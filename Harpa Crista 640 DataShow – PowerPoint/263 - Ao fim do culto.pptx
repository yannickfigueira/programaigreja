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E93FF-9172-48F2-80FE-20A5A4F06E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12448-FA0E-46D4-B307-14480FA83D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18771E-1E54-480C-9B9E-159970EB377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FIM DO CULTO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culto tendo já terminado,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suplicamos, ó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em qualquer coisa foi perturbado, Que nos perdoes, por Teu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Gravar Tu queiras a sã doutrina,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Teu Espírito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sustenta, que nos ensina,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nos enche do Teu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nós aqui não mais regressarmos, Certeza temos de ver na luz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santos juntos e contemplarmos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um dia, o bom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2005-12-23T21:11:23Z</dcterms:created>
  <dc:creator>Junior</dc:creator>
  <dc:description/>
  <dc:language>pt-BR</dc:language>
  <cp:lastModifiedBy>Junior</cp:lastModifiedBy>
  <dcterms:modified xsi:type="dcterms:W3CDTF">2005-12-23T21:11:34Z</dcterms:modified>
  <cp:revision>1</cp:revision>
  <dc:subject/>
  <dc:title>263 AO FIM DO CULTO </dc:title>
</cp:coreProperties>
</file>