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7C119E-E088-4115-B6D3-881E6B4149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0A9C81-3704-40A2-A059-D40C63A660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58AF8A-0C09-45C5-B3F0-DE89162FC5E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1413000"/>
            <a:ext cx="7773840" cy="295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63</a:t>
            </a:r>
            <a:br>
              <a:rPr sz="4400"/>
            </a:br>
            <a:r>
              <a:rPr b="1" lang="pt-BR" sz="44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ACORDAI, ACORDAI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76280"/>
            <a:ext cx="9144000" cy="609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Eis marchamos para aquele' bóm país, Onde o crente 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(sim, é Cristo quem o diz), 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Com seu Salvador p'ra sempre ali feliz, Vai com Ele descansar.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Trabalhemos, pois, 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Com zelo e com vigor, 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Constrangidos pelo Seu imenso amor; Trabalhemos pelo nosso Salvador: 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Eis que a vida vai findar!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532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Acordai! Acordai!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Despertai! Despertai!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 cantai! Sim, cantai!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O Senhor não tardará.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Eis marchamos para aquele bom país,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Onde o crente (sim, é Cristo quem o diz),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Com seu Salvador, p'ra sempre ali feliz,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Vai com Ele descansar.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620640"/>
            <a:ext cx="9144000" cy="623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Eis conosco nosso insigne Capitão, Que nos assegura eterna salvação!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Eis da santa fé, o invicto pavilhão! Vamos, vamos trabalhar!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Eis avante! Nada temos que temer;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Por Jesus, havemos sempre de vencer, Trabalhemos, pois até o amanhecer, 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 o trabalho aqui findar!</a:t>
            </a:r>
            <a:br>
              <a:rPr sz="4000"/>
            </a:b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547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Acordai! Acordai!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Despertai! Despertai!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 cantai! Sim, cantai!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O Senhor não tardará.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Eis marchamos para aquele bom país,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Onde o crente (sim, é Cristo quem o diz),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Com seu Salvador, p'ra sempre ali feliz,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Vai com Ele descansar.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836280"/>
            <a:ext cx="9144000" cy="525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Revestidos da couraça de Jesus, Como servos Seus e filhos, sim, da luz, 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Gloriando-nos em Cristo e Sua cruz! Vamos, vamos, trabalhar!</a:t>
            </a:r>
            <a:br>
              <a:rPr sz="4000"/>
            </a:br>
            <a:r>
              <a:rPr b="0" lang="en-US" sz="40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Os perdidos, vamos com amor buscar, Aos desesperados, vamos declarar Que Jesus `stá pronto todos a salvar! O sim, vamos trabalhar!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540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Acordai! Acordai!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Despertai! Despertai!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 cantai! Sim, cantai!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O Senhor não tardará.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Eis marchamos para aquele bom país,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Onde o crente (sim, é Cristo quem o diz),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Com seu Salvador, p'ra sempre ali feliz, </a:t>
            </a:r>
            <a:br>
              <a:rPr sz="3600"/>
            </a:br>
            <a:r>
              <a:rPr b="1" i="1" lang="en-US" sz="3600" strike="noStrike" u="none">
                <a:solidFill>
                  <a:srgbClr val="fff7ff"/>
                </a:solidFill>
                <a:effectLst/>
                <a:uFillTx/>
                <a:latin typeface="Arial"/>
              </a:rPr>
              <a:t>Vai com Ele descansar.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2005-10-15T21:15:05Z</dcterms:created>
  <dc:creator>Montagna</dc:creator>
  <dc:description/>
  <dc:language>pt-BR</dc:language>
  <cp:lastModifiedBy>Junior</cp:lastModifiedBy>
  <dcterms:modified xsi:type="dcterms:W3CDTF">2005-10-16T12:57:57Z</dcterms:modified>
  <cp:revision>4</cp:revision>
  <dc:subject/>
  <dc:title>63 </dc:title>
</cp:coreProperties>
</file>