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A99A1C-74DE-400C-9CE4-C9673F5B7C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150684-D808-4434-915B-46F49ADB95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7EE2713-9DD4-46C9-81E5-9723226B925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471 – Avançai, Fiéis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Avançai, fiéis soldados,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Contra as hostes infernais;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Ouve-se de guerra, brados,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Homens de Gideão sejais;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Deste mundo, a ilusão,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terror da própria morte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nos turba o coração;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Torna Deus, o fraco - forte.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do Cordeiro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vamos, sim, triunfar,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Senhor, ao vencedor vai coroar;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Hei de vencer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verdadeiro,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Hei de vencer,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Seu poder.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Avançai, fiéis soldados,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seguir o pavilhão;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Ei-lo na frente arvorado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Jesus, nosso Capitão;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Escutemos o clamor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que foram abatidos;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Vamos, logo sem temor,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socorro dos feridos.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do Cordeiro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vamos, sim, triunfar,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Senhor, ao vencedor vai coroar;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Hei de vencer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verdadeiro,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Hei de vencer,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Seu poder.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Avançai, fiéis soldados,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fortes, a lutar,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os povos escravizados,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Ide avante, a libertar,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Manda Cristo avançar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vanguarda dos remidos;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Galardão hão de alcançar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que forem destemidos!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do Cordeiro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vamos, sim, triunfar,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Senhor, ao vencedor vai coroar;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Hei de vencer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verdadeiro,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Hei de vencer,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Seu poder.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2005-12-25T20:08:19Z</dcterms:created>
  <dc:creator>Junior</dc:creator>
  <dc:description/>
  <dc:language>pt-BR</dc:language>
  <cp:lastModifiedBy>Junior</cp:lastModifiedBy>
  <dcterms:modified xsi:type="dcterms:W3CDTF">2005-12-25T20:08:20Z</dcterms:modified>
  <cp:revision>1</cp:revision>
  <dc:subject/>
  <dc:title>471 – Avançai, Fiéis </dc:title>
</cp:coreProperties>
</file>