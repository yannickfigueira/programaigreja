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1A00D6-1311-4CCA-A064-E43EBD1561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95ECE7-D0D3-4BF5-B459-13C5385958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BF8CF8-94B7-438A-A259-CA1D613A001E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333</a:t>
            </a:r>
            <a:br>
              <a:rPr sz="4400"/>
            </a:b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CÉU, MEU LAR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35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8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72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1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1258560" y="1628640"/>
            <a:ext cx="7427880" cy="316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É o meu lar, o céu, o céu de luz; 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Livre da carne, o véu, verei Jesus; 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Que feliz serei ao lado do Senhor,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Louvando ao meu Rei, o Salvador!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1116000" y="1557360"/>
            <a:ext cx="7704000" cy="384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É o meu lar, o céu, o céu de luz;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 mim sofreu, qual réu, o meu Jesus; 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Que feliz serei no reino de amor, 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sempre gozarei, com meu Senhor!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684000" y="1341360"/>
            <a:ext cx="8064360" cy="309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É o meu lar, o céu, o céu de luz;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com os meus troféus vou a Jesus;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Que feliz serei quando, com mui fervor,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Aos pés estar do Rei, dando louvor!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                                                                                   P.L.M.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34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2005-10-15T18:34:37Z</dcterms:created>
  <dc:creator>Montagna</dc:creator>
  <dc:description/>
  <dc:language>pt-BR</dc:language>
  <cp:lastModifiedBy>Junior</cp:lastModifiedBy>
  <dcterms:modified xsi:type="dcterms:W3CDTF">2005-10-17T11:06:15Z</dcterms:modified>
  <cp:revision>3</cp:revision>
  <dc:subject/>
  <dc:title>333 </dc:title>
</cp:coreProperties>
</file>