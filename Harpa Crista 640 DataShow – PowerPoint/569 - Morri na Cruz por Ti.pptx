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DF00B3-C9D0-4979-95E4-F41F0E6955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8A7CBE-96AE-4888-A34E-FD9E1EBBAE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C984D78-F6E9-4A93-8199-5ED802B4B5A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05704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569 – Morri na Cruz por Ti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“Morri na cruz por ti: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Morri pra te livrar!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sangue, ali, verti,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posso te salvar.”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“Morri! morri na cruz por ti: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fazes tu por mim?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Morri! morri na cruz por ti: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fazes tu por mim?”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“Vivi assim por ti,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dor, em dissabor,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tudo fiz aqui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ser teu Salvador.”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“Morri! morri na cruz por ti: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fazes tu por mim?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Morri! morri na cruz por ti: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fazes tu por mim?”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"Sofri na cruz por ti,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fim de te salvar.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vida consegui,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tu irás gozar.”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“Morri! morri na cruz por ti: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fazes tu por mim?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Morri! morri na cruz por ti: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fazes tu por mim?”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trouxe a salvação,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altos céus louvor.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certo meu perdão,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grande o meu amor!”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“Morri! morri na cruz por ti: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fazes tu por mim?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Morri! morri na cruz por ti: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fazes tu por mim?”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2005-12-26T22:27:41Z</dcterms:created>
  <dc:creator>Junior</dc:creator>
  <dc:description/>
  <dc:language>pt-BR</dc:language>
  <cp:lastModifiedBy>Junior</cp:lastModifiedBy>
  <dcterms:modified xsi:type="dcterms:W3CDTF">2005-12-26T22:27:43Z</dcterms:modified>
  <cp:revision>1</cp:revision>
  <dc:subject/>
  <dc:title>569 – Morri na Cruz por Ti </dc:title>
</cp:coreProperties>
</file>