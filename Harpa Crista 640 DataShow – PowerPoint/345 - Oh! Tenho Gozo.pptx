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E3C065-C338-46E9-9861-21DD398E91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82CF50-3AB0-45C3-AC8E-1AADA55280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774A26-8A0E-46C2-B945-290A768826C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345 - Oh! Tenho Gozo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Tenho gozo no meu coração, Também a vida, e santo fervor;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Cristo me deu real salvação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certeza dum reino de amor!  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mundo nunca irás conhecer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santo do meu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já desfruta, sim, todo o que crer,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vive sempre repleto de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Louvemos juntos o Rei de Israel,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Sua graça, que nos dá vigor,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esconde o crente fiel,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Suas asas de paz e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Pai Eterno Seu povo selou,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promessa do Consolador;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Foi de graça, que Deus me salvou Por Seu imenso e santo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2005-12-26T18:30:25Z</dcterms:created>
  <dc:creator>Junior</dc:creator>
  <dc:description/>
  <dc:language>pt-BR</dc:language>
  <cp:lastModifiedBy>Junior</cp:lastModifiedBy>
  <dcterms:modified xsi:type="dcterms:W3CDTF">2005-12-26T18:30:26Z</dcterms:modified>
  <cp:revision>1</cp:revision>
  <dc:subject/>
  <dc:title>345 - Oh! Tenho Gozo </dc:title>
</cp:coreProperties>
</file>