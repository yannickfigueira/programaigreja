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74EC7-D6DD-49ED-9F1B-C9026AFF0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7919D-2CD1-4C20-B2BD-B23394604D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32D0CC-3B38-4D2E-8270-682318E2175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602 – Juntos Trabalhamos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Juntos trabalhamos pelo nosso Rei;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Frutos mostraremos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aqui voltar.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Homens maus buscamos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sua grei,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nosso Rei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os quer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em nossa casa,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derredor,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trabalhando pelo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recompensa há de ser maior,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Sendo-lhe fiéis e ao seu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Supremo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Temos a mensagem para proclamar,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Tempos perigosos são os atuais;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em breve volta, temos que lutar;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avante, sim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Retroceder, jamais!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2005-12-27T14:28:49Z</dcterms:created>
  <dc:creator>Junior</dc:creator>
  <dc:description/>
  <dc:language>pt-BR</dc:language>
  <cp:lastModifiedBy>Junior</cp:lastModifiedBy>
  <dcterms:modified xsi:type="dcterms:W3CDTF">2005-12-27T14:28:51Z</dcterms:modified>
  <cp:revision>1</cp:revision>
  <dc:subject/>
  <dc:title>602 – Juntos Trabalhamos</dc:title>
</cp:coreProperties>
</file>