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32395B-E0B5-4264-A481-922FC6F236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3F64F2-C792-4A50-BFEB-BBEB048D04D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19EC1C5-8637-40CC-9DA8-36C57ECF2347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457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FESTIM DE GLÓRIA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festim de glória para nós há de ser!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tiver nas nuvens, Cristo de aparecer.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Nesse evento mui feliz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de prazer também,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hei de ver meu bom Jesus,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fonte de todo bem.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Nesse glorioso dia, o corpo meu mortal,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Será como o de anjos, no lar celestial.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Nesse evento mui feliz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de prazer também,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hei de ver meu bom Jesus,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fonte de todo bem.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ditosa vinda, a do meu Salvador!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O estou esperando, mui firme em Seu amor!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Nesse evento mui feliz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de prazer também,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hei de ver meu bom Jesus,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fonte de todo bem.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Cristo, apressa o dia em que hás de voltar!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ver Tua face eu `siou a esperar.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Nesse evento mui feliz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de prazer também,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hei de ver meu bom Jesus,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fonte de todo bem.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2005-10-21T04:44:39Z</dcterms:created>
  <dc:creator>Montagna</dc:creator>
  <dc:description/>
  <dc:language>pt-BR</dc:language>
  <cp:lastModifiedBy>Montagna</cp:lastModifiedBy>
  <dcterms:modified xsi:type="dcterms:W3CDTF">2005-10-21T04:44:49Z</dcterms:modified>
  <cp:revision>2</cp:revision>
  <dc:subject/>
  <dc:title>457 - O FESTIM DE GLÓRIA</dc:title>
</cp:coreProperties>
</file>