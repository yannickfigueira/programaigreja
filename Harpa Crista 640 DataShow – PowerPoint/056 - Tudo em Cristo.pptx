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E98B75-8FE7-4110-9123-F7D553BBC7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3835D-C65F-4F7E-9539-97ABF98697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E4721F-2679-4549-A274-A1DDD9FAC58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1196640"/>
            <a:ext cx="7989840" cy="331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56</a:t>
            </a:r>
            <a:br>
              <a:rPr sz="4400"/>
            </a:br>
            <a:r>
              <a:rPr b="1" lang="pt-BR" sz="44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 EM CRISTO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0" y="907920"/>
            <a:ext cx="9144000" cy="367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Dantes, trabalhava sempre com temor,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Mas descanso, agora em meu Salvador;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 "esperava"; hoje, "bem o sei"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Que estou salvo em Cristo,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Meu bendito Rei.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324000" y="1125000"/>
            <a:ext cx="8362800" cy="355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Que por mim morreu.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Cristo é todo meu.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ctr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0" y="1052280"/>
            <a:ext cx="9144000" cy="331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Dantes, desejava bênção do Senhor;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Hoje, mais de Cristo, mais de Seu amor!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Não somente a bênção, que tão pronto dá,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Mas Ele mesmo a fonte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Em quem tudo está.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539640" y="1125000"/>
            <a:ext cx="8229600" cy="45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Que por mim morreu.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Cristo é todo meu.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0" y="1341000"/>
            <a:ext cx="9144000" cy="30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Dantes, duvidava, era sempre "o eu";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Hoje, bem conheço Cristo, além do véu,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Sacerdote eterno, Iá por mim entrou;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NEle estou completo, nEle aceito sou.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539640" y="8366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Que por mim morreu.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Cristo é todo meu.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0" y="1125000"/>
            <a:ext cx="9144000" cy="504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 queria o mundo; hoje, é só Jesus!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Dantes, eram trevas; hoje, é plena luz;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Dantes, o receio, hoje, a-doce'paz,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 a Cristo deixo, Ele me satisfaz.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36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H.M.W.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539640" y="692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Que por mim morreu.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Tudo! Tudo em Cristo!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e7ff"/>
                </a:solidFill>
                <a:effectLst/>
                <a:uFillTx/>
                <a:latin typeface="Arial"/>
              </a:rPr>
              <a:t>Cristo é todo meu.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2005-10-15T20:46:51Z</dcterms:created>
  <dc:creator>Montagna</dc:creator>
  <dc:description/>
  <dc:language>pt-BR</dc:language>
  <cp:lastModifiedBy>Junior</cp:lastModifiedBy>
  <dcterms:modified xsi:type="dcterms:W3CDTF">2005-10-16T11:01:24Z</dcterms:modified>
  <cp:revision>2</cp:revision>
  <dc:subject/>
  <dc:title>56 </dc:title>
</cp:coreProperties>
</file>