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879AAE-35EF-4691-878F-6A17F9B0FB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B8F1BA-2B8D-4AF5-966F-957356A342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3E84D7-25A6-4B87-BB98-932FF560405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482</a:t>
            </a:r>
            <a:br>
              <a:rPr sz="4000"/>
            </a:br>
            <a:r>
              <a:rPr b="0" i="1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COMUNHÃO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380880" y="1371600"/>
            <a:ext cx="8763120" cy="403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Bendito Jesus, nós chamamos por Ti,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Cercamos Tua mesa, Senhor;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Por Teu Paracleto nos preside aqui;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Vem encher-nos de santo fervor.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609120" y="1523880"/>
            <a:ext cx="8534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A grande ternura do Teu coração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Chamou-nos aqui, oh! Senhor!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Pra nós celebrarmos em santa união,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Tua morte, oh! bom Redentor!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609120" y="1828440"/>
            <a:ext cx="8534520" cy="297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Os pés dos Teus servos lavando, Senhor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Quizes-te o exemplo nos dar,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Da Tua humildade, do Teu grande amor,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Que entre nós deve sempre reinar.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609120" y="1980720"/>
            <a:ext cx="8534520" cy="342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Abençoas-te o pão e o partis-te a dizer: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“Tomai o meu corpo e comei,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E todas as vezes, pois é o dever,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Em memória de Mim o fazei”.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457200" y="1904760"/>
            <a:ext cx="8229600" cy="327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O cálice da Nova Aliança de amor,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No Teu sangue, ó meigo Jesus,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Nos encha de graça, de novo vigor,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Nos anime na senda da luz!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609120" y="2057400"/>
            <a:ext cx="8534520" cy="312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Queremos, Jesus, neste ato de amor,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O Teu memorial celebrar;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Pra nós ele tem um infinito valor,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Poor Richard"/>
              </a:rPr>
              <a:t>Um valor que jamais vai cessar.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2005-06-28T00:25:57Z</dcterms:created>
  <dc:creator>Junior</dc:creator>
  <dc:description/>
  <dc:language>pt-BR</dc:language>
  <cp:lastModifiedBy>User041</cp:lastModifiedBy>
  <dcterms:modified xsi:type="dcterms:W3CDTF">2006-05-06T19:34:52Z</dcterms:modified>
  <cp:revision>2</cp:revision>
  <dc:subject/>
  <dc:title>482 COMUNHÃO</dc:title>
</cp:coreProperties>
</file>