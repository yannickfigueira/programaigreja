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800520" y="1789200"/>
            <a:ext cx="5348160" cy="5056200"/>
            <a:chOff x="3800520" y="1789200"/>
            <a:chExt cx="5348160" cy="5056200"/>
          </a:xfrm>
        </p:grpSpPr>
        <p:sp>
          <p:nvSpPr>
            <p:cNvPr id="1" name=""/>
            <p:cNvSpPr/>
            <p:nvPr/>
          </p:nvSpPr>
          <p:spPr>
            <a:xfrm>
              <a:off x="6715080" y="2166840"/>
              <a:ext cx="312840" cy="1620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6824520" y="1881360"/>
              <a:ext cx="74880" cy="7452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20" bIns="612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 rot="994800">
              <a:off x="8263080" y="2373120"/>
              <a:ext cx="9360" cy="32907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7732800" y="5568840"/>
              <a:ext cx="104760" cy="1526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 rot="91200">
              <a:off x="8710560" y="2436480"/>
              <a:ext cx="9720" cy="3171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 rot="20673600">
              <a:off x="8953200" y="2414520"/>
              <a:ext cx="9360" cy="13986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 rot="20459400">
              <a:off x="5467320" y="2882880"/>
              <a:ext cx="9720" cy="32274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 rot="1114200">
              <a:off x="4376880" y="2890440"/>
              <a:ext cx="9360" cy="336384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 rot="254400">
              <a:off x="4818240" y="2968560"/>
              <a:ext cx="9360" cy="30258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361200" y="4795920"/>
              <a:ext cx="988920" cy="247680"/>
            </a:xfrm>
            <a:custGeom>
              <a:avLst/>
              <a:gdLst/>
              <a:ahLst/>
              <a:rect l="l" t="t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559640" y="5700600"/>
              <a:ext cx="1581120" cy="200160"/>
            </a:xfrm>
            <a:custGeom>
              <a:avLst/>
              <a:gdLst/>
              <a:ahLst/>
              <a:rect l="l" t="t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597800" y="5786280"/>
              <a:ext cx="1542960" cy="389160"/>
            </a:xfrm>
            <a:custGeom>
              <a:avLst/>
              <a:gdLst/>
              <a:ahLst/>
              <a:rect l="l" t="t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626240" y="5700600"/>
              <a:ext cx="1514520" cy="142920"/>
            </a:xfrm>
            <a:custGeom>
              <a:avLst/>
              <a:gdLst/>
              <a:ahLst/>
              <a:rect l="l" t="t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4856040" y="2446200"/>
              <a:ext cx="162000" cy="246240"/>
            </a:xfrm>
            <a:custGeom>
              <a:avLst/>
              <a:gdLst/>
              <a:ahLst/>
              <a:rect l="l" t="t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856040" y="2682720"/>
              <a:ext cx="142920" cy="1526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4856040" y="2806560"/>
              <a:ext cx="142920" cy="1717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83560" y="1913040"/>
              <a:ext cx="162000" cy="247680"/>
            </a:xfrm>
            <a:custGeom>
              <a:avLst/>
              <a:gdLst/>
              <a:ahLst/>
              <a:rect l="l" t="t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693280" y="214164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683560" y="2274840"/>
              <a:ext cx="142920" cy="17136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616960" y="5595840"/>
              <a:ext cx="104760" cy="1526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4789440" y="1789200"/>
              <a:ext cx="4132440" cy="704880"/>
            </a:xfrm>
            <a:custGeom>
              <a:avLst/>
              <a:gdLst/>
              <a:ahLst/>
              <a:rect l="l" t="t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4657680" y="5989680"/>
              <a:ext cx="133560" cy="150840"/>
            </a:xfrm>
            <a:custGeom>
              <a:avLst/>
              <a:gdLst/>
              <a:ahLst/>
              <a:rect l="l" t="t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5999040" y="6146640"/>
              <a:ext cx="142920" cy="1717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3809880" y="6146640"/>
              <a:ext cx="114480" cy="142920"/>
            </a:xfrm>
            <a:custGeom>
              <a:avLst/>
              <a:gdLst/>
              <a:ahLst/>
              <a:rect l="l" t="t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3879720" y="6093000"/>
              <a:ext cx="2190960" cy="6174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3800520" y="6086520"/>
              <a:ext cx="2384280" cy="4572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875040" y="6127920"/>
              <a:ext cx="2262240" cy="349200"/>
            </a:xfrm>
            <a:prstGeom prst="ellipse">
              <a:avLst/>
            </a:pr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5942160" y="6013440"/>
              <a:ext cx="142560" cy="15228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8607600" y="5719680"/>
              <a:ext cx="114120" cy="171360"/>
            </a:xfrm>
            <a:custGeom>
              <a:avLst/>
              <a:gdLst/>
              <a:ahLst/>
              <a:rect l="l" t="t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727680" y="2814480"/>
              <a:ext cx="274680" cy="403092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6807240" y="2452680"/>
              <a:ext cx="120600" cy="38088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6699240" y="2766960"/>
              <a:ext cx="325440" cy="8244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835680" y="2427120"/>
              <a:ext cx="400320" cy="2502000"/>
            </a:xfrm>
            <a:custGeom>
              <a:avLst/>
              <a:gdLst/>
              <a:ahLst/>
              <a:rect l="l" t="t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6618240" y="2255760"/>
              <a:ext cx="503280" cy="219240"/>
            </a:xfrm>
            <a:custGeom>
              <a:avLst/>
              <a:gdLst/>
              <a:ahLst/>
              <a:rect l="l" t="t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808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cca5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"/>
          </p:nvPr>
        </p:nvSpPr>
        <p:spPr>
          <a:xfrm>
            <a:off x="456840" y="627840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"/>
          </p:nvPr>
        </p:nvSpPr>
        <p:spPr>
          <a:xfrm>
            <a:off x="3124080" y="627840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3"/>
          </p:nvPr>
        </p:nvSpPr>
        <p:spPr>
          <a:xfrm>
            <a:off x="6552720" y="627840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3A8DD9-3176-4E90-939E-BCAC527204B5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"/>
          <p:cNvGrpSpPr/>
          <p:nvPr/>
        </p:nvGrpSpPr>
        <p:grpSpPr>
          <a:xfrm>
            <a:off x="3800520" y="1789200"/>
            <a:ext cx="5348160" cy="5056200"/>
            <a:chOff x="3800520" y="1789200"/>
            <a:chExt cx="5348160" cy="5056200"/>
          </a:xfrm>
        </p:grpSpPr>
        <p:sp>
          <p:nvSpPr>
            <p:cNvPr id="41" name=""/>
            <p:cNvSpPr/>
            <p:nvPr/>
          </p:nvSpPr>
          <p:spPr>
            <a:xfrm>
              <a:off x="6715080" y="2166840"/>
              <a:ext cx="312840" cy="1620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824520" y="1881360"/>
              <a:ext cx="74880" cy="7452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20" bIns="612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 rot="994800">
              <a:off x="8263080" y="2373120"/>
              <a:ext cx="9360" cy="32907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732800" y="5568840"/>
              <a:ext cx="104760" cy="1526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 rot="91200">
              <a:off x="8710560" y="2436480"/>
              <a:ext cx="9720" cy="3171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 rot="20673600">
              <a:off x="8953200" y="2414520"/>
              <a:ext cx="9360" cy="13986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 rot="20459400">
              <a:off x="5467320" y="2882880"/>
              <a:ext cx="9720" cy="32274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 rot="1114200">
              <a:off x="4376880" y="2890440"/>
              <a:ext cx="9360" cy="336384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 rot="254400">
              <a:off x="4818240" y="2968560"/>
              <a:ext cx="9360" cy="30258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6361200" y="4795920"/>
              <a:ext cx="988920" cy="247680"/>
            </a:xfrm>
            <a:custGeom>
              <a:avLst/>
              <a:gdLst/>
              <a:ahLst/>
              <a:rect l="l" t="t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559640" y="5700600"/>
              <a:ext cx="1581120" cy="200160"/>
            </a:xfrm>
            <a:custGeom>
              <a:avLst/>
              <a:gdLst/>
              <a:ahLst/>
              <a:rect l="l" t="t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7597800" y="5786280"/>
              <a:ext cx="1542960" cy="389160"/>
            </a:xfrm>
            <a:custGeom>
              <a:avLst/>
              <a:gdLst/>
              <a:ahLst/>
              <a:rect l="l" t="t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626240" y="5700600"/>
              <a:ext cx="1514520" cy="142920"/>
            </a:xfrm>
            <a:custGeom>
              <a:avLst/>
              <a:gdLst/>
              <a:ahLst/>
              <a:rect l="l" t="t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4856040" y="2446200"/>
              <a:ext cx="162000" cy="246240"/>
            </a:xfrm>
            <a:custGeom>
              <a:avLst/>
              <a:gdLst/>
              <a:ahLst/>
              <a:rect l="l" t="t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856040" y="2682720"/>
              <a:ext cx="142920" cy="1526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856040" y="2806560"/>
              <a:ext cx="142920" cy="1717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8683560" y="1913040"/>
              <a:ext cx="162000" cy="247680"/>
            </a:xfrm>
            <a:custGeom>
              <a:avLst/>
              <a:gdLst/>
              <a:ahLst/>
              <a:rect l="l" t="t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693280" y="214164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8683560" y="2274840"/>
              <a:ext cx="142920" cy="17136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8616960" y="5595840"/>
              <a:ext cx="104760" cy="1526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4789440" y="1789200"/>
              <a:ext cx="4132440" cy="704880"/>
            </a:xfrm>
            <a:custGeom>
              <a:avLst/>
              <a:gdLst/>
              <a:ahLst/>
              <a:rect l="l" t="t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4657680" y="5989680"/>
              <a:ext cx="133560" cy="150840"/>
            </a:xfrm>
            <a:custGeom>
              <a:avLst/>
              <a:gdLst/>
              <a:ahLst/>
              <a:rect l="l" t="t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5999040" y="6146640"/>
              <a:ext cx="142920" cy="1717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809880" y="6146640"/>
              <a:ext cx="114480" cy="142920"/>
            </a:xfrm>
            <a:custGeom>
              <a:avLst/>
              <a:gdLst/>
              <a:ahLst/>
              <a:rect l="l" t="t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3879720" y="6093000"/>
              <a:ext cx="2190960" cy="6174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800520" y="6086520"/>
              <a:ext cx="2384280" cy="4572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3875040" y="6127920"/>
              <a:ext cx="2262240" cy="349200"/>
            </a:xfrm>
            <a:prstGeom prst="ellipse">
              <a:avLst/>
            </a:pr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942160" y="6013440"/>
              <a:ext cx="142560" cy="15228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607600" y="5719680"/>
              <a:ext cx="114120" cy="171360"/>
            </a:xfrm>
            <a:custGeom>
              <a:avLst/>
              <a:gdLst/>
              <a:ahLst/>
              <a:rect l="l" t="t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6727680" y="2814480"/>
              <a:ext cx="274680" cy="403092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6807240" y="2452680"/>
              <a:ext cx="120600" cy="38088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6699240" y="2766960"/>
              <a:ext cx="325440" cy="8244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6835680" y="2427120"/>
              <a:ext cx="400320" cy="2502000"/>
            </a:xfrm>
            <a:custGeom>
              <a:avLst/>
              <a:gdLst/>
              <a:ahLst/>
              <a:rect l="l" t="t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6618240" y="2255760"/>
              <a:ext cx="503280" cy="219240"/>
            </a:xfrm>
            <a:custGeom>
              <a:avLst/>
              <a:gdLst/>
              <a:ahLst/>
              <a:rect l="l" t="t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dt" idx="4"/>
          </p:nvPr>
        </p:nvSpPr>
        <p:spPr>
          <a:xfrm>
            <a:off x="456840" y="627840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5"/>
          </p:nvPr>
        </p:nvSpPr>
        <p:spPr>
          <a:xfrm>
            <a:off x="3124080" y="627840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6"/>
          </p:nvPr>
        </p:nvSpPr>
        <p:spPr>
          <a:xfrm>
            <a:off x="6552720" y="627840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FBE0BD-B9E2-4F3B-BF0A-14650D5D66DE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808000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cca500"/>
              </a:buClr>
              <a:buSzPct val="65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334</a:t>
            </a:r>
            <a:br>
              <a:rPr sz="4400"/>
            </a:b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FIM VEM, CUIDADO!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1332000" y="692280"/>
            <a:ext cx="7596000" cy="49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fim de todas coisas vem,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tarda, cuidado!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queiras hoje recusar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graça do Salvador;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Procura bem depressa,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ficar abrigado,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sangue do Cordeiro,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sangue remidor.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78920" y="765000"/>
            <a:ext cx="8713800" cy="482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precioso,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saiu de meu Jesus!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glorioso,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vertido foi, na cruz!</a:t>
            </a:r>
            <a:br>
              <a:rPr sz="4400"/>
            </a:b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1187280" y="620640"/>
            <a:ext cx="7499520" cy="551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fundamento do cristão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é a rocha eleita,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Por isso pode resistir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os ventos da tentação.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todo o que sincero,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Cristo aceita,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sangue do Cordeiro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garante salvação.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0">
              <a:spcBef>
                <a:spcPts val="9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78920" y="765000"/>
            <a:ext cx="8713800" cy="482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precioso,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saiu de meu Jesus!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glorioso,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vertido foi, na cruz!</a:t>
            </a:r>
            <a:br>
              <a:rPr sz="4400"/>
            </a:b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1042560" y="764640"/>
            <a:ext cx="7715160" cy="531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Quem pois ouvir,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há de viver com Cristo na glória,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Quem não ouvir há de morrer,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tormentos padecerá,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Pois quem deseja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sobre o mal a vitória,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sangue do cordeiro 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poder encontrará.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78920" y="765000"/>
            <a:ext cx="8713800" cy="482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precioso,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saiu de meu Jesus!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Que sangue glorioso, </a:t>
            </a:r>
            <a:br>
              <a:rPr sz="4400"/>
            </a:br>
            <a:r>
              <a:rPr b="0" lang="en-US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vertido foi, na cruz!</a:t>
            </a:r>
            <a:br>
              <a:rPr sz="4400"/>
            </a:b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2005-10-15T18:21:46Z</dcterms:created>
  <dc:creator>Montagna</dc:creator>
  <dc:description/>
  <dc:language>pt-BR</dc:language>
  <cp:lastModifiedBy>Junior</cp:lastModifiedBy>
  <dcterms:modified xsi:type="dcterms:W3CDTF">2005-10-17T11:47:49Z</dcterms:modified>
  <cp:revision>3</cp:revision>
  <dc:subject/>
  <dc:title>334 </dc:title>
</cp:coreProperties>
</file>