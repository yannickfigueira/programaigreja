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228600" y="228600"/>
            <a:ext cx="8686800" cy="5943600"/>
            <a:chOff x="228600" y="228600"/>
            <a:chExt cx="8686800" cy="5943600"/>
          </a:xfrm>
        </p:grpSpPr>
        <p:sp>
          <p:nvSpPr>
            <p:cNvPr id="1" name=""/>
            <p:cNvSpPr/>
            <p:nvPr/>
          </p:nvSpPr>
          <p:spPr>
            <a:xfrm>
              <a:off x="228600" y="228600"/>
              <a:ext cx="8686800" cy="5943600"/>
            </a:xfrm>
            <a:prstGeom prst="rect">
              <a:avLst/>
            </a:prstGeom>
            <a:solidFill>
              <a:srgbClr val="000000"/>
            </a:solidFill>
            <a:ln w="4428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306360" y="306360"/>
              <a:ext cx="8529840" cy="5770440"/>
            </a:xfrm>
            <a:prstGeom prst="rect">
              <a:avLst/>
            </a:prstGeom>
            <a:solidFill>
              <a:srgbClr val="000000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520" y="1733400"/>
              <a:ext cx="8153280" cy="0"/>
            </a:xfrm>
            <a:prstGeom prst="line">
              <a:avLst/>
            </a:prstGeom>
            <a:ln w="12600">
              <a:solidFill>
                <a:srgbClr val="99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3520" y="472680"/>
            <a:ext cx="81532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3520" y="1828800"/>
            <a:ext cx="815328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74"/>
              </a:spcBef>
              <a:buClr>
                <a:srgbClr val="990000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74"/>
              </a:spcBef>
              <a:buClr>
                <a:srgbClr val="666699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74"/>
              </a:spcBef>
              <a:buClr>
                <a:srgbClr val="9999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74"/>
              </a:spcBef>
              <a:buClr>
                <a:srgbClr val="99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74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74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74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533160" y="624852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32382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F791CC-9C40-4B67-A86B-4BF1407D8263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380880" y="457200"/>
            <a:ext cx="8398080" cy="5562720"/>
            <a:chOff x="380880" y="457200"/>
            <a:chExt cx="8398080" cy="5562720"/>
          </a:xfrm>
        </p:grpSpPr>
        <p:sp>
          <p:nvSpPr>
            <p:cNvPr id="10" name=""/>
            <p:cNvSpPr/>
            <p:nvPr/>
          </p:nvSpPr>
          <p:spPr>
            <a:xfrm>
              <a:off x="380880" y="457200"/>
              <a:ext cx="8398080" cy="5562720"/>
            </a:xfrm>
            <a:prstGeom prst="rect">
              <a:avLst/>
            </a:prstGeom>
            <a:solidFill>
              <a:srgbClr val="000000"/>
            </a:solidFill>
            <a:ln w="507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452520" y="533520"/>
              <a:ext cx="8229600" cy="5410080"/>
            </a:xfrm>
            <a:prstGeom prst="rect">
              <a:avLst/>
            </a:prstGeom>
            <a:noFill/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914400" y="3581280"/>
              <a:ext cx="7315200" cy="0"/>
            </a:xfrm>
            <a:prstGeom prst="line">
              <a:avLst/>
            </a:prstGeom>
            <a:ln w="19080">
              <a:solidFill>
                <a:srgbClr val="99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9320" y="837720"/>
            <a:ext cx="6781680" cy="255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6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4"/>
          </p:nvPr>
        </p:nvSpPr>
        <p:spPr>
          <a:xfrm>
            <a:off x="536040" y="6248520"/>
            <a:ext cx="2054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5"/>
          </p:nvPr>
        </p:nvSpPr>
        <p:spPr>
          <a:xfrm>
            <a:off x="3250800" y="6248520"/>
            <a:ext cx="28875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6788160" y="62578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569A83-ED7C-4B57-A501-E8D0876411E6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999900"/>
              </a:buClr>
              <a:buSzPct val="5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9900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19320" y="837720"/>
            <a:ext cx="6781680" cy="255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526</a:t>
            </a:r>
            <a:br>
              <a:rPr sz="6200"/>
            </a:br>
            <a:r>
              <a:rPr b="0" lang="pt-BR" sz="6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</a:t>
            </a:r>
            <a:endParaRPr b="0" lang="pt-BR" sz="6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Senhor meu Deus,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eu maravilhado,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Contemplo a Tua imensa criação.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terra e o mar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o céu todo estrelado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 vêm falar da Tua perfeição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7621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as estrelas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Tão de mim distantes,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Vejo a brilhar com vívido esplendor,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Relembro, oh! Deus,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As glórias cintilantes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Que meu Jesus deixou,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Por meu amor!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914400"/>
            <a:ext cx="9144000" cy="44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Olho as florestas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Murmurando ao vento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E, ao ver que Tu plantaste cada pé,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Recordo a cruz, o lenho tão cruento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no Teu Filho afirmo a minha fé.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990720"/>
            <a:ext cx="91440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quando penso que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Tu não poupaste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Teu Filho amado por amor a mim,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Meu coração,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Que nele Tu ganhas-te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Transborda,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Oh! Pai, de amor que não tem fim!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76176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quando Cristo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amado meu voltando,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Vier dos céus o povo Seu buscar,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No lar eterno quero jubilando,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Tua santa face contemplar.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990360"/>
            <a:ext cx="914400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Então minha alma canta a Ti Senhor</a:t>
            </a:r>
            <a:br>
              <a:rPr sz="4200"/>
            </a:b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Grandioso és Tu! Grandioso és Tu!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2005-10-16T19:49:22Z</dcterms:created>
  <dc:creator>Junior</dc:creator>
  <dc:description/>
  <dc:language>pt-BR</dc:language>
  <cp:lastModifiedBy>Junior</cp:lastModifiedBy>
  <dcterms:modified xsi:type="dcterms:W3CDTF">2006-02-20T19:31:06Z</dcterms:modified>
  <cp:revision>3</cp:revision>
  <dc:subject/>
  <dc:title>526 Grandioso És Tu</dc:title>
</cp:coreProperties>
</file>