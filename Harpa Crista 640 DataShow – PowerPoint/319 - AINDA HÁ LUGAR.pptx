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63D575-7EB2-4E01-AE56-9927C181E1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E34B52-1B0B-4AC1-98CE-5EA0A8C7E5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1304F8-12A5-4A8B-B05D-CF0A3222CCA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319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HÁ LUGAR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há lugar, p'ra ti, á pecador!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o convite do teu Salvador.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vida breve vai findar,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sombras crescem, onde vais morar?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lá no céu, Jesus nos preparou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Bodas festivas, e nos convidou,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multidão que salva Iá já está,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pois t'espera a ela te ajuntar.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Vês tu a porta aberta por Jesus?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chama, vem p'ra Sua luz;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Enche-se a sala, vem sem demorar;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se descuida, perde o seu lugar;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se encontra gozo, paz sem fim,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te espera; a luta terá fim.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`inda há p'ra ti lugar. Ja.S.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2005-10-19T07:20:37Z</dcterms:created>
  <dc:creator>Montagna</dc:creator>
  <dc:description/>
  <dc:language>pt-BR</dc:language>
  <cp:lastModifiedBy>Montagna</cp:lastModifiedBy>
  <dcterms:modified xsi:type="dcterms:W3CDTF">2005-10-21T10:54:57Z</dcterms:modified>
  <cp:revision>2</cp:revision>
  <dc:subject/>
  <dc:title>AINDA HÁ LUGAR</dc:title>
</cp:coreProperties>
</file>