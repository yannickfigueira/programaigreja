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dt" idx="1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77B0F8-7B35-47EA-BC3E-84D8999E01E9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57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158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72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dt" idx="4"/>
          </p:nvPr>
        </p:nvSpPr>
        <p:spPr>
          <a:xfrm>
            <a:off x="304920" y="624852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A45660-1630-4629-8406-C5080587F13F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467</a:t>
            </a:r>
            <a:br>
              <a:rPr sz="4800"/>
            </a:br>
            <a:r>
              <a:rPr b="0" i="1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Sobre as ondas do mar</a:t>
            </a:r>
            <a:endParaRPr b="0" lang="pt-BR" sz="48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8208720" cy="488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Por que duvidar, </a:t>
            </a:r>
            <a:br>
              <a:rPr sz="3600"/>
            </a:br>
            <a:r>
              <a:rPr b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Sobre as ondas do mar,</a:t>
            </a:r>
            <a:br>
              <a:rPr sz="3600"/>
            </a:br>
            <a:r>
              <a:rPr b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Quando Cristo caminho abriu?</a:t>
            </a:r>
            <a:br>
              <a:rPr sz="3600"/>
            </a:br>
            <a:r>
              <a:rPr b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Quando forçado és, </a:t>
            </a:r>
            <a:br>
              <a:rPr sz="3600"/>
            </a:br>
            <a:r>
              <a:rPr b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Contra as ondas lutar,</a:t>
            </a:r>
            <a:br>
              <a:rPr sz="3600"/>
            </a:br>
            <a:r>
              <a:rPr b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Seu amor a ti quer revelar.</a:t>
            </a: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10920" y="259920"/>
            <a:ext cx="806436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Solta o cabo da nau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Toma os remos na mão,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navega com fé em Jesus;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então tu verás 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bonança se faz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Pois com Ele, seguro serás.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495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Trevas vem te assustar, Tempestades no mar?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Da montanha o Mestre te vê;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na tribulação 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Ele vem socorrer,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Sua mão bem de pode suster.</a:t>
            </a:r>
            <a:br>
              <a:rPr sz="4000"/>
            </a:b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68000" y="259920"/>
            <a:ext cx="815652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Solta o cabo da nau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Toma os remos na mão,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navega com fé em Jesus;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então tu verás 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bonança se faz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Pois com ele, seguro serás.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39280" y="333360"/>
            <a:ext cx="8218440" cy="580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Podes tu recordar, 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Maravilhas sem par?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deserto ao povo fartou;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o mesmo poder 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Ele sempre terá,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Pois não muda e não falhará.</a:t>
            </a:r>
            <a:br>
              <a:rPr sz="4000"/>
            </a:b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68000" y="259920"/>
            <a:ext cx="815652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Solta o cabo da nau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Toma os remos na mão,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navega com fé em Jesus;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então tu verás 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bonança se faz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Pois com ele, seguro serás.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68000" y="549000"/>
            <a:ext cx="8218440" cy="502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Quando pedes mais fé, 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Ele ouve, ó crê!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Mesmo sendo em tribulação;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Quando a mão de poder 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teu ego tirar,</a:t>
            </a:r>
            <a:br>
              <a:rPr sz="4000"/>
            </a:br>
            <a:r>
              <a:rPr b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Sobre as ondas poderás andar.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68000" y="259920"/>
            <a:ext cx="815652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Solta o cabo da nau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Toma os remos na mão,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navega com fé em Jesus;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 então tu verás 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bonança se faz</a:t>
            </a:r>
            <a:br>
              <a:rPr sz="4000"/>
            </a:br>
            <a:r>
              <a:rPr b="1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Pois com ele, seguro serás.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2004-07-13T18:10:36Z</dcterms:created>
  <dc:creator>Jose Antonio de Bem</dc:creator>
  <dc:description/>
  <dc:language>pt-BR</dc:language>
  <cp:lastModifiedBy>Junior</cp:lastModifiedBy>
  <dcterms:modified xsi:type="dcterms:W3CDTF">2005-07-02T15:15:10Z</dcterms:modified>
  <cp:revision>5</cp:revision>
  <dc:subject/>
  <dc:title>CORPO E FAMÍLIA  </dc:title>
</cp:coreProperties>
</file>